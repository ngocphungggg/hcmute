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08" r:id="rId2"/>
  </p:sldMasterIdLst>
  <p:notesMasterIdLst>
    <p:notesMasterId r:id="rId40"/>
  </p:notesMasterIdLst>
  <p:handoutMasterIdLst>
    <p:handoutMasterId r:id="rId41"/>
  </p:handoutMasterIdLst>
  <p:sldIdLst>
    <p:sldId id="256" r:id="rId3"/>
    <p:sldId id="257" r:id="rId4"/>
    <p:sldId id="267" r:id="rId5"/>
    <p:sldId id="319" r:id="rId6"/>
    <p:sldId id="320" r:id="rId7"/>
    <p:sldId id="321" r:id="rId8"/>
    <p:sldId id="374" r:id="rId9"/>
    <p:sldId id="375" r:id="rId10"/>
    <p:sldId id="311" r:id="rId11"/>
    <p:sldId id="310" r:id="rId12"/>
    <p:sldId id="376" r:id="rId13"/>
    <p:sldId id="377" r:id="rId14"/>
    <p:sldId id="359" r:id="rId15"/>
    <p:sldId id="360" r:id="rId16"/>
    <p:sldId id="361" r:id="rId17"/>
    <p:sldId id="362" r:id="rId18"/>
    <p:sldId id="363" r:id="rId19"/>
    <p:sldId id="364" r:id="rId20"/>
    <p:sldId id="378" r:id="rId21"/>
    <p:sldId id="365" r:id="rId22"/>
    <p:sldId id="366" r:id="rId23"/>
    <p:sldId id="367" r:id="rId24"/>
    <p:sldId id="368" r:id="rId25"/>
    <p:sldId id="369" r:id="rId26"/>
    <p:sldId id="370" r:id="rId27"/>
    <p:sldId id="315" r:id="rId28"/>
    <p:sldId id="354" r:id="rId29"/>
    <p:sldId id="316" r:id="rId30"/>
    <p:sldId id="348" r:id="rId31"/>
    <p:sldId id="349" r:id="rId32"/>
    <p:sldId id="351" r:id="rId33"/>
    <p:sldId id="353" r:id="rId34"/>
    <p:sldId id="355" r:id="rId35"/>
    <p:sldId id="352" r:id="rId36"/>
    <p:sldId id="358" r:id="rId37"/>
    <p:sldId id="318" r:id="rId38"/>
    <p:sldId id="379" r:id="rId39"/>
  </p:sldIdLst>
  <p:sldSz cx="9144000" cy="6858000" type="screen4x3"/>
  <p:notesSz cx="9309100" cy="69548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200" autoAdjust="0"/>
  </p:normalViewPr>
  <p:slideViewPr>
    <p:cSldViewPr>
      <p:cViewPr varScale="1">
        <p:scale>
          <a:sx n="71" d="100"/>
          <a:sy n="71" d="100"/>
        </p:scale>
        <p:origin x="154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h Nguyen" userId="c61a4279c1788c98" providerId="LiveId" clId="{A95755AC-BE0D-455D-836B-92C337DE4D6D}"/>
    <pc:docChg chg="undo custSel addSld delSld modSld sldOrd">
      <pc:chgData name="Thanh Nguyen" userId="c61a4279c1788c98" providerId="LiveId" clId="{A95755AC-BE0D-455D-836B-92C337DE4D6D}" dt="2023-01-26T10:58:27.638" v="517"/>
      <pc:docMkLst>
        <pc:docMk/>
      </pc:docMkLst>
      <pc:sldChg chg="addSp modSp mod">
        <pc:chgData name="Thanh Nguyen" userId="c61a4279c1788c98" providerId="LiveId" clId="{A95755AC-BE0D-455D-836B-92C337DE4D6D}" dt="2023-01-26T10:58:27.638" v="517"/>
        <pc:sldMkLst>
          <pc:docMk/>
          <pc:sldMk cId="0" sldId="256"/>
        </pc:sldMkLst>
        <pc:spChg chg="add mod">
          <ac:chgData name="Thanh Nguyen" userId="c61a4279c1788c98" providerId="LiveId" clId="{A95755AC-BE0D-455D-836B-92C337DE4D6D}" dt="2023-01-26T10:58:27.638" v="517"/>
          <ac:spMkLst>
            <pc:docMk/>
            <pc:sldMk cId="0" sldId="256"/>
            <ac:spMk id="2" creationId="{6BCD9DC4-066E-0492-0471-02E4E7201B70}"/>
          </ac:spMkLst>
        </pc:spChg>
        <pc:spChg chg="mod">
          <ac:chgData name="Thanh Nguyen" userId="c61a4279c1788c98" providerId="LiveId" clId="{A95755AC-BE0D-455D-836B-92C337DE4D6D}" dt="2023-01-26T04:33:58.775" v="10" actId="20577"/>
          <ac:spMkLst>
            <pc:docMk/>
            <pc:sldMk cId="0" sldId="256"/>
            <ac:spMk id="14" creationId="{A353FA91-F528-4ED2-A28C-F09225294E26}"/>
          </ac:spMkLst>
        </pc:spChg>
      </pc:sldChg>
      <pc:sldChg chg="modSp mod modAnim">
        <pc:chgData name="Thanh Nguyen" userId="c61a4279c1788c98" providerId="LiveId" clId="{A95755AC-BE0D-455D-836B-92C337DE4D6D}" dt="2023-01-26T04:34:58.140" v="23" actId="1035"/>
        <pc:sldMkLst>
          <pc:docMk/>
          <pc:sldMk cId="0" sldId="257"/>
        </pc:sldMkLst>
        <pc:spChg chg="mod">
          <ac:chgData name="Thanh Nguyen" userId="c61a4279c1788c98" providerId="LiveId" clId="{A95755AC-BE0D-455D-836B-92C337DE4D6D}" dt="2023-01-26T04:34:58.140" v="23" actId="1035"/>
          <ac:spMkLst>
            <pc:docMk/>
            <pc:sldMk cId="0" sldId="257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34:18.625" v="17" actId="20577"/>
          <ac:spMkLst>
            <pc:docMk/>
            <pc:sldMk cId="0" sldId="257"/>
            <ac:spMk id="5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429276294" sldId="263"/>
        </pc:sldMkLst>
      </pc:sldChg>
      <pc:sldChg chg="modSp mod">
        <pc:chgData name="Thanh Nguyen" userId="c61a4279c1788c98" providerId="LiveId" clId="{A95755AC-BE0D-455D-836B-92C337DE4D6D}" dt="2023-01-26T04:37:31.929" v="65" actId="207"/>
        <pc:sldMkLst>
          <pc:docMk/>
          <pc:sldMk cId="1384187814" sldId="267"/>
        </pc:sldMkLst>
        <pc:spChg chg="mod">
          <ac:chgData name="Thanh Nguyen" userId="c61a4279c1788c98" providerId="LiveId" clId="{A95755AC-BE0D-455D-836B-92C337DE4D6D}" dt="2023-01-26T04:35:36.131" v="49" actId="14100"/>
          <ac:spMkLst>
            <pc:docMk/>
            <pc:sldMk cId="1384187814" sldId="267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37:31.929" v="65" actId="207"/>
          <ac:spMkLst>
            <pc:docMk/>
            <pc:sldMk cId="1384187814" sldId="267"/>
            <ac:spMk id="3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35:07.525" v="24" actId="2696"/>
        <pc:sldMkLst>
          <pc:docMk/>
          <pc:sldMk cId="3887256078" sldId="306"/>
        </pc:sldMkLst>
      </pc:sldChg>
      <pc:sldChg chg="modSp add mod">
        <pc:chgData name="Thanh Nguyen" userId="c61a4279c1788c98" providerId="LiveId" clId="{A95755AC-BE0D-455D-836B-92C337DE4D6D}" dt="2023-01-26T10:32:31.020" v="372" actId="403"/>
        <pc:sldMkLst>
          <pc:docMk/>
          <pc:sldMk cId="0" sldId="310"/>
        </pc:sldMkLst>
        <pc:spChg chg="mod">
          <ac:chgData name="Thanh Nguyen" userId="c61a4279c1788c98" providerId="LiveId" clId="{A95755AC-BE0D-455D-836B-92C337DE4D6D}" dt="2023-01-26T10:32:31.020" v="372" actId="403"/>
          <ac:spMkLst>
            <pc:docMk/>
            <pc:sldMk cId="0" sldId="310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8:31.192" v="195"/>
          <ac:spMkLst>
            <pc:docMk/>
            <pc:sldMk cId="0" sldId="310"/>
            <ac:spMk id="4" creationId="{00000000-0000-0000-0000-000000000000}"/>
          </ac:spMkLst>
        </pc:spChg>
      </pc:sldChg>
      <pc:sldChg chg="modSp mod ord">
        <pc:chgData name="Thanh Nguyen" userId="c61a4279c1788c98" providerId="LiveId" clId="{A95755AC-BE0D-455D-836B-92C337DE4D6D}" dt="2023-01-26T04:52:59.167" v="213" actId="207"/>
        <pc:sldMkLst>
          <pc:docMk/>
          <pc:sldMk cId="2444241323" sldId="311"/>
        </pc:sldMkLst>
        <pc:spChg chg="mod">
          <ac:chgData name="Thanh Nguyen" userId="c61a4279c1788c98" providerId="LiveId" clId="{A95755AC-BE0D-455D-836B-92C337DE4D6D}" dt="2023-01-26T04:46:37.654" v="179"/>
          <ac:spMkLst>
            <pc:docMk/>
            <pc:sldMk cId="2444241323" sldId="311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2:59.167" v="213" actId="207"/>
          <ac:spMkLst>
            <pc:docMk/>
            <pc:sldMk cId="2444241323" sldId="311"/>
            <ac:spMk id="3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49:34.975" v="197" actId="2696"/>
        <pc:sldMkLst>
          <pc:docMk/>
          <pc:sldMk cId="2262845207" sldId="312"/>
        </pc:sldMkLst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3035834622" sldId="313"/>
        </pc:sldMkLst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3297553140" sldId="314"/>
        </pc:sldMkLst>
      </pc:sldChg>
      <pc:sldChg chg="delSp modSp add">
        <pc:chgData name="Thanh Nguyen" userId="c61a4279c1788c98" providerId="LiveId" clId="{A95755AC-BE0D-455D-836B-92C337DE4D6D}" dt="2023-01-26T10:55:03.050" v="480" actId="14100"/>
        <pc:sldMkLst>
          <pc:docMk/>
          <pc:sldMk cId="0" sldId="315"/>
        </pc:sldMkLst>
        <pc:spChg chg="mod">
          <ac:chgData name="Thanh Nguyen" userId="c61a4279c1788c98" providerId="LiveId" clId="{A95755AC-BE0D-455D-836B-92C337DE4D6D}" dt="2023-01-26T10:55:03.050" v="480" actId="14100"/>
          <ac:spMkLst>
            <pc:docMk/>
            <pc:sldMk cId="0" sldId="315"/>
            <ac:spMk id="2" creationId="{00000000-0000-0000-0000-000000000000}"/>
          </ac:spMkLst>
        </pc:spChg>
        <pc:spChg chg="del">
          <ac:chgData name="Thanh Nguyen" userId="c61a4279c1788c98" providerId="LiveId" clId="{A95755AC-BE0D-455D-836B-92C337DE4D6D}" dt="2023-01-26T10:51:40.763" v="449" actId="478"/>
          <ac:spMkLst>
            <pc:docMk/>
            <pc:sldMk cId="0" sldId="315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15"/>
            <ac:spMk id="4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1197620728" sldId="315"/>
        </pc:sldMkLst>
      </pc:sldChg>
      <pc:sldChg chg="delSp modSp add mod">
        <pc:chgData name="Thanh Nguyen" userId="c61a4279c1788c98" providerId="LiveId" clId="{A95755AC-BE0D-455D-836B-92C337DE4D6D}" dt="2023-01-26T10:55:42.056" v="488" actId="14100"/>
        <pc:sldMkLst>
          <pc:docMk/>
          <pc:sldMk cId="0" sldId="316"/>
        </pc:sldMkLst>
        <pc:spChg chg="mod">
          <ac:chgData name="Thanh Nguyen" userId="c61a4279c1788c98" providerId="LiveId" clId="{A95755AC-BE0D-455D-836B-92C337DE4D6D}" dt="2023-01-26T10:55:42.056" v="488" actId="14100"/>
          <ac:spMkLst>
            <pc:docMk/>
            <pc:sldMk cId="0" sldId="316"/>
            <ac:spMk id="2" creationId="{00000000-0000-0000-0000-000000000000}"/>
          </ac:spMkLst>
        </pc:spChg>
        <pc:spChg chg="del">
          <ac:chgData name="Thanh Nguyen" userId="c61a4279c1788c98" providerId="LiveId" clId="{A95755AC-BE0D-455D-836B-92C337DE4D6D}" dt="2023-01-26T10:51:46.704" v="450" actId="478"/>
          <ac:spMkLst>
            <pc:docMk/>
            <pc:sldMk cId="0" sldId="316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16"/>
            <ac:spMk id="4" creationId="{00000000-0000-0000-0000-000000000000}"/>
          </ac:spMkLst>
        </pc:spChg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3014657522" sldId="316"/>
        </pc:sldMkLst>
      </pc:sldChg>
      <pc:sldChg chg="del">
        <pc:chgData name="Thanh Nguyen" userId="c61a4279c1788c98" providerId="LiveId" clId="{A95755AC-BE0D-455D-836B-92C337DE4D6D}" dt="2023-01-26T04:53:52.493" v="221" actId="47"/>
        <pc:sldMkLst>
          <pc:docMk/>
          <pc:sldMk cId="3880528503" sldId="317"/>
        </pc:sldMkLst>
      </pc:sldChg>
      <pc:sldChg chg="mod ord modShow">
        <pc:chgData name="Thanh Nguyen" userId="c61a4279c1788c98" providerId="LiveId" clId="{A95755AC-BE0D-455D-836B-92C337DE4D6D}" dt="2023-01-26T05:30:22.192" v="330" actId="729"/>
        <pc:sldMkLst>
          <pc:docMk/>
          <pc:sldMk cId="668213252" sldId="318"/>
        </pc:sldMkLst>
      </pc:sldChg>
      <pc:sldChg chg="modSp add mod">
        <pc:chgData name="Thanh Nguyen" userId="c61a4279c1788c98" providerId="LiveId" clId="{A95755AC-BE0D-455D-836B-92C337DE4D6D}" dt="2023-01-26T04:38:49.427" v="76" actId="207"/>
        <pc:sldMkLst>
          <pc:docMk/>
          <pc:sldMk cId="3185829961" sldId="319"/>
        </pc:sldMkLst>
        <pc:spChg chg="mod">
          <ac:chgData name="Thanh Nguyen" userId="c61a4279c1788c98" providerId="LiveId" clId="{A95755AC-BE0D-455D-836B-92C337DE4D6D}" dt="2023-01-26T04:38:49.427" v="76" actId="207"/>
          <ac:spMkLst>
            <pc:docMk/>
            <pc:sldMk cId="3185829961" sldId="319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30:34.985" v="357" actId="20577"/>
        <pc:sldMkLst>
          <pc:docMk/>
          <pc:sldMk cId="2218820266" sldId="320"/>
        </pc:sldMkLst>
        <pc:spChg chg="mod">
          <ac:chgData name="Thanh Nguyen" userId="c61a4279c1788c98" providerId="LiveId" clId="{A95755AC-BE0D-455D-836B-92C337DE4D6D}" dt="2023-01-26T10:30:34.985" v="357" actId="20577"/>
          <ac:spMkLst>
            <pc:docMk/>
            <pc:sldMk cId="2218820266" sldId="320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0:55.924" v="142" actId="20577"/>
          <ac:spMkLst>
            <pc:docMk/>
            <pc:sldMk cId="2218820266" sldId="320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04:42:29.912" v="151" actId="207"/>
        <pc:sldMkLst>
          <pc:docMk/>
          <pc:sldMk cId="1471037018" sldId="321"/>
        </pc:sldMkLst>
        <pc:spChg chg="mod">
          <ac:chgData name="Thanh Nguyen" userId="c61a4279c1788c98" providerId="LiveId" clId="{A95755AC-BE0D-455D-836B-92C337DE4D6D}" dt="2023-01-26T04:42:29.912" v="151" actId="207"/>
          <ac:spMkLst>
            <pc:docMk/>
            <pc:sldMk cId="1471037018" sldId="321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5:58.864" v="492" actId="14100"/>
        <pc:sldMkLst>
          <pc:docMk/>
          <pc:sldMk cId="0" sldId="348"/>
        </pc:sldMkLst>
        <pc:spChg chg="mod">
          <ac:chgData name="Thanh Nguyen" userId="c61a4279c1788c98" providerId="LiveId" clId="{A95755AC-BE0D-455D-836B-92C337DE4D6D}" dt="2023-01-26T10:55:58.864" v="492" actId="14100"/>
          <ac:spMkLst>
            <pc:docMk/>
            <pc:sldMk cId="0" sldId="348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48"/>
            <ac:spMk id="4" creationId="{00000000-0000-0000-0000-000000000000}"/>
          </ac:spMkLst>
        </pc:spChg>
        <pc:picChg chg="mod">
          <ac:chgData name="Thanh Nguyen" userId="c61a4279c1788c98" providerId="LiveId" clId="{A95755AC-BE0D-455D-836B-92C337DE4D6D}" dt="2023-01-26T10:51:58.866" v="451" actId="14100"/>
          <ac:picMkLst>
            <pc:docMk/>
            <pc:sldMk cId="0" sldId="348"/>
            <ac:picMk id="5" creationId="{00000000-0000-0000-0000-000000000000}"/>
          </ac:picMkLst>
        </pc:picChg>
      </pc:sldChg>
      <pc:sldChg chg="modSp add mod">
        <pc:chgData name="Thanh Nguyen" userId="c61a4279c1788c98" providerId="LiveId" clId="{A95755AC-BE0D-455D-836B-92C337DE4D6D}" dt="2023-01-26T10:56:14.897" v="496" actId="14100"/>
        <pc:sldMkLst>
          <pc:docMk/>
          <pc:sldMk cId="0" sldId="349"/>
        </pc:sldMkLst>
        <pc:spChg chg="mod">
          <ac:chgData name="Thanh Nguyen" userId="c61a4279c1788c98" providerId="LiveId" clId="{A95755AC-BE0D-455D-836B-92C337DE4D6D}" dt="2023-01-26T10:56:14.897" v="496" actId="14100"/>
          <ac:spMkLst>
            <pc:docMk/>
            <pc:sldMk cId="0" sldId="349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3:35.855" v="286" actId="207"/>
          <ac:spMkLst>
            <pc:docMk/>
            <pc:sldMk cId="0" sldId="349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49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6:30.313" v="499" actId="14100"/>
        <pc:sldMkLst>
          <pc:docMk/>
          <pc:sldMk cId="0" sldId="351"/>
        </pc:sldMkLst>
        <pc:spChg chg="mod">
          <ac:chgData name="Thanh Nguyen" userId="c61a4279c1788c98" providerId="LiveId" clId="{A95755AC-BE0D-455D-836B-92C337DE4D6D}" dt="2023-01-26T10:56:30.313" v="499" actId="14100"/>
          <ac:spMkLst>
            <pc:docMk/>
            <pc:sldMk cId="0" sldId="351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4:57.406" v="302" actId="207"/>
          <ac:spMkLst>
            <pc:docMk/>
            <pc:sldMk cId="0" sldId="351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1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7:26.323" v="510" actId="403"/>
        <pc:sldMkLst>
          <pc:docMk/>
          <pc:sldMk cId="0" sldId="352"/>
        </pc:sldMkLst>
        <pc:spChg chg="mod">
          <ac:chgData name="Thanh Nguyen" userId="c61a4279c1788c98" providerId="LiveId" clId="{A95755AC-BE0D-455D-836B-92C337DE4D6D}" dt="2023-01-26T10:57:26.323" v="510" actId="403"/>
          <ac:spMkLst>
            <pc:docMk/>
            <pc:sldMk cId="0" sldId="352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30:01.987" v="328" actId="20577"/>
          <ac:spMkLst>
            <pc:docMk/>
            <pc:sldMk cId="0" sldId="352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2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6:53.395" v="503" actId="403"/>
        <pc:sldMkLst>
          <pc:docMk/>
          <pc:sldMk cId="0" sldId="353"/>
        </pc:sldMkLst>
        <pc:spChg chg="mod">
          <ac:chgData name="Thanh Nguyen" userId="c61a4279c1788c98" providerId="LiveId" clId="{A95755AC-BE0D-455D-836B-92C337DE4D6D}" dt="2023-01-26T10:56:53.395" v="503" actId="403"/>
          <ac:spMkLst>
            <pc:docMk/>
            <pc:sldMk cId="0" sldId="353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8:11.696" v="315" actId="1035"/>
          <ac:spMkLst>
            <pc:docMk/>
            <pc:sldMk cId="0" sldId="353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3"/>
            <ac:spMk id="4" creationId="{00000000-0000-0000-0000-000000000000}"/>
          </ac:spMkLst>
        </pc:spChg>
      </pc:sldChg>
      <pc:sldChg chg="delSp modSp add mod">
        <pc:chgData name="Thanh Nguyen" userId="c61a4279c1788c98" providerId="LiveId" clId="{A95755AC-BE0D-455D-836B-92C337DE4D6D}" dt="2023-01-26T10:55:26.951" v="484" actId="14100"/>
        <pc:sldMkLst>
          <pc:docMk/>
          <pc:sldMk cId="0" sldId="354"/>
        </pc:sldMkLst>
        <pc:spChg chg="mod">
          <ac:chgData name="Thanh Nguyen" userId="c61a4279c1788c98" providerId="LiveId" clId="{A95755AC-BE0D-455D-836B-92C337DE4D6D}" dt="2023-01-26T10:55:26.951" v="484" actId="14100"/>
          <ac:spMkLst>
            <pc:docMk/>
            <pc:sldMk cId="0" sldId="354"/>
            <ac:spMk id="2" creationId="{00000000-0000-0000-0000-000000000000}"/>
          </ac:spMkLst>
        </pc:spChg>
        <pc:spChg chg="del">
          <ac:chgData name="Thanh Nguyen" userId="c61a4279c1788c98" providerId="LiveId" clId="{A95755AC-BE0D-455D-836B-92C337DE4D6D}" dt="2023-01-26T10:51:32.312" v="448" actId="478"/>
          <ac:spMkLst>
            <pc:docMk/>
            <pc:sldMk cId="0" sldId="354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4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7:07.257" v="505" actId="14100"/>
        <pc:sldMkLst>
          <pc:docMk/>
          <pc:sldMk cId="0" sldId="355"/>
        </pc:sldMkLst>
        <pc:spChg chg="mod">
          <ac:chgData name="Thanh Nguyen" userId="c61a4279c1788c98" providerId="LiveId" clId="{A95755AC-BE0D-455D-836B-92C337DE4D6D}" dt="2023-01-26T10:57:07.257" v="505" actId="14100"/>
          <ac:spMkLst>
            <pc:docMk/>
            <pc:sldMk cId="0" sldId="355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7:38.884" v="312" actId="14100"/>
          <ac:spMkLst>
            <pc:docMk/>
            <pc:sldMk cId="0" sldId="355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5"/>
            <ac:spMk id="4" creationId="{00000000-0000-0000-0000-000000000000}"/>
          </ac:spMkLst>
        </pc:spChg>
      </pc:sldChg>
      <pc:sldChg chg="modSp add">
        <pc:chgData name="Thanh Nguyen" userId="c61a4279c1788c98" providerId="LiveId" clId="{A95755AC-BE0D-455D-836B-92C337DE4D6D}" dt="2023-01-26T10:57:48.180" v="516" actId="403"/>
        <pc:sldMkLst>
          <pc:docMk/>
          <pc:sldMk cId="0" sldId="358"/>
        </pc:sldMkLst>
        <pc:spChg chg="mod">
          <ac:chgData name="Thanh Nguyen" userId="c61a4279c1788c98" providerId="LiveId" clId="{A95755AC-BE0D-455D-836B-92C337DE4D6D}" dt="2023-01-26T10:57:48.180" v="516" actId="403"/>
          <ac:spMkLst>
            <pc:docMk/>
            <pc:sldMk cId="0" sldId="358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0" sldId="358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45:06.858" v="418" actId="12"/>
        <pc:sldMkLst>
          <pc:docMk/>
          <pc:sldMk cId="1643373164" sldId="359"/>
        </pc:sldMkLst>
        <pc:spChg chg="mod">
          <ac:chgData name="Thanh Nguyen" userId="c61a4279c1788c98" providerId="LiveId" clId="{A95755AC-BE0D-455D-836B-92C337DE4D6D}" dt="2023-01-26T10:41:18.098" v="399" actId="14100"/>
          <ac:spMkLst>
            <pc:docMk/>
            <pc:sldMk cId="1643373164" sldId="359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5:06.858" v="418" actId="12"/>
          <ac:spMkLst>
            <pc:docMk/>
            <pc:sldMk cId="1643373164" sldId="359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9:26.822" v="196"/>
          <ac:spMkLst>
            <pc:docMk/>
            <pc:sldMk cId="1643373164" sldId="359"/>
            <ac:spMk id="4" creationId="{00000000-0000-0000-0000-000000000000}"/>
          </ac:spMkLst>
        </pc:spChg>
        <pc:picChg chg="mod">
          <ac:chgData name="Thanh Nguyen" userId="c61a4279c1788c98" providerId="LiveId" clId="{A95755AC-BE0D-455D-836B-92C337DE4D6D}" dt="2023-01-26T10:36:57.047" v="387" actId="1036"/>
          <ac:picMkLst>
            <pc:docMk/>
            <pc:sldMk cId="1643373164" sldId="359"/>
            <ac:picMk id="5" creationId="{00000000-0000-0000-0000-000000000000}"/>
          </ac:picMkLst>
        </pc:picChg>
      </pc:sldChg>
      <pc:sldChg chg="modSp add mod">
        <pc:chgData name="Thanh Nguyen" userId="c61a4279c1788c98" providerId="LiveId" clId="{A95755AC-BE0D-455D-836B-92C337DE4D6D}" dt="2023-01-26T10:45:19.355" v="419" actId="12"/>
        <pc:sldMkLst>
          <pc:docMk/>
          <pc:sldMk cId="4132240441" sldId="360"/>
        </pc:sldMkLst>
        <pc:spChg chg="mod">
          <ac:chgData name="Thanh Nguyen" userId="c61a4279c1788c98" providerId="LiveId" clId="{A95755AC-BE0D-455D-836B-92C337DE4D6D}" dt="2023-01-26T10:41:37.935" v="401" actId="1037"/>
          <ac:spMkLst>
            <pc:docMk/>
            <pc:sldMk cId="4132240441" sldId="360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5:19.355" v="419" actId="12"/>
          <ac:spMkLst>
            <pc:docMk/>
            <pc:sldMk cId="4132240441" sldId="360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4132240441" sldId="360"/>
            <ac:spMk id="4" creationId="{00000000-0000-0000-0000-000000000000}"/>
          </ac:spMkLst>
        </pc:spChg>
      </pc:sldChg>
      <pc:sldChg chg="addSp delSp modSp add mod">
        <pc:chgData name="Thanh Nguyen" userId="c61a4279c1788c98" providerId="LiveId" clId="{A95755AC-BE0D-455D-836B-92C337DE4D6D}" dt="2023-01-26T10:45:30.087" v="420" actId="12"/>
        <pc:sldMkLst>
          <pc:docMk/>
          <pc:sldMk cId="3188492944" sldId="361"/>
        </pc:sldMkLst>
        <pc:spChg chg="del">
          <ac:chgData name="Thanh Nguyen" userId="c61a4279c1788c98" providerId="LiveId" clId="{A95755AC-BE0D-455D-836B-92C337DE4D6D}" dt="2023-01-26T10:41:58.345" v="402" actId="478"/>
          <ac:spMkLst>
            <pc:docMk/>
            <pc:sldMk cId="3188492944" sldId="361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5:30.087" v="420" actId="12"/>
          <ac:spMkLst>
            <pc:docMk/>
            <pc:sldMk cId="3188492944" sldId="361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3188492944" sldId="361"/>
            <ac:spMk id="4" creationId="{00000000-0000-0000-0000-000000000000}"/>
          </ac:spMkLst>
        </pc:spChg>
        <pc:spChg chg="add del mod">
          <ac:chgData name="Thanh Nguyen" userId="c61a4279c1788c98" providerId="LiveId" clId="{A95755AC-BE0D-455D-836B-92C337DE4D6D}" dt="2023-01-26T10:42:07.388" v="404" actId="478"/>
          <ac:spMkLst>
            <pc:docMk/>
            <pc:sldMk cId="3188492944" sldId="361"/>
            <ac:spMk id="6" creationId="{F260A5B8-996E-36DD-F6D9-260BA994459F}"/>
          </ac:spMkLst>
        </pc:spChg>
        <pc:spChg chg="add mod">
          <ac:chgData name="Thanh Nguyen" userId="c61a4279c1788c98" providerId="LiveId" clId="{A95755AC-BE0D-455D-836B-92C337DE4D6D}" dt="2023-01-26T10:42:01.206" v="403"/>
          <ac:spMkLst>
            <pc:docMk/>
            <pc:sldMk cId="3188492944" sldId="361"/>
            <ac:spMk id="7" creationId="{1F7A2B12-A341-0CC0-243E-C7043D0C938D}"/>
          </ac:spMkLst>
        </pc:spChg>
      </pc:sldChg>
      <pc:sldChg chg="addSp delSp modSp add mod">
        <pc:chgData name="Thanh Nguyen" userId="c61a4279c1788c98" providerId="LiveId" clId="{A95755AC-BE0D-455D-836B-92C337DE4D6D}" dt="2023-01-26T10:45:49.956" v="424" actId="12"/>
        <pc:sldMkLst>
          <pc:docMk/>
          <pc:sldMk cId="2214274498" sldId="362"/>
        </pc:sldMkLst>
        <pc:spChg chg="del">
          <ac:chgData name="Thanh Nguyen" userId="c61a4279c1788c98" providerId="LiveId" clId="{A95755AC-BE0D-455D-836B-92C337DE4D6D}" dt="2023-01-26T10:42:13.922" v="405" actId="478"/>
          <ac:spMkLst>
            <pc:docMk/>
            <pc:sldMk cId="2214274498" sldId="362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5:49.956" v="424" actId="12"/>
          <ac:spMkLst>
            <pc:docMk/>
            <pc:sldMk cId="2214274498" sldId="362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2214274498" sldId="362"/>
            <ac:spMk id="4" creationId="{00000000-0000-0000-0000-000000000000}"/>
          </ac:spMkLst>
        </pc:spChg>
        <pc:spChg chg="add del mod">
          <ac:chgData name="Thanh Nguyen" userId="c61a4279c1788c98" providerId="LiveId" clId="{A95755AC-BE0D-455D-836B-92C337DE4D6D}" dt="2023-01-26T10:42:23.040" v="406" actId="478"/>
          <ac:spMkLst>
            <pc:docMk/>
            <pc:sldMk cId="2214274498" sldId="362"/>
            <ac:spMk id="6" creationId="{8E42036F-EFE9-E3AA-A0EE-A5D3F3AF6057}"/>
          </ac:spMkLst>
        </pc:spChg>
        <pc:spChg chg="add mod">
          <ac:chgData name="Thanh Nguyen" userId="c61a4279c1788c98" providerId="LiveId" clId="{A95755AC-BE0D-455D-836B-92C337DE4D6D}" dt="2023-01-26T10:42:24.175" v="407"/>
          <ac:spMkLst>
            <pc:docMk/>
            <pc:sldMk cId="2214274498" sldId="362"/>
            <ac:spMk id="7" creationId="{F91F7562-A1E6-AE15-AFB1-8C4FACFF42E2}"/>
          </ac:spMkLst>
        </pc:spChg>
      </pc:sldChg>
      <pc:sldChg chg="modSp add mod">
        <pc:chgData name="Thanh Nguyen" userId="c61a4279c1788c98" providerId="LiveId" clId="{A95755AC-BE0D-455D-836B-92C337DE4D6D}" dt="2023-01-26T10:48:30.351" v="437" actId="20577"/>
        <pc:sldMkLst>
          <pc:docMk/>
          <pc:sldMk cId="4059528358" sldId="363"/>
        </pc:sldMkLst>
        <pc:spChg chg="mod">
          <ac:chgData name="Thanh Nguyen" userId="c61a4279c1788c98" providerId="LiveId" clId="{A95755AC-BE0D-455D-836B-92C337DE4D6D}" dt="2023-01-26T04:58:15.735" v="245" actId="404"/>
          <ac:spMkLst>
            <pc:docMk/>
            <pc:sldMk cId="4059528358" sldId="363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8:30.351" v="437" actId="20577"/>
          <ac:spMkLst>
            <pc:docMk/>
            <pc:sldMk cId="4059528358" sldId="363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4059528358" sldId="363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47:23.505" v="429" actId="12"/>
        <pc:sldMkLst>
          <pc:docMk/>
          <pc:sldMk cId="515027113" sldId="364"/>
        </pc:sldMkLst>
        <pc:spChg chg="mod">
          <ac:chgData name="Thanh Nguyen" userId="c61a4279c1788c98" providerId="LiveId" clId="{A95755AC-BE0D-455D-836B-92C337DE4D6D}" dt="2023-01-26T10:43:11.392" v="410" actId="14100"/>
          <ac:spMkLst>
            <pc:docMk/>
            <pc:sldMk cId="515027113" sldId="364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47:23.505" v="429" actId="12"/>
          <ac:spMkLst>
            <pc:docMk/>
            <pc:sldMk cId="515027113" sldId="364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01:32.317" v="269" actId="14100"/>
          <ac:spMkLst>
            <pc:docMk/>
            <pc:sldMk cId="515027113" sldId="364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2:44.034" v="456" actId="14100"/>
        <pc:sldMkLst>
          <pc:docMk/>
          <pc:sldMk cId="3146541153" sldId="365"/>
        </pc:sldMkLst>
        <pc:spChg chg="mod">
          <ac:chgData name="Thanh Nguyen" userId="c61a4279c1788c98" providerId="LiveId" clId="{A95755AC-BE0D-455D-836B-92C337DE4D6D}" dt="2023-01-26T10:52:44.034" v="456" actId="14100"/>
          <ac:spMkLst>
            <pc:docMk/>
            <pc:sldMk cId="3146541153" sldId="365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0:43.642" v="443" actId="12"/>
          <ac:spMkLst>
            <pc:docMk/>
            <pc:sldMk cId="3146541153" sldId="365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3146541153" sldId="365"/>
            <ac:spMk id="4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2:34.130" v="276" actId="207"/>
          <ac:spMkLst>
            <pc:docMk/>
            <pc:sldMk cId="3146541153" sldId="365"/>
            <ac:spMk id="7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3:08.001" v="460" actId="14100"/>
        <pc:sldMkLst>
          <pc:docMk/>
          <pc:sldMk cId="1069414697" sldId="366"/>
        </pc:sldMkLst>
        <pc:spChg chg="mod">
          <ac:chgData name="Thanh Nguyen" userId="c61a4279c1788c98" providerId="LiveId" clId="{A95755AC-BE0D-455D-836B-92C337DE4D6D}" dt="2023-01-26T10:53:08.001" v="460" actId="14100"/>
          <ac:spMkLst>
            <pc:docMk/>
            <pc:sldMk cId="1069414697" sldId="366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0:56.674" v="444" actId="12"/>
          <ac:spMkLst>
            <pc:docMk/>
            <pc:sldMk cId="1069414697" sldId="366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1069414697" sldId="366"/>
            <ac:spMk id="4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2:43.583" v="277" actId="207"/>
          <ac:spMkLst>
            <pc:docMk/>
            <pc:sldMk cId="1069414697" sldId="366"/>
            <ac:spMk id="6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3:43.209" v="465" actId="403"/>
        <pc:sldMkLst>
          <pc:docMk/>
          <pc:sldMk cId="1917276131" sldId="367"/>
        </pc:sldMkLst>
        <pc:spChg chg="mod">
          <ac:chgData name="Thanh Nguyen" userId="c61a4279c1788c98" providerId="LiveId" clId="{A95755AC-BE0D-455D-836B-92C337DE4D6D}" dt="2023-01-26T10:53:43.209" v="465" actId="403"/>
          <ac:spMkLst>
            <pc:docMk/>
            <pc:sldMk cId="1917276131" sldId="367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1:04.099" v="445" actId="12"/>
          <ac:spMkLst>
            <pc:docMk/>
            <pc:sldMk cId="1917276131" sldId="367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1917276131" sldId="367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4:01.195" v="469" actId="14100"/>
        <pc:sldMkLst>
          <pc:docMk/>
          <pc:sldMk cId="2208513169" sldId="368"/>
        </pc:sldMkLst>
        <pc:spChg chg="mod">
          <ac:chgData name="Thanh Nguyen" userId="c61a4279c1788c98" providerId="LiveId" clId="{A95755AC-BE0D-455D-836B-92C337DE4D6D}" dt="2023-01-26T10:54:01.195" v="469" actId="14100"/>
          <ac:spMkLst>
            <pc:docMk/>
            <pc:sldMk cId="2208513169" sldId="368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1:10.134" v="446" actId="12"/>
          <ac:spMkLst>
            <pc:docMk/>
            <pc:sldMk cId="2208513169" sldId="368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2208513169" sldId="368"/>
            <ac:spMk id="4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2:49.760" v="278" actId="207"/>
          <ac:spMkLst>
            <pc:docMk/>
            <pc:sldMk cId="2208513169" sldId="368"/>
            <ac:spMk id="7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4:20.246" v="473" actId="403"/>
        <pc:sldMkLst>
          <pc:docMk/>
          <pc:sldMk cId="1285681636" sldId="369"/>
        </pc:sldMkLst>
        <pc:spChg chg="mod">
          <ac:chgData name="Thanh Nguyen" userId="c61a4279c1788c98" providerId="LiveId" clId="{A95755AC-BE0D-455D-836B-92C337DE4D6D}" dt="2023-01-26T10:54:20.246" v="473" actId="403"/>
          <ac:spMkLst>
            <pc:docMk/>
            <pc:sldMk cId="1285681636" sldId="369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1:15.528" v="447" actId="12"/>
          <ac:spMkLst>
            <pc:docMk/>
            <pc:sldMk cId="1285681636" sldId="369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1285681636" sldId="369"/>
            <ac:spMk id="4" creationId="{00000000-0000-0000-0000-000000000000}"/>
          </ac:spMkLst>
        </pc:spChg>
        <pc:spChg chg="mod">
          <ac:chgData name="Thanh Nguyen" userId="c61a4279c1788c98" providerId="LiveId" clId="{A95755AC-BE0D-455D-836B-92C337DE4D6D}" dt="2023-01-26T05:22:55.962" v="279" actId="207"/>
          <ac:spMkLst>
            <pc:docMk/>
            <pc:sldMk cId="1285681636" sldId="369"/>
            <ac:spMk id="7" creationId="{00000000-0000-0000-0000-000000000000}"/>
          </ac:spMkLst>
        </pc:spChg>
      </pc:sldChg>
      <pc:sldChg chg="modSp add">
        <pc:chgData name="Thanh Nguyen" userId="c61a4279c1788c98" providerId="LiveId" clId="{A95755AC-BE0D-455D-836B-92C337DE4D6D}" dt="2023-01-26T10:54:39.177" v="477" actId="403"/>
        <pc:sldMkLst>
          <pc:docMk/>
          <pc:sldMk cId="4100547314" sldId="370"/>
        </pc:sldMkLst>
        <pc:spChg chg="mod">
          <ac:chgData name="Thanh Nguyen" userId="c61a4279c1788c98" providerId="LiveId" clId="{A95755AC-BE0D-455D-836B-92C337DE4D6D}" dt="2023-01-26T10:54:39.177" v="477" actId="403"/>
          <ac:spMkLst>
            <pc:docMk/>
            <pc:sldMk cId="4100547314" sldId="370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4100547314" sldId="370"/>
            <ac:spMk id="4" creationId="{00000000-0000-0000-0000-000000000000}"/>
          </ac:spMkLst>
        </pc:spChg>
      </pc:sldChg>
      <pc:sldChg chg="modSp mod">
        <pc:chgData name="Thanh Nguyen" userId="c61a4279c1788c98" providerId="LiveId" clId="{A95755AC-BE0D-455D-836B-92C337DE4D6D}" dt="2023-01-26T10:31:08.283" v="370" actId="20577"/>
        <pc:sldMkLst>
          <pc:docMk/>
          <pc:sldMk cId="1830303342" sldId="374"/>
        </pc:sldMkLst>
        <pc:spChg chg="mod">
          <ac:chgData name="Thanh Nguyen" userId="c61a4279c1788c98" providerId="LiveId" clId="{A95755AC-BE0D-455D-836B-92C337DE4D6D}" dt="2023-01-26T10:31:08.283" v="370" actId="20577"/>
          <ac:spMkLst>
            <pc:docMk/>
            <pc:sldMk cId="1830303342" sldId="374"/>
            <ac:spMk id="2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04:45:45.137" v="176" actId="14100"/>
        <pc:sldMkLst>
          <pc:docMk/>
          <pc:sldMk cId="758957271" sldId="375"/>
        </pc:sldMkLst>
        <pc:spChg chg="mod">
          <ac:chgData name="Thanh Nguyen" userId="c61a4279c1788c98" providerId="LiveId" clId="{A95755AC-BE0D-455D-836B-92C337DE4D6D}" dt="2023-01-26T04:45:45.137" v="176" actId="14100"/>
          <ac:spMkLst>
            <pc:docMk/>
            <pc:sldMk cId="758957271" sldId="375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5:20.094" v="160"/>
          <ac:spMkLst>
            <pc:docMk/>
            <pc:sldMk cId="758957271" sldId="375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32:43.982" v="374" actId="403"/>
        <pc:sldMkLst>
          <pc:docMk/>
          <pc:sldMk cId="0" sldId="376"/>
        </pc:sldMkLst>
        <pc:spChg chg="mod">
          <ac:chgData name="Thanh Nguyen" userId="c61a4279c1788c98" providerId="LiveId" clId="{A95755AC-BE0D-455D-836B-92C337DE4D6D}" dt="2023-01-26T10:32:43.982" v="374" actId="403"/>
          <ac:spMkLst>
            <pc:docMk/>
            <pc:sldMk cId="0" sldId="376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9:26.822" v="196"/>
          <ac:spMkLst>
            <pc:docMk/>
            <pc:sldMk cId="0" sldId="376"/>
            <ac:spMk id="4" creationId="{00000000-0000-0000-0000-000000000000}"/>
          </ac:spMkLst>
        </pc:spChg>
        <pc:graphicFrameChg chg="mod modGraphic">
          <ac:chgData name="Thanh Nguyen" userId="c61a4279c1788c98" providerId="LiveId" clId="{A95755AC-BE0D-455D-836B-92C337DE4D6D}" dt="2023-01-26T04:50:12.156" v="200" actId="1076"/>
          <ac:graphicFrameMkLst>
            <pc:docMk/>
            <pc:sldMk cId="0" sldId="376"/>
            <ac:graphicFrameMk id="5" creationId="{00000000-0000-0000-0000-000000000000}"/>
          </ac:graphicFrameMkLst>
        </pc:graphicFrameChg>
      </pc:sldChg>
      <pc:sldChg chg="modSp add mod">
        <pc:chgData name="Thanh Nguyen" userId="c61a4279c1788c98" providerId="LiveId" clId="{A95755AC-BE0D-455D-836B-92C337DE4D6D}" dt="2023-01-26T10:33:33.045" v="379" actId="1035"/>
        <pc:sldMkLst>
          <pc:docMk/>
          <pc:sldMk cId="0" sldId="377"/>
        </pc:sldMkLst>
        <pc:spChg chg="mod">
          <ac:chgData name="Thanh Nguyen" userId="c61a4279c1788c98" providerId="LiveId" clId="{A95755AC-BE0D-455D-836B-92C337DE4D6D}" dt="2023-01-26T10:33:33.045" v="379" actId="1035"/>
          <ac:spMkLst>
            <pc:docMk/>
            <pc:sldMk cId="0" sldId="377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49:26.822" v="196"/>
          <ac:spMkLst>
            <pc:docMk/>
            <pc:sldMk cId="0" sldId="377"/>
            <ac:spMk id="4" creationId="{00000000-0000-0000-0000-000000000000}"/>
          </ac:spMkLst>
        </pc:spChg>
      </pc:sldChg>
      <pc:sldChg chg="modSp add mod">
        <pc:chgData name="Thanh Nguyen" userId="c61a4279c1788c98" providerId="LiveId" clId="{A95755AC-BE0D-455D-836B-92C337DE4D6D}" dt="2023-01-26T10:50:26.441" v="442" actId="255"/>
        <pc:sldMkLst>
          <pc:docMk/>
          <pc:sldMk cId="2043795212" sldId="378"/>
        </pc:sldMkLst>
        <pc:spChg chg="mod">
          <ac:chgData name="Thanh Nguyen" userId="c61a4279c1788c98" providerId="LiveId" clId="{A95755AC-BE0D-455D-836B-92C337DE4D6D}" dt="2023-01-26T10:43:36.553" v="412" actId="14100"/>
          <ac:spMkLst>
            <pc:docMk/>
            <pc:sldMk cId="2043795212" sldId="378"/>
            <ac:spMk id="2" creationId="{00000000-0000-0000-0000-000000000000}"/>
          </ac:spMkLst>
        </pc:spChg>
        <pc:spChg chg="mod">
          <ac:chgData name="Thanh Nguyen" userId="c61a4279c1788c98" providerId="LiveId" clId="{A95755AC-BE0D-455D-836B-92C337DE4D6D}" dt="2023-01-26T10:50:26.441" v="442" actId="255"/>
          <ac:spMkLst>
            <pc:docMk/>
            <pc:sldMk cId="2043795212" sldId="378"/>
            <ac:spMk id="3" creationId="{00000000-0000-0000-0000-000000000000}"/>
          </ac:spMkLst>
        </pc:spChg>
        <pc:spChg chg="mod">
          <ac:chgData name="Thanh Nguyen" userId="c61a4279c1788c98" providerId="LiveId" clId="{A95755AC-BE0D-455D-836B-92C337DE4D6D}" dt="2023-01-26T04:54:30.749" v="222"/>
          <ac:spMkLst>
            <pc:docMk/>
            <pc:sldMk cId="2043795212" sldId="378"/>
            <ac:spMk id="4" creationId="{00000000-0000-0000-0000-000000000000}"/>
          </ac:spMkLst>
        </pc:spChg>
      </pc:sldChg>
      <pc:sldChg chg="add">
        <pc:chgData name="Thanh Nguyen" userId="c61a4279c1788c98" providerId="LiveId" clId="{A95755AC-BE0D-455D-836B-92C337DE4D6D}" dt="2023-01-26T10:25:59.214" v="332"/>
        <pc:sldMkLst>
          <pc:docMk/>
          <pc:sldMk cId="1962613093" sldId="379"/>
        </pc:sldMkLst>
      </pc:sldChg>
    </pc:docChg>
  </pc:docChgLst>
  <pc:docChgLst>
    <pc:chgData name="Thanh Nguyen" userId="c61a4279c1788c98" providerId="LiveId" clId="{BC31FEDF-53C9-4212-BF3E-229B77C17DC6}"/>
    <pc:docChg chg="undo custSel addSld delSld modSld sldOrd modMainMaster">
      <pc:chgData name="Thanh Nguyen" userId="c61a4279c1788c98" providerId="LiveId" clId="{BC31FEDF-53C9-4212-BF3E-229B77C17DC6}" dt="2023-01-26T04:28:47.274" v="696" actId="20577"/>
      <pc:docMkLst>
        <pc:docMk/>
      </pc:docMkLst>
      <pc:sldChg chg="delSp modSp mod">
        <pc:chgData name="Thanh Nguyen" userId="c61a4279c1788c98" providerId="LiveId" clId="{BC31FEDF-53C9-4212-BF3E-229B77C17DC6}" dt="2023-01-26T02:42:07.898" v="348" actId="20577"/>
        <pc:sldMkLst>
          <pc:docMk/>
          <pc:sldMk cId="0" sldId="256"/>
        </pc:sldMkLst>
        <pc:spChg chg="del">
          <ac:chgData name="Thanh Nguyen" userId="c61a4279c1788c98" providerId="LiveId" clId="{BC31FEDF-53C9-4212-BF3E-229B77C17DC6}" dt="2023-01-26T02:33:34.888" v="282" actId="478"/>
          <ac:spMkLst>
            <pc:docMk/>
            <pc:sldMk cId="0" sldId="256"/>
            <ac:spMk id="10" creationId="{8393CB39-6597-4707-A01B-E37DA55F759D}"/>
          </ac:spMkLst>
        </pc:spChg>
        <pc:spChg chg="mod">
          <ac:chgData name="Thanh Nguyen" userId="c61a4279c1788c98" providerId="LiveId" clId="{BC31FEDF-53C9-4212-BF3E-229B77C17DC6}" dt="2023-01-26T02:42:07.898" v="348" actId="20577"/>
          <ac:spMkLst>
            <pc:docMk/>
            <pc:sldMk cId="0" sldId="256"/>
            <ac:spMk id="13" creationId="{53790325-B58E-4728-B24E-554BE1BF63C8}"/>
          </ac:spMkLst>
        </pc:spChg>
        <pc:spChg chg="mod">
          <ac:chgData name="Thanh Nguyen" userId="c61a4279c1788c98" providerId="LiveId" clId="{BC31FEDF-53C9-4212-BF3E-229B77C17DC6}" dt="2023-01-26T02:36:06.356" v="314" actId="20577"/>
          <ac:spMkLst>
            <pc:docMk/>
            <pc:sldMk cId="0" sldId="256"/>
            <ac:spMk id="14" creationId="{A353FA91-F528-4ED2-A28C-F09225294E26}"/>
          </ac:spMkLst>
        </pc:spChg>
      </pc:sldChg>
      <pc:sldChg chg="delSp modSp mod addAnim delAnim modAnim">
        <pc:chgData name="Thanh Nguyen" userId="c61a4279c1788c98" providerId="LiveId" clId="{BC31FEDF-53C9-4212-BF3E-229B77C17DC6}" dt="2023-01-26T02:33:37.971" v="283" actId="478"/>
        <pc:sldMkLst>
          <pc:docMk/>
          <pc:sldMk cId="0" sldId="257"/>
        </pc:sldMkLst>
        <pc:spChg chg="mod">
          <ac:chgData name="Thanh Nguyen" userId="c61a4279c1788c98" providerId="LiveId" clId="{BC31FEDF-53C9-4212-BF3E-229B77C17DC6}" dt="2023-01-26T02:30:21.235" v="209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Thanh Nguyen" userId="c61a4279c1788c98" providerId="LiveId" clId="{BC31FEDF-53C9-4212-BF3E-229B77C17DC6}" dt="2023-01-26T02:27:02.648" v="19" actId="20577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Thanh Nguyen" userId="c61a4279c1788c98" providerId="LiveId" clId="{BC31FEDF-53C9-4212-BF3E-229B77C17DC6}" dt="2023-01-26T02:33:37.971" v="283" actId="478"/>
          <ac:spMkLst>
            <pc:docMk/>
            <pc:sldMk cId="0" sldId="257"/>
            <ac:spMk id="6" creationId="{C0BF6B80-D72A-26A6-B2B0-D69A2F6F6CD0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0" sldId="258"/>
        </pc:sldMkLst>
      </pc:sldChg>
      <pc:sldChg chg="delSp modSp mod modAnim">
        <pc:chgData name="Thanh Nguyen" userId="c61a4279c1788c98" providerId="LiveId" clId="{BC31FEDF-53C9-4212-BF3E-229B77C17DC6}" dt="2023-01-26T04:28:47.274" v="696" actId="20577"/>
        <pc:sldMkLst>
          <pc:docMk/>
          <pc:sldMk cId="429276294" sldId="263"/>
        </pc:sldMkLst>
        <pc:spChg chg="mod">
          <ac:chgData name="Thanh Nguyen" userId="c61a4279c1788c98" providerId="LiveId" clId="{BC31FEDF-53C9-4212-BF3E-229B77C17DC6}" dt="2023-01-26T04:28:47.274" v="696" actId="20577"/>
          <ac:spMkLst>
            <pc:docMk/>
            <pc:sldMk cId="429276294" sldId="263"/>
            <ac:spMk id="2" creationId="{00000000-0000-0000-0000-000000000000}"/>
          </ac:spMkLst>
        </pc:spChg>
        <pc:spChg chg="del">
          <ac:chgData name="Thanh Nguyen" userId="c61a4279c1788c98" providerId="LiveId" clId="{BC31FEDF-53C9-4212-BF3E-229B77C17DC6}" dt="2023-01-26T02:33:55.406" v="289" actId="478"/>
          <ac:spMkLst>
            <pc:docMk/>
            <pc:sldMk cId="429276294" sldId="263"/>
            <ac:spMk id="7" creationId="{5DFEBD0B-9FC9-D012-F4BE-1C6F2261D426}"/>
          </ac:spMkLst>
        </pc:spChg>
        <pc:spChg chg="mod">
          <ac:chgData name="Thanh Nguyen" userId="c61a4279c1788c98" providerId="LiveId" clId="{BC31FEDF-53C9-4212-BF3E-229B77C17DC6}" dt="2023-01-26T04:25:41.079" v="646" actId="20577"/>
          <ac:spMkLst>
            <pc:docMk/>
            <pc:sldMk cId="429276294" sldId="263"/>
            <ac:spMk id="8" creationId="{89265F64-D9A5-49CB-AAB0-26A48ABDC13B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087816203" sldId="264"/>
        </pc:sldMkLst>
      </pc:sldChg>
      <pc:sldChg chg="delSp modSp mod">
        <pc:chgData name="Thanh Nguyen" userId="c61a4279c1788c98" providerId="LiveId" clId="{BC31FEDF-53C9-4212-BF3E-229B77C17DC6}" dt="2023-01-26T04:09:41.262" v="373" actId="403"/>
        <pc:sldMkLst>
          <pc:docMk/>
          <pc:sldMk cId="1384187814" sldId="267"/>
        </pc:sldMkLst>
        <pc:spChg chg="mod">
          <ac:chgData name="Thanh Nguyen" userId="c61a4279c1788c98" providerId="LiveId" clId="{BC31FEDF-53C9-4212-BF3E-229B77C17DC6}" dt="2023-01-26T04:08:38.574" v="349"/>
          <ac:spMkLst>
            <pc:docMk/>
            <pc:sldMk cId="1384187814" sldId="267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09:41.262" v="373" actId="403"/>
          <ac:spMkLst>
            <pc:docMk/>
            <pc:sldMk cId="1384187814" sldId="267"/>
            <ac:spMk id="3" creationId="{00000000-0000-0000-0000-000000000000}"/>
          </ac:spMkLst>
        </pc:spChg>
        <pc:spChg chg="del">
          <ac:chgData name="Thanh Nguyen" userId="c61a4279c1788c98" providerId="LiveId" clId="{BC31FEDF-53C9-4212-BF3E-229B77C17DC6}" dt="2023-01-26T02:33:43.015" v="285" actId="478"/>
          <ac:spMkLst>
            <pc:docMk/>
            <pc:sldMk cId="1384187814" sldId="267"/>
            <ac:spMk id="5" creationId="{C206792D-69DD-80D7-D84F-5E291F0A8F89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000284186" sldId="29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054597614" sldId="29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229650231" sldId="29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100684410" sldId="30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88461917" sldId="30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627811506" sldId="305"/>
        </pc:sldMkLst>
      </pc:sldChg>
      <pc:sldChg chg="delSp modSp mod modAnim">
        <pc:chgData name="Thanh Nguyen" userId="c61a4279c1788c98" providerId="LiveId" clId="{BC31FEDF-53C9-4212-BF3E-229B77C17DC6}" dt="2023-01-26T02:33:40.534" v="284" actId="478"/>
        <pc:sldMkLst>
          <pc:docMk/>
          <pc:sldMk cId="3887256078" sldId="306"/>
        </pc:sldMkLst>
        <pc:spChg chg="mod">
          <ac:chgData name="Thanh Nguyen" userId="c61a4279c1788c98" providerId="LiveId" clId="{BC31FEDF-53C9-4212-BF3E-229B77C17DC6}" dt="2023-01-26T02:31:17.442" v="278" actId="20577"/>
          <ac:spMkLst>
            <pc:docMk/>
            <pc:sldMk cId="3887256078" sldId="306"/>
            <ac:spMk id="3" creationId="{00000000-0000-0000-0000-000000000000}"/>
          </ac:spMkLst>
        </pc:spChg>
        <pc:spChg chg="mod">
          <ac:chgData name="Thanh Nguyen" userId="c61a4279c1788c98" providerId="LiveId" clId="{BC31FEDF-53C9-4212-BF3E-229B77C17DC6}" dt="2023-01-26T02:31:34.407" v="279"/>
          <ac:spMkLst>
            <pc:docMk/>
            <pc:sldMk cId="3887256078" sldId="306"/>
            <ac:spMk id="5" creationId="{00000000-0000-0000-0000-000000000000}"/>
          </ac:spMkLst>
        </pc:spChg>
        <pc:spChg chg="del">
          <ac:chgData name="Thanh Nguyen" userId="c61a4279c1788c98" providerId="LiveId" clId="{BC31FEDF-53C9-4212-BF3E-229B77C17DC6}" dt="2023-01-26T02:33:40.534" v="284" actId="478"/>
          <ac:spMkLst>
            <pc:docMk/>
            <pc:sldMk cId="3887256078" sldId="306"/>
            <ac:spMk id="6" creationId="{C0BF6B80-D72A-26A6-B2B0-D69A2F6F6CD0}"/>
          </ac:spMkLst>
        </pc:spChg>
      </pc:sldChg>
      <pc:sldChg chg="delSp del mod">
        <pc:chgData name="Thanh Nguyen" userId="c61a4279c1788c98" providerId="LiveId" clId="{BC31FEDF-53C9-4212-BF3E-229B77C17DC6}" dt="2023-01-26T04:09:54.041" v="374" actId="2696"/>
        <pc:sldMkLst>
          <pc:docMk/>
          <pc:sldMk cId="225097260" sldId="307"/>
        </pc:sldMkLst>
        <pc:spChg chg="del">
          <ac:chgData name="Thanh Nguyen" userId="c61a4279c1788c98" providerId="LiveId" clId="{BC31FEDF-53C9-4212-BF3E-229B77C17DC6}" dt="2023-01-26T02:33:46.489" v="286" actId="478"/>
          <ac:spMkLst>
            <pc:docMk/>
            <pc:sldMk cId="225097260" sldId="307"/>
            <ac:spMk id="5" creationId="{C206792D-69DD-80D7-D84F-5E291F0A8F89}"/>
          </ac:spMkLst>
        </pc:spChg>
      </pc:sldChg>
      <pc:sldChg chg="delSp del mod">
        <pc:chgData name="Thanh Nguyen" userId="c61a4279c1788c98" providerId="LiveId" clId="{BC31FEDF-53C9-4212-BF3E-229B77C17DC6}" dt="2023-01-26T04:09:56.171" v="375" actId="2696"/>
        <pc:sldMkLst>
          <pc:docMk/>
          <pc:sldMk cId="1251429579" sldId="308"/>
        </pc:sldMkLst>
        <pc:spChg chg="del">
          <ac:chgData name="Thanh Nguyen" userId="c61a4279c1788c98" providerId="LiveId" clId="{BC31FEDF-53C9-4212-BF3E-229B77C17DC6}" dt="2023-01-26T02:33:49.819" v="287" actId="478"/>
          <ac:spMkLst>
            <pc:docMk/>
            <pc:sldMk cId="1251429579" sldId="308"/>
            <ac:spMk id="5" creationId="{C206792D-69DD-80D7-D84F-5E291F0A8F89}"/>
          </ac:spMkLst>
        </pc:spChg>
      </pc:sldChg>
      <pc:sldChg chg="delSp del mod">
        <pc:chgData name="Thanh Nguyen" userId="c61a4279c1788c98" providerId="LiveId" clId="{BC31FEDF-53C9-4212-BF3E-229B77C17DC6}" dt="2023-01-26T04:25:06.759" v="635" actId="2696"/>
        <pc:sldMkLst>
          <pc:docMk/>
          <pc:sldMk cId="3009149985" sldId="310"/>
        </pc:sldMkLst>
        <pc:spChg chg="del">
          <ac:chgData name="Thanh Nguyen" userId="c61a4279c1788c98" providerId="LiveId" clId="{BC31FEDF-53C9-4212-BF3E-229B77C17DC6}" dt="2023-01-26T02:33:52.665" v="288" actId="478"/>
          <ac:spMkLst>
            <pc:docMk/>
            <pc:sldMk cId="3009149985" sldId="310"/>
            <ac:spMk id="5" creationId="{C206792D-69DD-80D7-D84F-5E291F0A8F89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436113224" sldId="311"/>
        </pc:sldMkLst>
      </pc:sldChg>
      <pc:sldChg chg="modSp add mod">
        <pc:chgData name="Thanh Nguyen" userId="c61a4279c1788c98" providerId="LiveId" clId="{BC31FEDF-53C9-4212-BF3E-229B77C17DC6}" dt="2023-01-26T04:15:15.247" v="529" actId="255"/>
        <pc:sldMkLst>
          <pc:docMk/>
          <pc:sldMk cId="2444241323" sldId="311"/>
        </pc:sldMkLst>
        <pc:spChg chg="mod">
          <ac:chgData name="Thanh Nguyen" userId="c61a4279c1788c98" providerId="LiveId" clId="{BC31FEDF-53C9-4212-BF3E-229B77C17DC6}" dt="2023-01-26T04:15:15.247" v="529" actId="255"/>
          <ac:spMkLst>
            <pc:docMk/>
            <pc:sldMk cId="2444241323" sldId="311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11:50.419" v="413" actId="20577"/>
          <ac:spMkLst>
            <pc:docMk/>
            <pc:sldMk cId="2444241323" sldId="311"/>
            <ac:spMk id="3" creationId="{00000000-0000-0000-0000-000000000000}"/>
          </ac:spMkLst>
        </pc:spChg>
      </pc:sldChg>
      <pc:sldChg chg="new del">
        <pc:chgData name="Thanh Nguyen" userId="c61a4279c1788c98" providerId="LiveId" clId="{BC31FEDF-53C9-4212-BF3E-229B77C17DC6}" dt="2023-01-26T02:34:54.540" v="294" actId="680"/>
        <pc:sldMkLst>
          <pc:docMk/>
          <pc:sldMk cId="4176872973" sldId="31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551898818" sldId="312"/>
        </pc:sldMkLst>
      </pc:sldChg>
      <pc:sldChg chg="modSp add mod">
        <pc:chgData name="Thanh Nguyen" userId="c61a4279c1788c98" providerId="LiveId" clId="{BC31FEDF-53C9-4212-BF3E-229B77C17DC6}" dt="2023-01-26T04:15:29.452" v="530" actId="255"/>
        <pc:sldMkLst>
          <pc:docMk/>
          <pc:sldMk cId="2262845207" sldId="312"/>
        </pc:sldMkLst>
        <pc:spChg chg="mod">
          <ac:chgData name="Thanh Nguyen" userId="c61a4279c1788c98" providerId="LiveId" clId="{BC31FEDF-53C9-4212-BF3E-229B77C17DC6}" dt="2023-01-26T04:15:29.452" v="530" actId="255"/>
          <ac:spMkLst>
            <pc:docMk/>
            <pc:sldMk cId="2262845207" sldId="312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14:22.807" v="526" actId="20577"/>
          <ac:spMkLst>
            <pc:docMk/>
            <pc:sldMk cId="2262845207" sldId="312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BC31FEDF-53C9-4212-BF3E-229B77C17DC6}" dt="2023-01-26T04:16:46.614" v="544" actId="15"/>
        <pc:sldMkLst>
          <pc:docMk/>
          <pc:sldMk cId="3035834622" sldId="313"/>
        </pc:sldMkLst>
        <pc:spChg chg="mod">
          <ac:chgData name="Thanh Nguyen" userId="c61a4279c1788c98" providerId="LiveId" clId="{BC31FEDF-53C9-4212-BF3E-229B77C17DC6}" dt="2023-01-26T04:16:09.454" v="532"/>
          <ac:spMkLst>
            <pc:docMk/>
            <pc:sldMk cId="3035834622" sldId="313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16:46.614" v="544" actId="15"/>
          <ac:spMkLst>
            <pc:docMk/>
            <pc:sldMk cId="3035834622" sldId="313"/>
            <ac:spMk id="3" creationId="{00000000-0000-0000-0000-000000000000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715053001" sldId="313"/>
        </pc:sldMkLst>
      </pc:sldChg>
      <pc:sldChg chg="addSp modSp add mod">
        <pc:chgData name="Thanh Nguyen" userId="c61a4279c1788c98" providerId="LiveId" clId="{BC31FEDF-53C9-4212-BF3E-229B77C17DC6}" dt="2023-01-26T04:19:57.594" v="578" actId="20577"/>
        <pc:sldMkLst>
          <pc:docMk/>
          <pc:sldMk cId="3297553140" sldId="314"/>
        </pc:sldMkLst>
        <pc:spChg chg="mod">
          <ac:chgData name="Thanh Nguyen" userId="c61a4279c1788c98" providerId="LiveId" clId="{BC31FEDF-53C9-4212-BF3E-229B77C17DC6}" dt="2023-01-26T04:17:20.209" v="546"/>
          <ac:spMkLst>
            <pc:docMk/>
            <pc:sldMk cId="3297553140" sldId="314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19:57.594" v="578" actId="20577"/>
          <ac:spMkLst>
            <pc:docMk/>
            <pc:sldMk cId="3297553140" sldId="314"/>
            <ac:spMk id="3" creationId="{00000000-0000-0000-0000-000000000000}"/>
          </ac:spMkLst>
        </pc:spChg>
        <pc:spChg chg="add mod">
          <ac:chgData name="Thanh Nguyen" userId="c61a4279c1788c98" providerId="LiveId" clId="{BC31FEDF-53C9-4212-BF3E-229B77C17DC6}" dt="2023-01-26T04:18:37.806" v="574" actId="15"/>
          <ac:spMkLst>
            <pc:docMk/>
            <pc:sldMk cId="3297553140" sldId="314"/>
            <ac:spMk id="5" creationId="{9AB75155-F515-9D80-9EA4-08E05253D4D6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105975231" sldId="315"/>
        </pc:sldMkLst>
      </pc:sldChg>
      <pc:sldChg chg="modSp add mod ord">
        <pc:chgData name="Thanh Nguyen" userId="c61a4279c1788c98" providerId="LiveId" clId="{BC31FEDF-53C9-4212-BF3E-229B77C17DC6}" dt="2023-01-26T04:24:40.359" v="634" actId="15"/>
        <pc:sldMkLst>
          <pc:docMk/>
          <pc:sldMk cId="1197620728" sldId="315"/>
        </pc:sldMkLst>
        <pc:spChg chg="mod">
          <ac:chgData name="Thanh Nguyen" userId="c61a4279c1788c98" providerId="LiveId" clId="{BC31FEDF-53C9-4212-BF3E-229B77C17DC6}" dt="2023-01-26T04:24:14.167" v="628" actId="403"/>
          <ac:spMkLst>
            <pc:docMk/>
            <pc:sldMk cId="1197620728" sldId="315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4:40.359" v="634" actId="15"/>
          <ac:spMkLst>
            <pc:docMk/>
            <pc:sldMk cId="1197620728" sldId="315"/>
            <ac:spMk id="3" creationId="{00000000-0000-0000-0000-000000000000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655598868" sldId="316"/>
        </pc:sldMkLst>
      </pc:sldChg>
      <pc:sldChg chg="addSp delSp modSp add mod">
        <pc:chgData name="Thanh Nguyen" userId="c61a4279c1788c98" providerId="LiveId" clId="{BC31FEDF-53C9-4212-BF3E-229B77C17DC6}" dt="2023-01-26T04:23:45.037" v="617" actId="27636"/>
        <pc:sldMkLst>
          <pc:docMk/>
          <pc:sldMk cId="3014657522" sldId="316"/>
        </pc:sldMkLst>
        <pc:spChg chg="del">
          <ac:chgData name="Thanh Nguyen" userId="c61a4279c1788c98" providerId="LiveId" clId="{BC31FEDF-53C9-4212-BF3E-229B77C17DC6}" dt="2023-01-26T04:22:17.369" v="594" actId="478"/>
          <ac:spMkLst>
            <pc:docMk/>
            <pc:sldMk cId="3014657522" sldId="316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2:58.893" v="605" actId="404"/>
          <ac:spMkLst>
            <pc:docMk/>
            <pc:sldMk cId="3014657522" sldId="316"/>
            <ac:spMk id="3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3:45.037" v="617" actId="27636"/>
          <ac:spMkLst>
            <pc:docMk/>
            <pc:sldMk cId="3014657522" sldId="316"/>
            <ac:spMk id="5" creationId="{9AB75155-F515-9D80-9EA4-08E05253D4D6}"/>
          </ac:spMkLst>
        </pc:spChg>
        <pc:spChg chg="add del mod">
          <ac:chgData name="Thanh Nguyen" userId="c61a4279c1788c98" providerId="LiveId" clId="{BC31FEDF-53C9-4212-BF3E-229B77C17DC6}" dt="2023-01-26T04:22:21.508" v="597"/>
          <ac:spMkLst>
            <pc:docMk/>
            <pc:sldMk cId="3014657522" sldId="316"/>
            <ac:spMk id="6" creationId="{5DD7882F-350A-ED1F-F10F-D2E6F82294B1}"/>
          </ac:spMkLst>
        </pc:spChg>
        <pc:spChg chg="add mod">
          <ac:chgData name="Thanh Nguyen" userId="c61a4279c1788c98" providerId="LiveId" clId="{BC31FEDF-53C9-4212-BF3E-229B77C17DC6}" dt="2023-01-26T04:22:32.470" v="601" actId="1037"/>
          <ac:spMkLst>
            <pc:docMk/>
            <pc:sldMk cId="3014657522" sldId="316"/>
            <ac:spMk id="7" creationId="{42AFDF38-D581-8CFD-D89C-82B285FF1FBF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120969724" sldId="317"/>
        </pc:sldMkLst>
      </pc:sldChg>
      <pc:sldChg chg="modSp add mod modAnim">
        <pc:chgData name="Thanh Nguyen" userId="c61a4279c1788c98" providerId="LiveId" clId="{BC31FEDF-53C9-4212-BF3E-229B77C17DC6}" dt="2023-01-26T04:27:33.529" v="677" actId="313"/>
        <pc:sldMkLst>
          <pc:docMk/>
          <pc:sldMk cId="3880528503" sldId="317"/>
        </pc:sldMkLst>
        <pc:spChg chg="mod">
          <ac:chgData name="Thanh Nguyen" userId="c61a4279c1788c98" providerId="LiveId" clId="{BC31FEDF-53C9-4212-BF3E-229B77C17DC6}" dt="2023-01-26T04:27:15.680" v="676" actId="20577"/>
          <ac:spMkLst>
            <pc:docMk/>
            <pc:sldMk cId="3880528503" sldId="317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7:33.529" v="677" actId="313"/>
          <ac:spMkLst>
            <pc:docMk/>
            <pc:sldMk cId="3880528503" sldId="317"/>
            <ac:spMk id="8" creationId="{89265F64-D9A5-49CB-AAB0-26A48ABDC13B}"/>
          </ac:spMkLst>
        </pc:spChg>
      </pc:sldChg>
      <pc:sldChg chg="modSp add mod modAnim">
        <pc:chgData name="Thanh Nguyen" userId="c61a4279c1788c98" providerId="LiveId" clId="{BC31FEDF-53C9-4212-BF3E-229B77C17DC6}" dt="2023-01-26T04:28:18.945" v="680" actId="20577"/>
        <pc:sldMkLst>
          <pc:docMk/>
          <pc:sldMk cId="668213252" sldId="318"/>
        </pc:sldMkLst>
        <pc:spChg chg="mod">
          <ac:chgData name="Thanh Nguyen" userId="c61a4279c1788c98" providerId="LiveId" clId="{BC31FEDF-53C9-4212-BF3E-229B77C17DC6}" dt="2023-01-26T04:28:18.945" v="680" actId="20577"/>
          <ac:spMkLst>
            <pc:docMk/>
            <pc:sldMk cId="668213252" sldId="318"/>
            <ac:spMk id="2" creationId="{00000000-0000-0000-0000-000000000000}"/>
          </ac:spMkLst>
        </pc:spChg>
        <pc:spChg chg="mod">
          <ac:chgData name="Thanh Nguyen" userId="c61a4279c1788c98" providerId="LiveId" clId="{BC31FEDF-53C9-4212-BF3E-229B77C17DC6}" dt="2023-01-26T04:26:42.048" v="653" actId="21"/>
          <ac:spMkLst>
            <pc:docMk/>
            <pc:sldMk cId="668213252" sldId="318"/>
            <ac:spMk id="8" creationId="{89265F64-D9A5-49CB-AAB0-26A48ABDC13B}"/>
          </ac:spMkLst>
        </pc:spChg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4238968016" sldId="31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875367198" sldId="31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404306659" sldId="32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672463977" sldId="32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30984575" sldId="32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245499410" sldId="32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553347847" sldId="32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535144643" sldId="32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716760387" sldId="326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769590013" sldId="32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934474886" sldId="32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4163037705" sldId="32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153696190" sldId="33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51261425" sldId="33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962142168" sldId="33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812091844" sldId="33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327785566" sldId="33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263217572" sldId="33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436442063" sldId="336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129972440" sldId="33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738238661" sldId="33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780317185" sldId="33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138243478" sldId="34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200686389" sldId="34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116650239" sldId="34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804478841" sldId="34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609818389" sldId="34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33521514" sldId="34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459852743" sldId="346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922293616" sldId="34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042678861" sldId="34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982964815" sldId="34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004040751" sldId="35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535742545" sldId="35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662748965" sldId="35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758133719" sldId="35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165122371" sldId="35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665888596" sldId="35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171706796" sldId="356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837844863" sldId="357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140042177" sldId="358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802068087" sldId="359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624878260" sldId="360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461150465" sldId="361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409225551" sldId="362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3713966798" sldId="363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1242096209" sldId="364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062959455" sldId="365"/>
        </pc:sldMkLst>
      </pc:sldChg>
      <pc:sldChg chg="del">
        <pc:chgData name="Thanh Nguyen" userId="c61a4279c1788c98" providerId="LiveId" clId="{BC31FEDF-53C9-4212-BF3E-229B77C17DC6}" dt="2023-01-26T02:26:09.840" v="0" actId="2696"/>
        <pc:sldMkLst>
          <pc:docMk/>
          <pc:sldMk cId="2491659695" sldId="366"/>
        </pc:sldMkLst>
      </pc:sldChg>
      <pc:sldMasterChg chg="addSp modSp modSldLayout">
        <pc:chgData name="Thanh Nguyen" userId="c61a4279c1788c98" providerId="LiveId" clId="{BC31FEDF-53C9-4212-BF3E-229B77C17DC6}" dt="2023-01-26T02:35:13.300" v="298"/>
        <pc:sldMasterMkLst>
          <pc:docMk/>
          <pc:sldMasterMk cId="2680105183" sldId="2147483720"/>
        </pc:sldMasterMkLst>
        <pc:spChg chg="add mod">
          <ac:chgData name="Thanh Nguyen" userId="c61a4279c1788c98" providerId="LiveId" clId="{BC31FEDF-53C9-4212-BF3E-229B77C17DC6}" dt="2023-01-26T02:34:17.197" v="292"/>
          <ac:spMkLst>
            <pc:docMk/>
            <pc:sldMasterMk cId="2680105183" sldId="2147483720"/>
            <ac:spMk id="3" creationId="{770FB194-9E0F-22F1-42EE-6836BD2C8D66}"/>
          </ac:spMkLst>
        </pc:spChg>
        <pc:sldLayoutChg chg="addSp modSp">
          <pc:chgData name="Thanh Nguyen" userId="c61a4279c1788c98" providerId="LiveId" clId="{BC31FEDF-53C9-4212-BF3E-229B77C17DC6}" dt="2023-01-26T02:35:06.219" v="295"/>
          <pc:sldLayoutMkLst>
            <pc:docMk/>
            <pc:sldMasterMk cId="2680105183" sldId="2147483720"/>
            <pc:sldLayoutMk cId="3340417711" sldId="2147483721"/>
          </pc:sldLayoutMkLst>
          <pc:spChg chg="add mod">
            <ac:chgData name="Thanh Nguyen" userId="c61a4279c1788c98" providerId="LiveId" clId="{BC31FEDF-53C9-4212-BF3E-229B77C17DC6}" dt="2023-01-26T02:35:06.219" v="295"/>
            <ac:spMkLst>
              <pc:docMk/>
              <pc:sldMasterMk cId="2680105183" sldId="2147483720"/>
              <pc:sldLayoutMk cId="3340417711" sldId="2147483721"/>
              <ac:spMk id="2" creationId="{DD0D501D-D85D-8EF2-12A2-7CED582A8E9F}"/>
            </ac:spMkLst>
          </pc:spChg>
        </pc:sldLayoutChg>
        <pc:sldLayoutChg chg="addSp delSp modSp">
          <pc:chgData name="Thanh Nguyen" userId="c61a4279c1788c98" providerId="LiveId" clId="{BC31FEDF-53C9-4212-BF3E-229B77C17DC6}" dt="2023-01-26T02:35:09.156" v="296"/>
          <pc:sldLayoutMkLst>
            <pc:docMk/>
            <pc:sldMasterMk cId="2680105183" sldId="2147483720"/>
            <pc:sldLayoutMk cId="2512392872" sldId="2147483722"/>
          </pc:sldLayoutMkLst>
          <pc:spChg chg="add del mod">
            <ac:chgData name="Thanh Nguyen" userId="c61a4279c1788c98" providerId="LiveId" clId="{BC31FEDF-53C9-4212-BF3E-229B77C17DC6}" dt="2023-01-26T02:34:12.715" v="291"/>
            <ac:spMkLst>
              <pc:docMk/>
              <pc:sldMasterMk cId="2680105183" sldId="2147483720"/>
              <pc:sldLayoutMk cId="2512392872" sldId="2147483722"/>
              <ac:spMk id="8" creationId="{1CCD321F-A0CC-0150-3DDF-189316937ECF}"/>
            </ac:spMkLst>
          </pc:spChg>
          <pc:spChg chg="add mod">
            <ac:chgData name="Thanh Nguyen" userId="c61a4279c1788c98" providerId="LiveId" clId="{BC31FEDF-53C9-4212-BF3E-229B77C17DC6}" dt="2023-01-26T02:35:09.156" v="296"/>
            <ac:spMkLst>
              <pc:docMk/>
              <pc:sldMasterMk cId="2680105183" sldId="2147483720"/>
              <pc:sldLayoutMk cId="2512392872" sldId="2147483722"/>
              <ac:spMk id="8" creationId="{1FFBBB34-1B41-2A10-CED7-11D27CE8CC7D}"/>
            </ac:spMkLst>
          </pc:spChg>
        </pc:sldLayoutChg>
        <pc:sldLayoutChg chg="addSp modSp">
          <pc:chgData name="Thanh Nguyen" userId="c61a4279c1788c98" providerId="LiveId" clId="{BC31FEDF-53C9-4212-BF3E-229B77C17DC6}" dt="2023-01-26T02:35:11.049" v="297"/>
          <pc:sldLayoutMkLst>
            <pc:docMk/>
            <pc:sldMasterMk cId="2680105183" sldId="2147483720"/>
            <pc:sldLayoutMk cId="2931287146" sldId="2147483723"/>
          </pc:sldLayoutMkLst>
          <pc:spChg chg="add mod">
            <ac:chgData name="Thanh Nguyen" userId="c61a4279c1788c98" providerId="LiveId" clId="{BC31FEDF-53C9-4212-BF3E-229B77C17DC6}" dt="2023-01-26T02:35:11.049" v="297"/>
            <ac:spMkLst>
              <pc:docMk/>
              <pc:sldMasterMk cId="2680105183" sldId="2147483720"/>
              <pc:sldLayoutMk cId="2931287146" sldId="2147483723"/>
              <ac:spMk id="9" creationId="{8BE61F11-BF78-9B25-3F11-414C9EF579DC}"/>
            </ac:spMkLst>
          </pc:spChg>
        </pc:sldLayoutChg>
        <pc:sldLayoutChg chg="addSp modSp">
          <pc:chgData name="Thanh Nguyen" userId="c61a4279c1788c98" providerId="LiveId" clId="{BC31FEDF-53C9-4212-BF3E-229B77C17DC6}" dt="2023-01-26T02:35:13.300" v="298"/>
          <pc:sldLayoutMkLst>
            <pc:docMk/>
            <pc:sldMasterMk cId="2680105183" sldId="2147483720"/>
            <pc:sldLayoutMk cId="1310263177" sldId="2147483724"/>
          </pc:sldLayoutMkLst>
          <pc:spChg chg="add mod">
            <ac:chgData name="Thanh Nguyen" userId="c61a4279c1788c98" providerId="LiveId" clId="{BC31FEDF-53C9-4212-BF3E-229B77C17DC6}" dt="2023-01-26T02:35:13.300" v="298"/>
            <ac:spMkLst>
              <pc:docMk/>
              <pc:sldMasterMk cId="2680105183" sldId="2147483720"/>
              <pc:sldLayoutMk cId="1310263177" sldId="2147483724"/>
              <ac:spMk id="11" creationId="{F4E0B635-FC67-200E-2B8C-11BC28F49559}"/>
            </ac:spMkLst>
          </pc:spChg>
        </pc:sldLayoutChg>
      </pc:sldMasterChg>
    </pc:docChg>
  </pc:docChgLst>
  <pc:docChgLst>
    <pc:chgData name="Thanh Nguyen" userId="c61a4279c1788c98" providerId="LiveId" clId="{5F4F1EC9-4E3D-4207-B9EA-1D4B37EA74BF}"/>
    <pc:docChg chg="undo custSel addSld delSld modSld sldOrd">
      <pc:chgData name="Thanh Nguyen" userId="c61a4279c1788c98" providerId="LiveId" clId="{5F4F1EC9-4E3D-4207-B9EA-1D4B37EA74BF}" dt="2022-09-21T04:06:25.235" v="3176" actId="14100"/>
      <pc:docMkLst>
        <pc:docMk/>
      </pc:docMkLst>
      <pc:sldChg chg="modSp mod">
        <pc:chgData name="Thanh Nguyen" userId="c61a4279c1788c98" providerId="LiveId" clId="{5F4F1EC9-4E3D-4207-B9EA-1D4B37EA74BF}" dt="2022-09-21T01:40:07.484" v="37" actId="20577"/>
        <pc:sldMkLst>
          <pc:docMk/>
          <pc:sldMk cId="0" sldId="256"/>
        </pc:sldMkLst>
        <pc:spChg chg="mod">
          <ac:chgData name="Thanh Nguyen" userId="c61a4279c1788c98" providerId="LiveId" clId="{5F4F1EC9-4E3D-4207-B9EA-1D4B37EA74BF}" dt="2022-09-21T01:40:07.484" v="37" actId="20577"/>
          <ac:spMkLst>
            <pc:docMk/>
            <pc:sldMk cId="0" sldId="256"/>
            <ac:spMk id="14" creationId="{A353FA91-F528-4ED2-A28C-F09225294E26}"/>
          </ac:spMkLst>
        </pc:spChg>
      </pc:sldChg>
      <pc:sldChg chg="modSp modAnim">
        <pc:chgData name="Thanh Nguyen" userId="c61a4279c1788c98" providerId="LiveId" clId="{5F4F1EC9-4E3D-4207-B9EA-1D4B37EA74BF}" dt="2022-09-21T01:42:32.304" v="69" actId="14100"/>
        <pc:sldMkLst>
          <pc:docMk/>
          <pc:sldMk cId="0" sldId="257"/>
        </pc:sldMkLst>
        <pc:spChg chg="mod">
          <ac:chgData name="Thanh Nguyen" userId="c61a4279c1788c98" providerId="LiveId" clId="{5F4F1EC9-4E3D-4207-B9EA-1D4B37EA74BF}" dt="2022-09-21T01:42:32.304" v="69" actId="14100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Thanh Nguyen" userId="c61a4279c1788c98" providerId="LiveId" clId="{5F4F1EC9-4E3D-4207-B9EA-1D4B37EA74BF}" dt="2022-09-21T03:32:23.855" v="2452"/>
        <pc:sldMkLst>
          <pc:docMk/>
          <pc:sldMk cId="0" sldId="258"/>
        </pc:sldMkLst>
        <pc:spChg chg="mod">
          <ac:chgData name="Thanh Nguyen" userId="c61a4279c1788c98" providerId="LiveId" clId="{5F4F1EC9-4E3D-4207-B9EA-1D4B37EA74BF}" dt="2022-09-21T03:32:23.855" v="2452"/>
          <ac:spMkLst>
            <pc:docMk/>
            <pc:sldMk cId="0" sldId="258"/>
            <ac:spMk id="3" creationId="{00000000-0000-0000-0000-000000000000}"/>
          </ac:spMkLst>
        </pc:spChg>
      </pc:sldChg>
      <pc:sldChg chg="del">
        <pc:chgData name="Thanh Nguyen" userId="c61a4279c1788c98" providerId="LiveId" clId="{5F4F1EC9-4E3D-4207-B9EA-1D4B37EA74BF}" dt="2022-09-21T02:33:39.370" v="1715" actId="47"/>
        <pc:sldMkLst>
          <pc:docMk/>
          <pc:sldMk cId="1555489783" sldId="265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4285134636" sldId="266"/>
        </pc:sldMkLst>
      </pc:sldChg>
      <pc:sldChg chg="modSp mod">
        <pc:chgData name="Thanh Nguyen" userId="c61a4279c1788c98" providerId="LiveId" clId="{5F4F1EC9-4E3D-4207-B9EA-1D4B37EA74BF}" dt="2022-09-21T03:20:02.239" v="2197" actId="20577"/>
        <pc:sldMkLst>
          <pc:docMk/>
          <pc:sldMk cId="1384187814" sldId="267"/>
        </pc:sldMkLst>
        <pc:spChg chg="mod">
          <ac:chgData name="Thanh Nguyen" userId="c61a4279c1788c98" providerId="LiveId" clId="{5F4F1EC9-4E3D-4207-B9EA-1D4B37EA74BF}" dt="2022-09-21T03:19:51.664" v="2192" actId="20577"/>
          <ac:spMkLst>
            <pc:docMk/>
            <pc:sldMk cId="1384187814" sldId="267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3:20:02.239" v="2197" actId="20577"/>
          <ac:spMkLst>
            <pc:docMk/>
            <pc:sldMk cId="1384187814" sldId="267"/>
            <ac:spMk id="3" creationId="{00000000-0000-0000-0000-000000000000}"/>
          </ac:spMkLst>
        </pc:spChg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363108768" sldId="269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425405504" sldId="270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756527714" sldId="271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254945421" sldId="272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138878357" sldId="273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855036130" sldId="274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4220464419" sldId="275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912774238" sldId="276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900697735" sldId="277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350515820" sldId="278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998546219" sldId="279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840535816" sldId="280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860318222" sldId="281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766091306" sldId="282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780467816" sldId="283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472332232" sldId="284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023868613" sldId="285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971148690" sldId="286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977837515" sldId="287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292278021" sldId="288"/>
        </pc:sldMkLst>
      </pc:sldChg>
      <pc:sldChg chg="del">
        <pc:chgData name="Thanh Nguyen" userId="c61a4279c1788c98" providerId="LiveId" clId="{5F4F1EC9-4E3D-4207-B9EA-1D4B37EA74BF}" dt="2022-09-21T02:33:37.946" v="1714" actId="47"/>
        <pc:sldMkLst>
          <pc:docMk/>
          <pc:sldMk cId="719978124" sldId="289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27300033" sldId="290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216133801" sldId="291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800106880" sldId="292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703129604" sldId="293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2862507436" sldId="294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105939181" sldId="299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3913388409" sldId="300"/>
        </pc:sldMkLst>
      </pc:sldChg>
      <pc:sldChg chg="del">
        <pc:chgData name="Thanh Nguyen" userId="c61a4279c1788c98" providerId="LiveId" clId="{5F4F1EC9-4E3D-4207-B9EA-1D4B37EA74BF}" dt="2022-09-21T02:17:21.839" v="1149" actId="47"/>
        <pc:sldMkLst>
          <pc:docMk/>
          <pc:sldMk cId="1445176130" sldId="301"/>
        </pc:sldMkLst>
      </pc:sldChg>
      <pc:sldChg chg="del">
        <pc:chgData name="Thanh Nguyen" userId="c61a4279c1788c98" providerId="LiveId" clId="{5F4F1EC9-4E3D-4207-B9EA-1D4B37EA74BF}" dt="2022-09-21T02:33:31.698" v="1713" actId="47"/>
        <pc:sldMkLst>
          <pc:docMk/>
          <pc:sldMk cId="3315290310" sldId="303"/>
        </pc:sldMkLst>
      </pc:sldChg>
      <pc:sldChg chg="modSp add modAnim">
        <pc:chgData name="Thanh Nguyen" userId="c61a4279c1788c98" providerId="LiveId" clId="{5F4F1EC9-4E3D-4207-B9EA-1D4B37EA74BF}" dt="2022-09-21T01:42:42.978" v="71" actId="20577"/>
        <pc:sldMkLst>
          <pc:docMk/>
          <pc:sldMk cId="3887256078" sldId="306"/>
        </pc:sldMkLst>
        <pc:spChg chg="mod">
          <ac:chgData name="Thanh Nguyen" userId="c61a4279c1788c98" providerId="LiveId" clId="{5F4F1EC9-4E3D-4207-B9EA-1D4B37EA74BF}" dt="2022-09-21T01:42:42.978" v="71" actId="20577"/>
          <ac:spMkLst>
            <pc:docMk/>
            <pc:sldMk cId="3887256078" sldId="306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5F4F1EC9-4E3D-4207-B9EA-1D4B37EA74BF}" dt="2022-09-21T03:22:08.903" v="2238" actId="14100"/>
        <pc:sldMkLst>
          <pc:docMk/>
          <pc:sldMk cId="225097260" sldId="307"/>
        </pc:sldMkLst>
        <pc:spChg chg="mod">
          <ac:chgData name="Thanh Nguyen" userId="c61a4279c1788c98" providerId="LiveId" clId="{5F4F1EC9-4E3D-4207-B9EA-1D4B37EA74BF}" dt="2022-09-21T03:22:08.903" v="2238" actId="14100"/>
          <ac:spMkLst>
            <pc:docMk/>
            <pc:sldMk cId="225097260" sldId="307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44:51.496" v="90" actId="478"/>
          <ac:spMkLst>
            <pc:docMk/>
            <pc:sldMk cId="225097260" sldId="307"/>
            <ac:spMk id="3" creationId="{00000000-0000-0000-0000-000000000000}"/>
          </ac:spMkLst>
        </pc:spChg>
        <pc:spChg chg="add mod">
          <ac:chgData name="Thanh Nguyen" userId="c61a4279c1788c98" providerId="LiveId" clId="{5F4F1EC9-4E3D-4207-B9EA-1D4B37EA74BF}" dt="2022-09-21T01:44:51.496" v="90" actId="478"/>
          <ac:spMkLst>
            <pc:docMk/>
            <pc:sldMk cId="225097260" sldId="307"/>
            <ac:spMk id="6" creationId="{BA00B757-C312-1E93-3286-BF26D8A47A41}"/>
          </ac:spMkLst>
        </pc:spChg>
        <pc:picChg chg="add mod">
          <ac:chgData name="Thanh Nguyen" userId="c61a4279c1788c98" providerId="LiveId" clId="{5F4F1EC9-4E3D-4207-B9EA-1D4B37EA74BF}" dt="2022-09-21T01:45:13.999" v="96" actId="14100"/>
          <ac:picMkLst>
            <pc:docMk/>
            <pc:sldMk cId="225097260" sldId="307"/>
            <ac:picMk id="8" creationId="{5D29E766-9774-9731-C79E-94DDC339879D}"/>
          </ac:picMkLst>
        </pc:picChg>
      </pc:sldChg>
      <pc:sldChg chg="addSp delSp modSp add mod">
        <pc:chgData name="Thanh Nguyen" userId="c61a4279c1788c98" providerId="LiveId" clId="{5F4F1EC9-4E3D-4207-B9EA-1D4B37EA74BF}" dt="2022-09-21T03:22:58.029" v="2305" actId="20577"/>
        <pc:sldMkLst>
          <pc:docMk/>
          <pc:sldMk cId="1251429579" sldId="308"/>
        </pc:sldMkLst>
        <pc:spChg chg="mod">
          <ac:chgData name="Thanh Nguyen" userId="c61a4279c1788c98" providerId="LiveId" clId="{5F4F1EC9-4E3D-4207-B9EA-1D4B37EA74BF}" dt="2022-09-21T03:22:58.029" v="2305" actId="20577"/>
          <ac:spMkLst>
            <pc:docMk/>
            <pc:sldMk cId="1251429579" sldId="308"/>
            <ac:spMk id="2" creationId="{00000000-0000-0000-0000-000000000000}"/>
          </ac:spMkLst>
        </pc:spChg>
        <pc:picChg chg="add mod">
          <ac:chgData name="Thanh Nguyen" userId="c61a4279c1788c98" providerId="LiveId" clId="{5F4F1EC9-4E3D-4207-B9EA-1D4B37EA74BF}" dt="2022-09-21T01:46:03.324" v="102" actId="14100"/>
          <ac:picMkLst>
            <pc:docMk/>
            <pc:sldMk cId="1251429579" sldId="308"/>
            <ac:picMk id="7" creationId="{BC336234-B375-80E8-61AF-0EFC8E2DD6EA}"/>
          </ac:picMkLst>
        </pc:picChg>
        <pc:picChg chg="del">
          <ac:chgData name="Thanh Nguyen" userId="c61a4279c1788c98" providerId="LiveId" clId="{5F4F1EC9-4E3D-4207-B9EA-1D4B37EA74BF}" dt="2022-09-21T01:45:50.707" v="98" actId="478"/>
          <ac:picMkLst>
            <pc:docMk/>
            <pc:sldMk cId="1251429579" sldId="308"/>
            <ac:picMk id="8" creationId="{5D29E766-9774-9731-C79E-94DDC339879D}"/>
          </ac:picMkLst>
        </pc:picChg>
      </pc:sldChg>
      <pc:sldChg chg="add del">
        <pc:chgData name="Thanh Nguyen" userId="c61a4279c1788c98" providerId="LiveId" clId="{5F4F1EC9-4E3D-4207-B9EA-1D4B37EA74BF}" dt="2022-09-21T03:21:42.954" v="2198" actId="47"/>
        <pc:sldMkLst>
          <pc:docMk/>
          <pc:sldMk cId="3617816768" sldId="309"/>
        </pc:sldMkLst>
      </pc:sldChg>
      <pc:sldChg chg="addSp delSp modSp add mod">
        <pc:chgData name="Thanh Nguyen" userId="c61a4279c1788c98" providerId="LiveId" clId="{5F4F1EC9-4E3D-4207-B9EA-1D4B37EA74BF}" dt="2022-09-21T03:23:17.848" v="2335" actId="20577"/>
        <pc:sldMkLst>
          <pc:docMk/>
          <pc:sldMk cId="3009149985" sldId="310"/>
        </pc:sldMkLst>
        <pc:spChg chg="mod">
          <ac:chgData name="Thanh Nguyen" userId="c61a4279c1788c98" providerId="LiveId" clId="{5F4F1EC9-4E3D-4207-B9EA-1D4B37EA74BF}" dt="2022-09-21T03:23:17.848" v="2335" actId="20577"/>
          <ac:spMkLst>
            <pc:docMk/>
            <pc:sldMk cId="3009149985" sldId="310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46:45.781" v="107" actId="478"/>
          <ac:spMkLst>
            <pc:docMk/>
            <pc:sldMk cId="3009149985" sldId="310"/>
            <ac:spMk id="6" creationId="{BA00B757-C312-1E93-3286-BF26D8A47A41}"/>
          </ac:spMkLst>
        </pc:spChg>
        <pc:picChg chg="del">
          <ac:chgData name="Thanh Nguyen" userId="c61a4279c1788c98" providerId="LiveId" clId="{5F4F1EC9-4E3D-4207-B9EA-1D4B37EA74BF}" dt="2022-09-21T01:46:38.412" v="105" actId="478"/>
          <ac:picMkLst>
            <pc:docMk/>
            <pc:sldMk cId="3009149985" sldId="310"/>
            <ac:picMk id="7" creationId="{BC336234-B375-80E8-61AF-0EFC8E2DD6EA}"/>
          </ac:picMkLst>
        </pc:picChg>
        <pc:picChg chg="add mod">
          <ac:chgData name="Thanh Nguyen" userId="c61a4279c1788c98" providerId="LiveId" clId="{5F4F1EC9-4E3D-4207-B9EA-1D4B37EA74BF}" dt="2022-09-21T01:46:56.510" v="111" actId="14100"/>
          <ac:picMkLst>
            <pc:docMk/>
            <pc:sldMk cId="3009149985" sldId="310"/>
            <ac:picMk id="8" creationId="{4E4CA612-4BA7-1ACB-06B3-579223F03F1B}"/>
          </ac:picMkLst>
        </pc:picChg>
      </pc:sldChg>
      <pc:sldChg chg="addSp delSp modSp add mod">
        <pc:chgData name="Thanh Nguyen" userId="c61a4279c1788c98" providerId="LiveId" clId="{5F4F1EC9-4E3D-4207-B9EA-1D4B37EA74BF}" dt="2022-09-21T03:25:51.299" v="2382" actId="14100"/>
        <pc:sldMkLst>
          <pc:docMk/>
          <pc:sldMk cId="1436113224" sldId="311"/>
        </pc:sldMkLst>
        <pc:spChg chg="add mod">
          <ac:chgData name="Thanh Nguyen" userId="c61a4279c1788c98" providerId="LiveId" clId="{5F4F1EC9-4E3D-4207-B9EA-1D4B37EA74BF}" dt="2022-09-21T03:24:25.064" v="2373" actId="20577"/>
          <ac:spMkLst>
            <pc:docMk/>
            <pc:sldMk cId="1436113224" sldId="311"/>
            <ac:spMk id="7" creationId="{AC24EFC2-6F0C-8631-D806-66A8575D43FA}"/>
          </ac:spMkLst>
        </pc:spChg>
        <pc:picChg chg="add del mod">
          <ac:chgData name="Thanh Nguyen" userId="c61a4279c1788c98" providerId="LiveId" clId="{5F4F1EC9-4E3D-4207-B9EA-1D4B37EA74BF}" dt="2022-09-21T03:25:22.171" v="2374" actId="478"/>
          <ac:picMkLst>
            <pc:docMk/>
            <pc:sldMk cId="1436113224" sldId="311"/>
            <ac:picMk id="6" creationId="{1E6D575D-88E7-7992-B773-641809305086}"/>
          </ac:picMkLst>
        </pc:picChg>
        <pc:picChg chg="del">
          <ac:chgData name="Thanh Nguyen" userId="c61a4279c1788c98" providerId="LiveId" clId="{5F4F1EC9-4E3D-4207-B9EA-1D4B37EA74BF}" dt="2022-09-21T01:47:39.059" v="113" actId="478"/>
          <ac:picMkLst>
            <pc:docMk/>
            <pc:sldMk cId="1436113224" sldId="311"/>
            <ac:picMk id="8" creationId="{4E4CA612-4BA7-1ACB-06B3-579223F03F1B}"/>
          </ac:picMkLst>
        </pc:picChg>
        <pc:picChg chg="add mod">
          <ac:chgData name="Thanh Nguyen" userId="c61a4279c1788c98" providerId="LiveId" clId="{5F4F1EC9-4E3D-4207-B9EA-1D4B37EA74BF}" dt="2022-09-21T03:25:51.299" v="2382" actId="14100"/>
          <ac:picMkLst>
            <pc:docMk/>
            <pc:sldMk cId="1436113224" sldId="311"/>
            <ac:picMk id="4098" creationId="{9955174D-12D0-868A-CA73-515C177276EA}"/>
          </ac:picMkLst>
        </pc:picChg>
      </pc:sldChg>
      <pc:sldChg chg="addSp delSp modSp add mod">
        <pc:chgData name="Thanh Nguyen" userId="c61a4279c1788c98" providerId="LiveId" clId="{5F4F1EC9-4E3D-4207-B9EA-1D4B37EA74BF}" dt="2022-09-21T03:27:12.065" v="2407" actId="14100"/>
        <pc:sldMkLst>
          <pc:docMk/>
          <pc:sldMk cId="1551898818" sldId="312"/>
        </pc:sldMkLst>
        <pc:spChg chg="add mod">
          <ac:chgData name="Thanh Nguyen" userId="c61a4279c1788c98" providerId="LiveId" clId="{5F4F1EC9-4E3D-4207-B9EA-1D4B37EA74BF}" dt="2022-09-21T03:26:57.470" v="2403" actId="14100"/>
          <ac:spMkLst>
            <pc:docMk/>
            <pc:sldMk cId="1551898818" sldId="312"/>
            <ac:spMk id="8" creationId="{87E4F2FA-2E9D-68F6-6AA7-BC16AD37E936}"/>
          </ac:spMkLst>
        </pc:spChg>
        <pc:picChg chg="del">
          <ac:chgData name="Thanh Nguyen" userId="c61a4279c1788c98" providerId="LiveId" clId="{5F4F1EC9-4E3D-4207-B9EA-1D4B37EA74BF}" dt="2022-09-21T01:48:40.043" v="118" actId="478"/>
          <ac:picMkLst>
            <pc:docMk/>
            <pc:sldMk cId="1551898818" sldId="312"/>
            <ac:picMk id="6" creationId="{1E6D575D-88E7-7992-B773-641809305086}"/>
          </ac:picMkLst>
        </pc:picChg>
        <pc:picChg chg="add del mod">
          <ac:chgData name="Thanh Nguyen" userId="c61a4279c1788c98" providerId="LiveId" clId="{5F4F1EC9-4E3D-4207-B9EA-1D4B37EA74BF}" dt="2022-09-21T03:26:05.696" v="2383" actId="478"/>
          <ac:picMkLst>
            <pc:docMk/>
            <pc:sldMk cId="1551898818" sldId="312"/>
            <ac:picMk id="7" creationId="{28B20730-13D4-6FD6-446D-664176E1A812}"/>
          </ac:picMkLst>
        </pc:picChg>
        <pc:picChg chg="add mod">
          <ac:chgData name="Thanh Nguyen" userId="c61a4279c1788c98" providerId="LiveId" clId="{5F4F1EC9-4E3D-4207-B9EA-1D4B37EA74BF}" dt="2022-09-21T03:27:12.065" v="2407" actId="14100"/>
          <ac:picMkLst>
            <pc:docMk/>
            <pc:sldMk cId="1551898818" sldId="312"/>
            <ac:picMk id="5122" creationId="{77E172C2-EE4F-B367-FBC1-6FC64D79AE08}"/>
          </ac:picMkLst>
        </pc:picChg>
      </pc:sldChg>
      <pc:sldChg chg="addSp delSp modSp add mod modNotesTx">
        <pc:chgData name="Thanh Nguyen" userId="c61a4279c1788c98" providerId="LiveId" clId="{5F4F1EC9-4E3D-4207-B9EA-1D4B37EA74BF}" dt="2022-09-21T03:31:07.639" v="2434"/>
        <pc:sldMkLst>
          <pc:docMk/>
          <pc:sldMk cId="3715053001" sldId="313"/>
        </pc:sldMkLst>
        <pc:spChg chg="add mod">
          <ac:chgData name="Thanh Nguyen" userId="c61a4279c1788c98" providerId="LiveId" clId="{5F4F1EC9-4E3D-4207-B9EA-1D4B37EA74BF}" dt="2022-09-21T03:30:10.331" v="2431" actId="20577"/>
          <ac:spMkLst>
            <pc:docMk/>
            <pc:sldMk cId="3715053001" sldId="313"/>
            <ac:spMk id="8" creationId="{372DE5A3-5361-AA46-C636-6FDBCEC32A9B}"/>
          </ac:spMkLst>
        </pc:spChg>
        <pc:picChg chg="add del mod">
          <ac:chgData name="Thanh Nguyen" userId="c61a4279c1788c98" providerId="LiveId" clId="{5F4F1EC9-4E3D-4207-B9EA-1D4B37EA74BF}" dt="2022-09-21T03:29:37.155" v="2410" actId="478"/>
          <ac:picMkLst>
            <pc:docMk/>
            <pc:sldMk cId="3715053001" sldId="313"/>
            <ac:picMk id="6" creationId="{5F302354-CA79-DF0F-D47E-E6CF100AF663}"/>
          </ac:picMkLst>
        </pc:picChg>
        <pc:picChg chg="del">
          <ac:chgData name="Thanh Nguyen" userId="c61a4279c1788c98" providerId="LiveId" clId="{5F4F1EC9-4E3D-4207-B9EA-1D4B37EA74BF}" dt="2022-09-21T01:49:08.323" v="122" actId="478"/>
          <ac:picMkLst>
            <pc:docMk/>
            <pc:sldMk cId="3715053001" sldId="313"/>
            <ac:picMk id="7" creationId="{28B20730-13D4-6FD6-446D-664176E1A812}"/>
          </ac:picMkLst>
        </pc:picChg>
        <pc:picChg chg="add mod">
          <ac:chgData name="Thanh Nguyen" userId="c61a4279c1788c98" providerId="LiveId" clId="{5F4F1EC9-4E3D-4207-B9EA-1D4B37EA74BF}" dt="2022-09-21T03:29:46.176" v="2413" actId="14100"/>
          <ac:picMkLst>
            <pc:docMk/>
            <pc:sldMk cId="3715053001" sldId="313"/>
            <ac:picMk id="6146" creationId="{E958E847-2552-BB95-1B2C-B018A6564BFA}"/>
          </ac:picMkLst>
        </pc:picChg>
      </pc:sldChg>
      <pc:sldChg chg="delSp add del mod">
        <pc:chgData name="Thanh Nguyen" userId="c61a4279c1788c98" providerId="LiveId" clId="{5F4F1EC9-4E3D-4207-B9EA-1D4B37EA74BF}" dt="2022-09-21T03:31:55.415" v="2435" actId="2696"/>
        <pc:sldMkLst>
          <pc:docMk/>
          <pc:sldMk cId="2643798787" sldId="314"/>
        </pc:sldMkLst>
        <pc:picChg chg="del">
          <ac:chgData name="Thanh Nguyen" userId="c61a4279c1788c98" providerId="LiveId" clId="{5F4F1EC9-4E3D-4207-B9EA-1D4B37EA74BF}" dt="2022-09-21T01:49:29.132" v="126" actId="478"/>
          <ac:picMkLst>
            <pc:docMk/>
            <pc:sldMk cId="2643798787" sldId="314"/>
            <ac:picMk id="6" creationId="{5F302354-CA79-DF0F-D47E-E6CF100AF663}"/>
          </ac:picMkLst>
        </pc:picChg>
      </pc:sldChg>
      <pc:sldChg chg="addSp modSp add mod modNotes modNotesTx">
        <pc:chgData name="Thanh Nguyen" userId="c61a4279c1788c98" providerId="LiveId" clId="{5F4F1EC9-4E3D-4207-B9EA-1D4B37EA74BF}" dt="2022-09-21T03:36:33.168" v="2484" actId="27636"/>
        <pc:sldMkLst>
          <pc:docMk/>
          <pc:sldMk cId="1105975231" sldId="315"/>
        </pc:sldMkLst>
        <pc:spChg chg="mod">
          <ac:chgData name="Thanh Nguyen" userId="c61a4279c1788c98" providerId="LiveId" clId="{5F4F1EC9-4E3D-4207-B9EA-1D4B37EA74BF}" dt="2022-09-21T01:50:26.878" v="193" actId="20577"/>
          <ac:spMkLst>
            <pc:docMk/>
            <pc:sldMk cId="1105975231" sldId="315"/>
            <ac:spMk id="3" creationId="{00000000-0000-0000-0000-000000000000}"/>
          </ac:spMkLst>
        </pc:spChg>
        <pc:picChg chg="add mod">
          <ac:chgData name="Thanh Nguyen" userId="c61a4279c1788c98" providerId="LiveId" clId="{5F4F1EC9-4E3D-4207-B9EA-1D4B37EA74BF}" dt="2022-09-21T03:33:12.878" v="2455" actId="14100"/>
          <ac:picMkLst>
            <pc:docMk/>
            <pc:sldMk cId="1105975231" sldId="315"/>
            <ac:picMk id="7170" creationId="{7C19670C-6595-203E-E78E-BEB2CA43701B}"/>
          </ac:picMkLst>
        </pc:picChg>
      </pc:sldChg>
      <pc:sldChg chg="modSp add mod">
        <pc:chgData name="Thanh Nguyen" userId="c61a4279c1788c98" providerId="LiveId" clId="{5F4F1EC9-4E3D-4207-B9EA-1D4B37EA74BF}" dt="2022-09-21T01:51:19.055" v="237" actId="6549"/>
        <pc:sldMkLst>
          <pc:docMk/>
          <pc:sldMk cId="655598868" sldId="316"/>
        </pc:sldMkLst>
        <pc:spChg chg="mod">
          <ac:chgData name="Thanh Nguyen" userId="c61a4279c1788c98" providerId="LiveId" clId="{5F4F1EC9-4E3D-4207-B9EA-1D4B37EA74BF}" dt="2022-09-21T01:50:47.809" v="216" actId="20577"/>
          <ac:spMkLst>
            <pc:docMk/>
            <pc:sldMk cId="655598868" sldId="316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1:51:19.055" v="237" actId="6549"/>
          <ac:spMkLst>
            <pc:docMk/>
            <pc:sldMk cId="655598868" sldId="316"/>
            <ac:spMk id="3" creationId="{00000000-0000-0000-0000-000000000000}"/>
          </ac:spMkLst>
        </pc:spChg>
      </pc:sldChg>
      <pc:sldChg chg="addSp modSp add mod">
        <pc:chgData name="Thanh Nguyen" userId="c61a4279c1788c98" providerId="LiveId" clId="{5F4F1EC9-4E3D-4207-B9EA-1D4B37EA74BF}" dt="2022-09-21T03:37:11.611" v="2639" actId="1038"/>
        <pc:sldMkLst>
          <pc:docMk/>
          <pc:sldMk cId="2120969724" sldId="317"/>
        </pc:sldMkLst>
        <pc:spChg chg="mod">
          <ac:chgData name="Thanh Nguyen" userId="c61a4279c1788c98" providerId="LiveId" clId="{5F4F1EC9-4E3D-4207-B9EA-1D4B37EA74BF}" dt="2022-09-21T01:51:42.694" v="282" actId="20577"/>
          <ac:spMkLst>
            <pc:docMk/>
            <pc:sldMk cId="2120969724" sldId="317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1:52:25.746" v="297" actId="20577"/>
          <ac:spMkLst>
            <pc:docMk/>
            <pc:sldMk cId="2120969724" sldId="317"/>
            <ac:spMk id="3" creationId="{00000000-0000-0000-0000-000000000000}"/>
          </ac:spMkLst>
        </pc:spChg>
        <pc:spChg chg="add mod">
          <ac:chgData name="Thanh Nguyen" userId="c61a4279c1788c98" providerId="LiveId" clId="{5F4F1EC9-4E3D-4207-B9EA-1D4B37EA74BF}" dt="2022-09-21T03:35:16.489" v="2463" actId="1037"/>
          <ac:spMkLst>
            <pc:docMk/>
            <pc:sldMk cId="2120969724" sldId="317"/>
            <ac:spMk id="6" creationId="{BF15B658-5B2C-4D68-8DD6-28BC77E00ED3}"/>
          </ac:spMkLst>
        </pc:spChg>
        <pc:spChg chg="add mod">
          <ac:chgData name="Thanh Nguyen" userId="c61a4279c1788c98" providerId="LiveId" clId="{5F4F1EC9-4E3D-4207-B9EA-1D4B37EA74BF}" dt="2022-09-21T03:35:20.199" v="2467" actId="1037"/>
          <ac:spMkLst>
            <pc:docMk/>
            <pc:sldMk cId="2120969724" sldId="317"/>
            <ac:spMk id="7" creationId="{92BFDEF7-166C-0F8E-D521-DCF389D33347}"/>
          </ac:spMkLst>
        </pc:spChg>
        <pc:spChg chg="add mod">
          <ac:chgData name="Thanh Nguyen" userId="c61a4279c1788c98" providerId="LiveId" clId="{5F4F1EC9-4E3D-4207-B9EA-1D4B37EA74BF}" dt="2022-09-21T03:35:47.648" v="2480" actId="14100"/>
          <ac:spMkLst>
            <pc:docMk/>
            <pc:sldMk cId="2120969724" sldId="317"/>
            <ac:spMk id="8" creationId="{E4CCE9A4-6690-B62A-7E4A-28D9E32D13D9}"/>
          </ac:spMkLst>
        </pc:spChg>
        <pc:spChg chg="add mod">
          <ac:chgData name="Thanh Nguyen" userId="c61a4279c1788c98" providerId="LiveId" clId="{5F4F1EC9-4E3D-4207-B9EA-1D4B37EA74BF}" dt="2022-09-21T03:37:06.284" v="2638" actId="1035"/>
          <ac:spMkLst>
            <pc:docMk/>
            <pc:sldMk cId="2120969724" sldId="317"/>
            <ac:spMk id="9" creationId="{D2D9C1A0-CE74-7259-EDDF-7FDDF89861F4}"/>
          </ac:spMkLst>
        </pc:spChg>
        <pc:spChg chg="add mod">
          <ac:chgData name="Thanh Nguyen" userId="c61a4279c1788c98" providerId="LiveId" clId="{5F4F1EC9-4E3D-4207-B9EA-1D4B37EA74BF}" dt="2022-09-21T03:35:34.025" v="2478" actId="14100"/>
          <ac:spMkLst>
            <pc:docMk/>
            <pc:sldMk cId="2120969724" sldId="317"/>
            <ac:spMk id="10" creationId="{68BC6486-6F60-CF02-7D21-2AFC254D0B1C}"/>
          </ac:spMkLst>
        </pc:spChg>
        <pc:cxnChg chg="add mod">
          <ac:chgData name="Thanh Nguyen" userId="c61a4279c1788c98" providerId="LiveId" clId="{5F4F1EC9-4E3D-4207-B9EA-1D4B37EA74BF}" dt="2022-09-21T03:36:12.065" v="2482" actId="13822"/>
          <ac:cxnSpMkLst>
            <pc:docMk/>
            <pc:sldMk cId="2120969724" sldId="317"/>
            <ac:cxnSpMk id="12" creationId="{E397D37C-6BA8-B7B7-2DB0-F61D859065B9}"/>
          </ac:cxnSpMkLst>
        </pc:cxnChg>
        <pc:cxnChg chg="add mod">
          <ac:chgData name="Thanh Nguyen" userId="c61a4279c1788c98" providerId="LiveId" clId="{5F4F1EC9-4E3D-4207-B9EA-1D4B37EA74BF}" dt="2022-09-21T03:36:42.194" v="2511" actId="1038"/>
          <ac:cxnSpMkLst>
            <pc:docMk/>
            <pc:sldMk cId="2120969724" sldId="317"/>
            <ac:cxnSpMk id="13" creationId="{9E74FBA4-2E24-1A2D-B6F1-D76DB43FF624}"/>
          </ac:cxnSpMkLst>
        </pc:cxnChg>
        <pc:cxnChg chg="add mod">
          <ac:chgData name="Thanh Nguyen" userId="c61a4279c1788c98" providerId="LiveId" clId="{5F4F1EC9-4E3D-4207-B9EA-1D4B37EA74BF}" dt="2022-09-21T03:37:11.611" v="2639" actId="1038"/>
          <ac:cxnSpMkLst>
            <pc:docMk/>
            <pc:sldMk cId="2120969724" sldId="317"/>
            <ac:cxnSpMk id="14" creationId="{576D4ACE-7272-6F39-5C0B-A9D933E4CEA8}"/>
          </ac:cxnSpMkLst>
        </pc:cxnChg>
        <pc:cxnChg chg="add mod">
          <ac:chgData name="Thanh Nguyen" userId="c61a4279c1788c98" providerId="LiveId" clId="{5F4F1EC9-4E3D-4207-B9EA-1D4B37EA74BF}" dt="2022-09-21T03:36:58.038" v="2637" actId="1035"/>
          <ac:cxnSpMkLst>
            <pc:docMk/>
            <pc:sldMk cId="2120969724" sldId="317"/>
            <ac:cxnSpMk id="15" creationId="{1021DFED-8360-C10E-847B-A95073DD5525}"/>
          </ac:cxnSpMkLst>
        </pc:cxnChg>
      </pc:sldChg>
      <pc:sldChg chg="addSp delSp modSp add mod">
        <pc:chgData name="Thanh Nguyen" userId="c61a4279c1788c98" providerId="LiveId" clId="{5F4F1EC9-4E3D-4207-B9EA-1D4B37EA74BF}" dt="2022-09-21T03:47:34.489" v="3024" actId="404"/>
        <pc:sldMkLst>
          <pc:docMk/>
          <pc:sldMk cId="4238968016" sldId="318"/>
        </pc:sldMkLst>
        <pc:spChg chg="mod">
          <ac:chgData name="Thanh Nguyen" userId="c61a4279c1788c98" providerId="LiveId" clId="{5F4F1EC9-4E3D-4207-B9EA-1D4B37EA74BF}" dt="2022-09-21T03:43:49.009" v="2922" actId="20577"/>
          <ac:spMkLst>
            <pc:docMk/>
            <pc:sldMk cId="4238968016" sldId="318"/>
            <ac:spMk id="3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55:24.599" v="424" actId="478"/>
          <ac:spMkLst>
            <pc:docMk/>
            <pc:sldMk cId="4238968016" sldId="318"/>
            <ac:spMk id="6" creationId="{BF15B658-5B2C-4D68-8DD6-28BC77E00ED3}"/>
          </ac:spMkLst>
        </pc:spChg>
        <pc:spChg chg="del">
          <ac:chgData name="Thanh Nguyen" userId="c61a4279c1788c98" providerId="LiveId" clId="{5F4F1EC9-4E3D-4207-B9EA-1D4B37EA74BF}" dt="2022-09-21T01:55:26.055" v="425" actId="478"/>
          <ac:spMkLst>
            <pc:docMk/>
            <pc:sldMk cId="4238968016" sldId="318"/>
            <ac:spMk id="7" creationId="{92BFDEF7-166C-0F8E-D521-DCF389D33347}"/>
          </ac:spMkLst>
        </pc:spChg>
        <pc:spChg chg="del">
          <ac:chgData name="Thanh Nguyen" userId="c61a4279c1788c98" providerId="LiveId" clId="{5F4F1EC9-4E3D-4207-B9EA-1D4B37EA74BF}" dt="2022-09-21T01:55:27.178" v="426" actId="478"/>
          <ac:spMkLst>
            <pc:docMk/>
            <pc:sldMk cId="4238968016" sldId="318"/>
            <ac:spMk id="8" creationId="{E4CCE9A4-6690-B62A-7E4A-28D9E32D13D9}"/>
          </ac:spMkLst>
        </pc:spChg>
        <pc:spChg chg="del">
          <ac:chgData name="Thanh Nguyen" userId="c61a4279c1788c98" providerId="LiveId" clId="{5F4F1EC9-4E3D-4207-B9EA-1D4B37EA74BF}" dt="2022-09-21T01:55:27.862" v="427" actId="478"/>
          <ac:spMkLst>
            <pc:docMk/>
            <pc:sldMk cId="4238968016" sldId="318"/>
            <ac:spMk id="9" creationId="{D2D9C1A0-CE74-7259-EDDF-7FDDF89861F4}"/>
          </ac:spMkLst>
        </pc:spChg>
        <pc:spChg chg="del">
          <ac:chgData name="Thanh Nguyen" userId="c61a4279c1788c98" providerId="LiveId" clId="{5F4F1EC9-4E3D-4207-B9EA-1D4B37EA74BF}" dt="2022-09-21T01:55:28.589" v="428" actId="478"/>
          <ac:spMkLst>
            <pc:docMk/>
            <pc:sldMk cId="4238968016" sldId="318"/>
            <ac:spMk id="10" creationId="{68BC6486-6F60-CF02-7D21-2AFC254D0B1C}"/>
          </ac:spMkLst>
        </pc:spChg>
        <pc:spChg chg="add mod ord">
          <ac:chgData name="Thanh Nguyen" userId="c61a4279c1788c98" providerId="LiveId" clId="{5F4F1EC9-4E3D-4207-B9EA-1D4B37EA74BF}" dt="2022-09-21T03:47:34.489" v="3024" actId="404"/>
          <ac:spMkLst>
            <pc:docMk/>
            <pc:sldMk cId="4238968016" sldId="318"/>
            <ac:spMk id="11" creationId="{51365805-5BFF-AB69-7FD9-AC948E836507}"/>
          </ac:spMkLst>
        </pc:spChg>
        <pc:spChg chg="add mod ord">
          <ac:chgData name="Thanh Nguyen" userId="c61a4279c1788c98" providerId="LiveId" clId="{5F4F1EC9-4E3D-4207-B9EA-1D4B37EA74BF}" dt="2022-09-21T03:38:37.816" v="2697" actId="1036"/>
          <ac:spMkLst>
            <pc:docMk/>
            <pc:sldMk cId="4238968016" sldId="318"/>
            <ac:spMk id="12" creationId="{FCF64598-F920-7A6F-F6E6-C08C21C67AEA}"/>
          </ac:spMkLst>
        </pc:spChg>
        <pc:spChg chg="add mod">
          <ac:chgData name="Thanh Nguyen" userId="c61a4279c1788c98" providerId="LiveId" clId="{5F4F1EC9-4E3D-4207-B9EA-1D4B37EA74BF}" dt="2022-09-21T03:43:31.906" v="2890" actId="1076"/>
          <ac:spMkLst>
            <pc:docMk/>
            <pc:sldMk cId="4238968016" sldId="318"/>
            <ac:spMk id="13" creationId="{3867F86C-DB18-74E6-4127-981A94FDF97D}"/>
          </ac:spMkLst>
        </pc:spChg>
        <pc:spChg chg="add mod">
          <ac:chgData name="Thanh Nguyen" userId="c61a4279c1788c98" providerId="LiveId" clId="{5F4F1EC9-4E3D-4207-B9EA-1D4B37EA74BF}" dt="2022-09-21T03:46:51.165" v="3007" actId="1035"/>
          <ac:spMkLst>
            <pc:docMk/>
            <pc:sldMk cId="4238968016" sldId="318"/>
            <ac:spMk id="14" creationId="{E9CF9006-3340-F223-F47B-8086D1F2AA18}"/>
          </ac:spMkLst>
        </pc:spChg>
        <pc:spChg chg="add mod">
          <ac:chgData name="Thanh Nguyen" userId="c61a4279c1788c98" providerId="LiveId" clId="{5F4F1EC9-4E3D-4207-B9EA-1D4B37EA74BF}" dt="2022-09-21T03:43:26.378" v="2889" actId="1037"/>
          <ac:spMkLst>
            <pc:docMk/>
            <pc:sldMk cId="4238968016" sldId="318"/>
            <ac:spMk id="15" creationId="{E3DAD86B-F146-249C-EFFF-C4B91B1F816D}"/>
          </ac:spMkLst>
        </pc:spChg>
        <pc:spChg chg="add mod">
          <ac:chgData name="Thanh Nguyen" userId="c61a4279c1788c98" providerId="LiveId" clId="{5F4F1EC9-4E3D-4207-B9EA-1D4B37EA74BF}" dt="2022-09-21T03:43:06.349" v="2878" actId="1036"/>
          <ac:spMkLst>
            <pc:docMk/>
            <pc:sldMk cId="4238968016" sldId="318"/>
            <ac:spMk id="16" creationId="{77D08FD9-6E39-29EE-6A14-CC338F739177}"/>
          </ac:spMkLst>
        </pc:spChg>
        <pc:spChg chg="add mod">
          <ac:chgData name="Thanh Nguyen" userId="c61a4279c1788c98" providerId="LiveId" clId="{5F4F1EC9-4E3D-4207-B9EA-1D4B37EA74BF}" dt="2022-09-21T03:47:13.832" v="3018" actId="1037"/>
          <ac:spMkLst>
            <pc:docMk/>
            <pc:sldMk cId="4238968016" sldId="318"/>
            <ac:spMk id="17" creationId="{A297F84B-0F67-FFA7-3B62-E2DC6E0120F1}"/>
          </ac:spMkLst>
        </pc:spChg>
        <pc:spChg chg="add mod">
          <ac:chgData name="Thanh Nguyen" userId="c61a4279c1788c98" providerId="LiveId" clId="{5F4F1EC9-4E3D-4207-B9EA-1D4B37EA74BF}" dt="2022-09-21T03:43:16.856" v="2884" actId="1036"/>
          <ac:spMkLst>
            <pc:docMk/>
            <pc:sldMk cId="4238968016" sldId="318"/>
            <ac:spMk id="18" creationId="{1DF381AE-83C0-A113-7896-2F6F24A07372}"/>
          </ac:spMkLst>
        </pc:spChg>
        <pc:spChg chg="add mod">
          <ac:chgData name="Thanh Nguyen" userId="c61a4279c1788c98" providerId="LiveId" clId="{5F4F1EC9-4E3D-4207-B9EA-1D4B37EA74BF}" dt="2022-09-21T03:43:34.587" v="2892" actId="1035"/>
          <ac:spMkLst>
            <pc:docMk/>
            <pc:sldMk cId="4238968016" sldId="318"/>
            <ac:spMk id="19" creationId="{09368747-872B-CEE2-2864-18F066BA625E}"/>
          </ac:spMkLst>
        </pc:spChg>
        <pc:spChg chg="add mod">
          <ac:chgData name="Thanh Nguyen" userId="c61a4279c1788c98" providerId="LiveId" clId="{5F4F1EC9-4E3D-4207-B9EA-1D4B37EA74BF}" dt="2022-09-21T03:47:07.190" v="3016" actId="1076"/>
          <ac:spMkLst>
            <pc:docMk/>
            <pc:sldMk cId="4238968016" sldId="318"/>
            <ac:spMk id="20" creationId="{F8B1BC6B-A172-87C2-05FF-AF68EBBB5AB5}"/>
          </ac:spMkLst>
        </pc:spChg>
        <pc:cxnChg chg="add mod">
          <ac:chgData name="Thanh Nguyen" userId="c61a4279c1788c98" providerId="LiveId" clId="{5F4F1EC9-4E3D-4207-B9EA-1D4B37EA74BF}" dt="2022-09-21T03:47:21.158" v="3022" actId="1038"/>
          <ac:cxnSpMkLst>
            <pc:docMk/>
            <pc:sldMk cId="4238968016" sldId="318"/>
            <ac:cxnSpMk id="22" creationId="{9567974F-D5F1-E23E-BA6A-64AFB1090754}"/>
          </ac:cxnSpMkLst>
        </pc:cxnChg>
        <pc:cxnChg chg="add mod">
          <ac:chgData name="Thanh Nguyen" userId="c61a4279c1788c98" providerId="LiveId" clId="{5F4F1EC9-4E3D-4207-B9EA-1D4B37EA74BF}" dt="2022-09-21T03:47:00.944" v="3015" actId="1037"/>
          <ac:cxnSpMkLst>
            <pc:docMk/>
            <pc:sldMk cId="4238968016" sldId="318"/>
            <ac:cxnSpMk id="24" creationId="{63CCFBDC-9EC5-EFBB-7D76-1DCAA2255135}"/>
          </ac:cxnSpMkLst>
        </pc:cxnChg>
        <pc:cxnChg chg="add mod">
          <ac:chgData name="Thanh Nguyen" userId="c61a4279c1788c98" providerId="LiveId" clId="{5F4F1EC9-4E3D-4207-B9EA-1D4B37EA74BF}" dt="2022-09-21T03:44:41.357" v="2930" actId="1076"/>
          <ac:cxnSpMkLst>
            <pc:docMk/>
            <pc:sldMk cId="4238968016" sldId="318"/>
            <ac:cxnSpMk id="25" creationId="{5873010D-5DC6-EC77-8E02-F4C1B1C19A4E}"/>
          </ac:cxnSpMkLst>
        </pc:cxnChg>
        <pc:cxnChg chg="add del mod">
          <ac:chgData name="Thanh Nguyen" userId="c61a4279c1788c98" providerId="LiveId" clId="{5F4F1EC9-4E3D-4207-B9EA-1D4B37EA74BF}" dt="2022-09-21T03:46:24.544" v="2968" actId="478"/>
          <ac:cxnSpMkLst>
            <pc:docMk/>
            <pc:sldMk cId="4238968016" sldId="318"/>
            <ac:cxnSpMk id="26" creationId="{117277AE-5755-E68D-5231-728B0131F88F}"/>
          </ac:cxnSpMkLst>
        </pc:cxnChg>
        <pc:cxnChg chg="add mod">
          <ac:chgData name="Thanh Nguyen" userId="c61a4279c1788c98" providerId="LiveId" clId="{5F4F1EC9-4E3D-4207-B9EA-1D4B37EA74BF}" dt="2022-09-21T03:45:12.074" v="2937" actId="1076"/>
          <ac:cxnSpMkLst>
            <pc:docMk/>
            <pc:sldMk cId="4238968016" sldId="318"/>
            <ac:cxnSpMk id="29" creationId="{D5C1923B-10A0-FB43-7313-BF9139B5730F}"/>
          </ac:cxnSpMkLst>
        </pc:cxnChg>
        <pc:cxnChg chg="add mod">
          <ac:chgData name="Thanh Nguyen" userId="c61a4279c1788c98" providerId="LiveId" clId="{5F4F1EC9-4E3D-4207-B9EA-1D4B37EA74BF}" dt="2022-09-21T03:45:37.466" v="2946" actId="1038"/>
          <ac:cxnSpMkLst>
            <pc:docMk/>
            <pc:sldMk cId="4238968016" sldId="318"/>
            <ac:cxnSpMk id="30" creationId="{9E11D13A-6E42-8260-8360-12F5C4EB3541}"/>
          </ac:cxnSpMkLst>
        </pc:cxnChg>
        <pc:cxnChg chg="add mod">
          <ac:chgData name="Thanh Nguyen" userId="c61a4279c1788c98" providerId="LiveId" clId="{5F4F1EC9-4E3D-4207-B9EA-1D4B37EA74BF}" dt="2022-09-21T03:45:49.283" v="2959" actId="1037"/>
          <ac:cxnSpMkLst>
            <pc:docMk/>
            <pc:sldMk cId="4238968016" sldId="318"/>
            <ac:cxnSpMk id="31" creationId="{C0A36B61-45DD-ACF9-65AB-379902458D2D}"/>
          </ac:cxnSpMkLst>
        </pc:cxnChg>
        <pc:cxnChg chg="add mod">
          <ac:chgData name="Thanh Nguyen" userId="c61a4279c1788c98" providerId="LiveId" clId="{5F4F1EC9-4E3D-4207-B9EA-1D4B37EA74BF}" dt="2022-09-21T03:46:56.857" v="3011" actId="1038"/>
          <ac:cxnSpMkLst>
            <pc:docMk/>
            <pc:sldMk cId="4238968016" sldId="318"/>
            <ac:cxnSpMk id="32" creationId="{AF58032A-A2C8-EE60-260E-FC79AB31E00B}"/>
          </ac:cxnSpMkLst>
        </pc:cxnChg>
        <pc:cxnChg chg="add mod">
          <ac:chgData name="Thanh Nguyen" userId="c61a4279c1788c98" providerId="LiveId" clId="{5F4F1EC9-4E3D-4207-B9EA-1D4B37EA74BF}" dt="2022-09-21T03:46:46.850" v="3004" actId="1035"/>
          <ac:cxnSpMkLst>
            <pc:docMk/>
            <pc:sldMk cId="4238968016" sldId="318"/>
            <ac:cxnSpMk id="33" creationId="{FB0C8D43-AF35-FE84-2788-570A65936BD6}"/>
          </ac:cxnSpMkLst>
        </pc:cxnChg>
      </pc:sldChg>
      <pc:sldChg chg="delSp modSp add mod modShow">
        <pc:chgData name="Thanh Nguyen" userId="c61a4279c1788c98" providerId="LiveId" clId="{5F4F1EC9-4E3D-4207-B9EA-1D4B37EA74BF}" dt="2022-09-21T03:51:00.006" v="3027" actId="729"/>
        <pc:sldMkLst>
          <pc:docMk/>
          <pc:sldMk cId="2875367198" sldId="319"/>
        </pc:sldMkLst>
        <pc:spChg chg="mod">
          <ac:chgData name="Thanh Nguyen" userId="c61a4279c1788c98" providerId="LiveId" clId="{5F4F1EC9-4E3D-4207-B9EA-1D4B37EA74BF}" dt="2022-09-21T01:56:40.328" v="471" actId="20577"/>
          <ac:spMkLst>
            <pc:docMk/>
            <pc:sldMk cId="2875367198" sldId="319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1:57:17.577" v="482" actId="20577"/>
          <ac:spMkLst>
            <pc:docMk/>
            <pc:sldMk cId="2875367198" sldId="319"/>
            <ac:spMk id="3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57:10.707" v="478" actId="478"/>
          <ac:spMkLst>
            <pc:docMk/>
            <pc:sldMk cId="2875367198" sldId="319"/>
            <ac:spMk id="11" creationId="{51365805-5BFF-AB69-7FD9-AC948E836507}"/>
          </ac:spMkLst>
        </pc:spChg>
        <pc:spChg chg="del">
          <ac:chgData name="Thanh Nguyen" userId="c61a4279c1788c98" providerId="LiveId" clId="{5F4F1EC9-4E3D-4207-B9EA-1D4B37EA74BF}" dt="2022-09-21T01:57:09.892" v="477" actId="478"/>
          <ac:spMkLst>
            <pc:docMk/>
            <pc:sldMk cId="2875367198" sldId="319"/>
            <ac:spMk id="12" creationId="{FCF64598-F920-7A6F-F6E6-C08C21C67AEA}"/>
          </ac:spMkLst>
        </pc:spChg>
        <pc:spChg chg="del">
          <ac:chgData name="Thanh Nguyen" userId="c61a4279c1788c98" providerId="LiveId" clId="{5F4F1EC9-4E3D-4207-B9EA-1D4B37EA74BF}" dt="2022-09-21T01:57:09.057" v="476" actId="478"/>
          <ac:spMkLst>
            <pc:docMk/>
            <pc:sldMk cId="2875367198" sldId="319"/>
            <ac:spMk id="13" creationId="{3867F86C-DB18-74E6-4127-981A94FDF97D}"/>
          </ac:spMkLst>
        </pc:spChg>
      </pc:sldChg>
      <pc:sldChg chg="modSp add mod ord modShow">
        <pc:chgData name="Thanh Nguyen" userId="c61a4279c1788c98" providerId="LiveId" clId="{5F4F1EC9-4E3D-4207-B9EA-1D4B37EA74BF}" dt="2022-09-21T03:50:52.091" v="3026" actId="729"/>
        <pc:sldMkLst>
          <pc:docMk/>
          <pc:sldMk cId="2404306659" sldId="320"/>
        </pc:sldMkLst>
        <pc:spChg chg="mod">
          <ac:chgData name="Thanh Nguyen" userId="c61a4279c1788c98" providerId="LiveId" clId="{5F4F1EC9-4E3D-4207-B9EA-1D4B37EA74BF}" dt="2022-09-21T01:57:53.199" v="505" actId="20577"/>
          <ac:spMkLst>
            <pc:docMk/>
            <pc:sldMk cId="2404306659" sldId="320"/>
            <ac:spMk id="2" creationId="{00000000-0000-0000-0000-000000000000}"/>
          </ac:spMkLst>
        </pc:spChg>
      </pc:sldChg>
      <pc:sldChg chg="delSp modSp add mod modShow">
        <pc:chgData name="Thanh Nguyen" userId="c61a4279c1788c98" providerId="LiveId" clId="{5F4F1EC9-4E3D-4207-B9EA-1D4B37EA74BF}" dt="2022-09-21T03:50:48.177" v="3025" actId="729"/>
        <pc:sldMkLst>
          <pc:docMk/>
          <pc:sldMk cId="3672463977" sldId="321"/>
        </pc:sldMkLst>
        <pc:spChg chg="mod">
          <ac:chgData name="Thanh Nguyen" userId="c61a4279c1788c98" providerId="LiveId" clId="{5F4F1EC9-4E3D-4207-B9EA-1D4B37EA74BF}" dt="2022-09-21T01:58:41.116" v="633" actId="20577"/>
          <ac:spMkLst>
            <pc:docMk/>
            <pc:sldMk cId="3672463977" sldId="321"/>
            <ac:spMk id="3" creationId="{00000000-0000-0000-0000-000000000000}"/>
          </ac:spMkLst>
        </pc:spChg>
        <pc:spChg chg="del">
          <ac:chgData name="Thanh Nguyen" userId="c61a4279c1788c98" providerId="LiveId" clId="{5F4F1EC9-4E3D-4207-B9EA-1D4B37EA74BF}" dt="2022-09-21T01:58:07.486" v="509" actId="478"/>
          <ac:spMkLst>
            <pc:docMk/>
            <pc:sldMk cId="3672463977" sldId="321"/>
            <ac:spMk id="11" creationId="{51365805-5BFF-AB69-7FD9-AC948E836507}"/>
          </ac:spMkLst>
        </pc:spChg>
        <pc:spChg chg="del">
          <ac:chgData name="Thanh Nguyen" userId="c61a4279c1788c98" providerId="LiveId" clId="{5F4F1EC9-4E3D-4207-B9EA-1D4B37EA74BF}" dt="2022-09-21T01:58:06.546" v="508" actId="478"/>
          <ac:spMkLst>
            <pc:docMk/>
            <pc:sldMk cId="3672463977" sldId="321"/>
            <ac:spMk id="12" creationId="{FCF64598-F920-7A6F-F6E6-C08C21C67AEA}"/>
          </ac:spMkLst>
        </pc:spChg>
        <pc:spChg chg="del">
          <ac:chgData name="Thanh Nguyen" userId="c61a4279c1788c98" providerId="LiveId" clId="{5F4F1EC9-4E3D-4207-B9EA-1D4B37EA74BF}" dt="2022-09-21T01:58:05.639" v="507" actId="478"/>
          <ac:spMkLst>
            <pc:docMk/>
            <pc:sldMk cId="3672463977" sldId="321"/>
            <ac:spMk id="13" creationId="{3867F86C-DB18-74E6-4127-981A94FDF97D}"/>
          </ac:spMkLst>
        </pc:spChg>
      </pc:sldChg>
      <pc:sldChg chg="modSp add mod modShow">
        <pc:chgData name="Thanh Nguyen" userId="c61a4279c1788c98" providerId="LiveId" clId="{5F4F1EC9-4E3D-4207-B9EA-1D4B37EA74BF}" dt="2022-09-21T03:50:48.177" v="3025" actId="729"/>
        <pc:sldMkLst>
          <pc:docMk/>
          <pc:sldMk cId="930984575" sldId="322"/>
        </pc:sldMkLst>
        <pc:spChg chg="mod">
          <ac:chgData name="Thanh Nguyen" userId="c61a4279c1788c98" providerId="LiveId" clId="{5F4F1EC9-4E3D-4207-B9EA-1D4B37EA74BF}" dt="2022-09-21T01:59:25.547" v="643" actId="20577"/>
          <ac:spMkLst>
            <pc:docMk/>
            <pc:sldMk cId="930984575" sldId="322"/>
            <ac:spMk id="3" creationId="{00000000-0000-0000-0000-000000000000}"/>
          </ac:spMkLst>
        </pc:spChg>
      </pc:sldChg>
      <pc:sldChg chg="modSp add mod modShow">
        <pc:chgData name="Thanh Nguyen" userId="c61a4279c1788c98" providerId="LiveId" clId="{5F4F1EC9-4E3D-4207-B9EA-1D4B37EA74BF}" dt="2022-09-21T03:50:48.177" v="3025" actId="729"/>
        <pc:sldMkLst>
          <pc:docMk/>
          <pc:sldMk cId="2245499410" sldId="323"/>
        </pc:sldMkLst>
        <pc:spChg chg="mod">
          <ac:chgData name="Thanh Nguyen" userId="c61a4279c1788c98" providerId="LiveId" clId="{5F4F1EC9-4E3D-4207-B9EA-1D4B37EA74BF}" dt="2022-09-21T01:59:48.726" v="646" actId="20577"/>
          <ac:spMkLst>
            <pc:docMk/>
            <pc:sldMk cId="2245499410" sldId="323"/>
            <ac:spMk id="3" creationId="{00000000-0000-0000-0000-000000000000}"/>
          </ac:spMkLst>
        </pc:spChg>
      </pc:sldChg>
      <pc:sldChg chg="modSp add mod modShow">
        <pc:chgData name="Thanh Nguyen" userId="c61a4279c1788c98" providerId="LiveId" clId="{5F4F1EC9-4E3D-4207-B9EA-1D4B37EA74BF}" dt="2022-09-21T03:50:48.177" v="3025" actId="729"/>
        <pc:sldMkLst>
          <pc:docMk/>
          <pc:sldMk cId="2553347847" sldId="324"/>
        </pc:sldMkLst>
        <pc:spChg chg="mod">
          <ac:chgData name="Thanh Nguyen" userId="c61a4279c1788c98" providerId="LiveId" clId="{5F4F1EC9-4E3D-4207-B9EA-1D4B37EA74BF}" dt="2022-09-21T02:00:17.664" v="649" actId="20577"/>
          <ac:spMkLst>
            <pc:docMk/>
            <pc:sldMk cId="2553347847" sldId="324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5F4F1EC9-4E3D-4207-B9EA-1D4B37EA74BF}" dt="2022-09-21T02:01:32.342" v="684" actId="14100"/>
        <pc:sldMkLst>
          <pc:docMk/>
          <pc:sldMk cId="535144643" sldId="325"/>
        </pc:sldMkLst>
        <pc:spChg chg="mod">
          <ac:chgData name="Thanh Nguyen" userId="c61a4279c1788c98" providerId="LiveId" clId="{5F4F1EC9-4E3D-4207-B9EA-1D4B37EA74BF}" dt="2022-09-21T02:00:38.944" v="678" actId="20577"/>
          <ac:spMkLst>
            <pc:docMk/>
            <pc:sldMk cId="535144643" sldId="325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2:01:12.473" v="680" actId="478"/>
          <ac:spMkLst>
            <pc:docMk/>
            <pc:sldMk cId="535144643" sldId="325"/>
            <ac:spMk id="3" creationId="{00000000-0000-0000-0000-000000000000}"/>
          </ac:spMkLst>
        </pc:spChg>
        <pc:spChg chg="add del mod">
          <ac:chgData name="Thanh Nguyen" userId="c61a4279c1788c98" providerId="LiveId" clId="{5F4F1EC9-4E3D-4207-B9EA-1D4B37EA74BF}" dt="2022-09-21T02:01:21.627" v="681" actId="478"/>
          <ac:spMkLst>
            <pc:docMk/>
            <pc:sldMk cId="535144643" sldId="325"/>
            <ac:spMk id="8" creationId="{3F791E84-0F77-CC7E-DAF9-5A1C463C6CD9}"/>
          </ac:spMkLst>
        </pc:spChg>
        <pc:picChg chg="add mod">
          <ac:chgData name="Thanh Nguyen" userId="c61a4279c1788c98" providerId="LiveId" clId="{5F4F1EC9-4E3D-4207-B9EA-1D4B37EA74BF}" dt="2022-09-21T02:01:32.342" v="684" actId="14100"/>
          <ac:picMkLst>
            <pc:docMk/>
            <pc:sldMk cId="535144643" sldId="325"/>
            <ac:picMk id="7" creationId="{B3E44CE4-AF9B-FDC0-52CF-B57247F776BF}"/>
          </ac:picMkLst>
        </pc:picChg>
      </pc:sldChg>
      <pc:sldChg chg="modSp add mod ord">
        <pc:chgData name="Thanh Nguyen" userId="c61a4279c1788c98" providerId="LiveId" clId="{5F4F1EC9-4E3D-4207-B9EA-1D4B37EA74BF}" dt="2022-09-21T02:02:58.983" v="712" actId="20577"/>
        <pc:sldMkLst>
          <pc:docMk/>
          <pc:sldMk cId="1716760387" sldId="326"/>
        </pc:sldMkLst>
        <pc:spChg chg="mod">
          <ac:chgData name="Thanh Nguyen" userId="c61a4279c1788c98" providerId="LiveId" clId="{5F4F1EC9-4E3D-4207-B9EA-1D4B37EA74BF}" dt="2022-09-21T02:02:02.862" v="688"/>
          <ac:spMkLst>
            <pc:docMk/>
            <pc:sldMk cId="1716760387" sldId="326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02:58.983" v="712" actId="20577"/>
          <ac:spMkLst>
            <pc:docMk/>
            <pc:sldMk cId="1716760387" sldId="326"/>
            <ac:spMk id="3" creationId="{00000000-0000-0000-0000-000000000000}"/>
          </ac:spMkLst>
        </pc:spChg>
      </pc:sldChg>
      <pc:sldChg chg="addSp delSp modSp add mod ord">
        <pc:chgData name="Thanh Nguyen" userId="c61a4279c1788c98" providerId="LiveId" clId="{5F4F1EC9-4E3D-4207-B9EA-1D4B37EA74BF}" dt="2022-09-21T02:03:36.823" v="723" actId="22"/>
        <pc:sldMkLst>
          <pc:docMk/>
          <pc:sldMk cId="1769590013" sldId="327"/>
        </pc:sldMkLst>
        <pc:spChg chg="mod">
          <ac:chgData name="Thanh Nguyen" userId="c61a4279c1788c98" providerId="LiveId" clId="{5F4F1EC9-4E3D-4207-B9EA-1D4B37EA74BF}" dt="2022-09-21T02:03:19.296" v="722" actId="20577"/>
          <ac:spMkLst>
            <pc:docMk/>
            <pc:sldMk cId="1769590013" sldId="327"/>
            <ac:spMk id="2" creationId="{00000000-0000-0000-0000-000000000000}"/>
          </ac:spMkLst>
        </pc:spChg>
        <pc:picChg chg="add">
          <ac:chgData name="Thanh Nguyen" userId="c61a4279c1788c98" providerId="LiveId" clId="{5F4F1EC9-4E3D-4207-B9EA-1D4B37EA74BF}" dt="2022-09-21T02:03:36.823" v="723" actId="22"/>
          <ac:picMkLst>
            <pc:docMk/>
            <pc:sldMk cId="1769590013" sldId="327"/>
            <ac:picMk id="6" creationId="{3C90D1AE-9DFA-7AAA-BCE1-CAAD0F904E53}"/>
          </ac:picMkLst>
        </pc:picChg>
        <pc:picChg chg="del">
          <ac:chgData name="Thanh Nguyen" userId="c61a4279c1788c98" providerId="LiveId" clId="{5F4F1EC9-4E3D-4207-B9EA-1D4B37EA74BF}" dt="2022-09-21T02:03:13.530" v="716" actId="478"/>
          <ac:picMkLst>
            <pc:docMk/>
            <pc:sldMk cId="1769590013" sldId="327"/>
            <ac:picMk id="7" creationId="{B3E44CE4-AF9B-FDC0-52CF-B57247F776BF}"/>
          </ac:picMkLst>
        </pc:picChg>
      </pc:sldChg>
      <pc:sldChg chg="addSp delSp modSp add mod">
        <pc:chgData name="Thanh Nguyen" userId="c61a4279c1788c98" providerId="LiveId" clId="{5F4F1EC9-4E3D-4207-B9EA-1D4B37EA74BF}" dt="2022-09-21T03:58:23.128" v="3034" actId="14100"/>
        <pc:sldMkLst>
          <pc:docMk/>
          <pc:sldMk cId="1934474886" sldId="328"/>
        </pc:sldMkLst>
        <pc:spChg chg="mod">
          <ac:chgData name="Thanh Nguyen" userId="c61a4279c1788c98" providerId="LiveId" clId="{5F4F1EC9-4E3D-4207-B9EA-1D4B37EA74BF}" dt="2022-09-21T02:03:55.499" v="728" actId="20577"/>
          <ac:spMkLst>
            <pc:docMk/>
            <pc:sldMk cId="1934474886" sldId="328"/>
            <ac:spMk id="2" creationId="{00000000-0000-0000-0000-000000000000}"/>
          </ac:spMkLst>
        </pc:spChg>
        <pc:picChg chg="del">
          <ac:chgData name="Thanh Nguyen" userId="c61a4279c1788c98" providerId="LiveId" clId="{5F4F1EC9-4E3D-4207-B9EA-1D4B37EA74BF}" dt="2022-09-21T02:04:02.498" v="729" actId="478"/>
          <ac:picMkLst>
            <pc:docMk/>
            <pc:sldMk cId="1934474886" sldId="328"/>
            <ac:picMk id="6" creationId="{3C90D1AE-9DFA-7AAA-BCE1-CAAD0F904E53}"/>
          </ac:picMkLst>
        </pc:picChg>
        <pc:picChg chg="add mod">
          <ac:chgData name="Thanh Nguyen" userId="c61a4279c1788c98" providerId="LiveId" clId="{5F4F1EC9-4E3D-4207-B9EA-1D4B37EA74BF}" dt="2022-09-21T03:58:23.128" v="3034" actId="14100"/>
          <ac:picMkLst>
            <pc:docMk/>
            <pc:sldMk cId="1934474886" sldId="328"/>
            <ac:picMk id="9218" creationId="{A9567D85-21F8-93EB-DB21-85A4F37D3624}"/>
          </ac:picMkLst>
        </pc:picChg>
      </pc:sldChg>
      <pc:sldChg chg="addSp modSp add mod">
        <pc:chgData name="Thanh Nguyen" userId="c61a4279c1788c98" providerId="LiveId" clId="{5F4F1EC9-4E3D-4207-B9EA-1D4B37EA74BF}" dt="2022-09-21T03:55:36.077" v="3031" actId="14100"/>
        <pc:sldMkLst>
          <pc:docMk/>
          <pc:sldMk cId="4163037705" sldId="329"/>
        </pc:sldMkLst>
        <pc:spChg chg="mod">
          <ac:chgData name="Thanh Nguyen" userId="c61a4279c1788c98" providerId="LiveId" clId="{5F4F1EC9-4E3D-4207-B9EA-1D4B37EA74BF}" dt="2022-09-21T02:04:24.838" v="766" actId="14100"/>
          <ac:spMkLst>
            <pc:docMk/>
            <pc:sldMk cId="4163037705" sldId="329"/>
            <ac:spMk id="2" creationId="{00000000-0000-0000-0000-000000000000}"/>
          </ac:spMkLst>
        </pc:spChg>
        <pc:picChg chg="add mod">
          <ac:chgData name="Thanh Nguyen" userId="c61a4279c1788c98" providerId="LiveId" clId="{5F4F1EC9-4E3D-4207-B9EA-1D4B37EA74BF}" dt="2022-09-21T03:55:36.077" v="3031" actId="14100"/>
          <ac:picMkLst>
            <pc:docMk/>
            <pc:sldMk cId="4163037705" sldId="329"/>
            <ac:picMk id="8194" creationId="{446A34F0-F6F8-4887-C756-78C7F39E81B1}"/>
          </ac:picMkLst>
        </pc:picChg>
      </pc:sldChg>
      <pc:sldChg chg="modSp add mod ord">
        <pc:chgData name="Thanh Nguyen" userId="c61a4279c1788c98" providerId="LiveId" clId="{5F4F1EC9-4E3D-4207-B9EA-1D4B37EA74BF}" dt="2022-09-21T02:05:17.768" v="796" actId="20577"/>
        <pc:sldMkLst>
          <pc:docMk/>
          <pc:sldMk cId="2153696190" sldId="330"/>
        </pc:sldMkLst>
        <pc:spChg chg="mod">
          <ac:chgData name="Thanh Nguyen" userId="c61a4279c1788c98" providerId="LiveId" clId="{5F4F1EC9-4E3D-4207-B9EA-1D4B37EA74BF}" dt="2022-09-21T02:05:17.768" v="796" actId="20577"/>
          <ac:spMkLst>
            <pc:docMk/>
            <pc:sldMk cId="2153696190" sldId="330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05:08.051" v="785" actId="20577"/>
          <ac:spMkLst>
            <pc:docMk/>
            <pc:sldMk cId="2153696190" sldId="330"/>
            <ac:spMk id="3" creationId="{00000000-0000-0000-0000-000000000000}"/>
          </ac:spMkLst>
        </pc:spChg>
      </pc:sldChg>
      <pc:sldChg chg="addSp modSp add mod">
        <pc:chgData name="Thanh Nguyen" userId="c61a4279c1788c98" providerId="LiveId" clId="{5F4F1EC9-4E3D-4207-B9EA-1D4B37EA74BF}" dt="2022-09-21T04:00:01.018" v="3042" actId="14100"/>
        <pc:sldMkLst>
          <pc:docMk/>
          <pc:sldMk cId="951261425" sldId="331"/>
        </pc:sldMkLst>
        <pc:spChg chg="mod">
          <ac:chgData name="Thanh Nguyen" userId="c61a4279c1788c98" providerId="LiveId" clId="{5F4F1EC9-4E3D-4207-B9EA-1D4B37EA74BF}" dt="2022-09-21T02:05:43.317" v="806" actId="20577"/>
          <ac:spMkLst>
            <pc:docMk/>
            <pc:sldMk cId="951261425" sldId="331"/>
            <ac:spMk id="3" creationId="{00000000-0000-0000-0000-000000000000}"/>
          </ac:spMkLst>
        </pc:spChg>
        <pc:picChg chg="add mod">
          <ac:chgData name="Thanh Nguyen" userId="c61a4279c1788c98" providerId="LiveId" clId="{5F4F1EC9-4E3D-4207-B9EA-1D4B37EA74BF}" dt="2022-09-21T03:59:58.142" v="3041" actId="14100"/>
          <ac:picMkLst>
            <pc:docMk/>
            <pc:sldMk cId="951261425" sldId="331"/>
            <ac:picMk id="10242" creationId="{0A86E4D7-BF31-B05D-B56B-466B4F70E240}"/>
          </ac:picMkLst>
        </pc:picChg>
        <pc:picChg chg="add mod">
          <ac:chgData name="Thanh Nguyen" userId="c61a4279c1788c98" providerId="LiveId" clId="{5F4F1EC9-4E3D-4207-B9EA-1D4B37EA74BF}" dt="2022-09-21T04:00:01.018" v="3042" actId="14100"/>
          <ac:picMkLst>
            <pc:docMk/>
            <pc:sldMk cId="951261425" sldId="331"/>
            <ac:picMk id="10244" creationId="{6958DDA3-E2D4-0822-1500-66FB3BADBEB3}"/>
          </ac:picMkLst>
        </pc:picChg>
      </pc:sldChg>
      <pc:sldChg chg="addSp delSp modSp add mod">
        <pc:chgData name="Thanh Nguyen" userId="c61a4279c1788c98" providerId="LiveId" clId="{5F4F1EC9-4E3D-4207-B9EA-1D4B37EA74BF}" dt="2022-09-21T04:02:04.865" v="3055" actId="1076"/>
        <pc:sldMkLst>
          <pc:docMk/>
          <pc:sldMk cId="2962142168" sldId="332"/>
        </pc:sldMkLst>
        <pc:spChg chg="mod">
          <ac:chgData name="Thanh Nguyen" userId="c61a4279c1788c98" providerId="LiveId" clId="{5F4F1EC9-4E3D-4207-B9EA-1D4B37EA74BF}" dt="2022-09-21T02:06:12.260" v="839" actId="20577"/>
          <ac:spMkLst>
            <pc:docMk/>
            <pc:sldMk cId="2962142168" sldId="332"/>
            <ac:spMk id="3" creationId="{00000000-0000-0000-0000-000000000000}"/>
          </ac:spMkLst>
        </pc:spChg>
        <pc:picChg chg="add del mod">
          <ac:chgData name="Thanh Nguyen" userId="c61a4279c1788c98" providerId="LiveId" clId="{5F4F1EC9-4E3D-4207-B9EA-1D4B37EA74BF}" dt="2022-09-21T04:01:52.023" v="3046" actId="478"/>
          <ac:picMkLst>
            <pc:docMk/>
            <pc:sldMk cId="2962142168" sldId="332"/>
            <ac:picMk id="11266" creationId="{89B4F09F-1E2D-00C1-D068-026516D9E8FB}"/>
          </ac:picMkLst>
        </pc:picChg>
        <pc:picChg chg="add mod">
          <ac:chgData name="Thanh Nguyen" userId="c61a4279c1788c98" providerId="LiveId" clId="{5F4F1EC9-4E3D-4207-B9EA-1D4B37EA74BF}" dt="2022-09-21T04:02:04.865" v="3055" actId="1076"/>
          <ac:picMkLst>
            <pc:docMk/>
            <pc:sldMk cId="2962142168" sldId="332"/>
            <ac:picMk id="11268" creationId="{E835CC4A-8336-0D79-376E-4A794EFF0AEA}"/>
          </ac:picMkLst>
        </pc:picChg>
      </pc:sldChg>
      <pc:sldChg chg="modSp add mod">
        <pc:chgData name="Thanh Nguyen" userId="c61a4279c1788c98" providerId="LiveId" clId="{5F4F1EC9-4E3D-4207-B9EA-1D4B37EA74BF}" dt="2022-09-21T02:07:24.868" v="885" actId="20577"/>
        <pc:sldMkLst>
          <pc:docMk/>
          <pc:sldMk cId="2812091844" sldId="333"/>
        </pc:sldMkLst>
        <pc:spChg chg="mod">
          <ac:chgData name="Thanh Nguyen" userId="c61a4279c1788c98" providerId="LiveId" clId="{5F4F1EC9-4E3D-4207-B9EA-1D4B37EA74BF}" dt="2022-09-21T02:06:32.083" v="855" actId="20577"/>
          <ac:spMkLst>
            <pc:docMk/>
            <pc:sldMk cId="2812091844" sldId="333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07:24.868" v="885" actId="20577"/>
          <ac:spMkLst>
            <pc:docMk/>
            <pc:sldMk cId="2812091844" sldId="333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08:19.066" v="918" actId="20577"/>
        <pc:sldMkLst>
          <pc:docMk/>
          <pc:sldMk cId="3327785566" sldId="334"/>
        </pc:sldMkLst>
        <pc:spChg chg="mod">
          <ac:chgData name="Thanh Nguyen" userId="c61a4279c1788c98" providerId="LiveId" clId="{5F4F1EC9-4E3D-4207-B9EA-1D4B37EA74BF}" dt="2022-09-21T02:08:19.066" v="918" actId="20577"/>
          <ac:spMkLst>
            <pc:docMk/>
            <pc:sldMk cId="3327785566" sldId="334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08:07.999" v="900" actId="20577"/>
          <ac:spMkLst>
            <pc:docMk/>
            <pc:sldMk cId="3327785566" sldId="334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0:01.745" v="950" actId="14"/>
        <pc:sldMkLst>
          <pc:docMk/>
          <pc:sldMk cId="3263217572" sldId="335"/>
        </pc:sldMkLst>
        <pc:spChg chg="mod">
          <ac:chgData name="Thanh Nguyen" userId="c61a4279c1788c98" providerId="LiveId" clId="{5F4F1EC9-4E3D-4207-B9EA-1D4B37EA74BF}" dt="2022-09-21T02:09:06.754" v="922"/>
          <ac:spMkLst>
            <pc:docMk/>
            <pc:sldMk cId="3263217572" sldId="335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0:01.745" v="950" actId="14"/>
          <ac:spMkLst>
            <pc:docMk/>
            <pc:sldMk cId="3263217572" sldId="335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0:58.986" v="963" actId="20577"/>
        <pc:sldMkLst>
          <pc:docMk/>
          <pc:sldMk cId="3436442063" sldId="336"/>
        </pc:sldMkLst>
        <pc:spChg chg="mod">
          <ac:chgData name="Thanh Nguyen" userId="c61a4279c1788c98" providerId="LiveId" clId="{5F4F1EC9-4E3D-4207-B9EA-1D4B37EA74BF}" dt="2022-09-21T02:10:31.226" v="953" actId="14100"/>
          <ac:spMkLst>
            <pc:docMk/>
            <pc:sldMk cId="3436442063" sldId="336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0:58.986" v="963" actId="20577"/>
          <ac:spMkLst>
            <pc:docMk/>
            <pc:sldMk cId="3436442063" sldId="336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1:54.080" v="983" actId="15"/>
        <pc:sldMkLst>
          <pc:docMk/>
          <pc:sldMk cId="2129972440" sldId="337"/>
        </pc:sldMkLst>
        <pc:spChg chg="mod">
          <ac:chgData name="Thanh Nguyen" userId="c61a4279c1788c98" providerId="LiveId" clId="{5F4F1EC9-4E3D-4207-B9EA-1D4B37EA74BF}" dt="2022-09-21T02:11:54.080" v="983" actId="15"/>
          <ac:spMkLst>
            <pc:docMk/>
            <pc:sldMk cId="2129972440" sldId="337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4:04:25.077" v="3061"/>
        <pc:sldMkLst>
          <pc:docMk/>
          <pc:sldMk cId="738238661" sldId="338"/>
        </pc:sldMkLst>
        <pc:spChg chg="mod">
          <ac:chgData name="Thanh Nguyen" userId="c61a4279c1788c98" providerId="LiveId" clId="{5F4F1EC9-4E3D-4207-B9EA-1D4B37EA74BF}" dt="2022-09-21T02:12:30.575" v="995" actId="20577"/>
          <ac:spMkLst>
            <pc:docMk/>
            <pc:sldMk cId="738238661" sldId="338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3:04.520" v="1016" actId="20577"/>
          <ac:spMkLst>
            <pc:docMk/>
            <pc:sldMk cId="738238661" sldId="338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5F4F1EC9-4E3D-4207-B9EA-1D4B37EA74BF}" dt="2022-09-21T04:04:48.105" v="3145" actId="20577"/>
        <pc:sldMkLst>
          <pc:docMk/>
          <pc:sldMk cId="1780317185" sldId="339"/>
        </pc:sldMkLst>
        <pc:spChg chg="mod">
          <ac:chgData name="Thanh Nguyen" userId="c61a4279c1788c98" providerId="LiveId" clId="{5F4F1EC9-4E3D-4207-B9EA-1D4B37EA74BF}" dt="2022-09-21T04:04:48.105" v="3145" actId="20577"/>
          <ac:spMkLst>
            <pc:docMk/>
            <pc:sldMk cId="1780317185" sldId="339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2:13:33.714" v="1041" actId="478"/>
          <ac:spMkLst>
            <pc:docMk/>
            <pc:sldMk cId="1780317185" sldId="339"/>
            <ac:spMk id="3" creationId="{00000000-0000-0000-0000-000000000000}"/>
          </ac:spMkLst>
        </pc:spChg>
        <pc:spChg chg="add mod">
          <ac:chgData name="Thanh Nguyen" userId="c61a4279c1788c98" providerId="LiveId" clId="{5F4F1EC9-4E3D-4207-B9EA-1D4B37EA74BF}" dt="2022-09-21T02:13:33.714" v="1041" actId="478"/>
          <ac:spMkLst>
            <pc:docMk/>
            <pc:sldMk cId="1780317185" sldId="339"/>
            <ac:spMk id="6" creationId="{2EE08DA6-B7BD-ADD3-5249-BA4EB81E0C06}"/>
          </ac:spMkLst>
        </pc:spChg>
        <pc:picChg chg="add mod">
          <ac:chgData name="Thanh Nguyen" userId="c61a4279c1788c98" providerId="LiveId" clId="{5F4F1EC9-4E3D-4207-B9EA-1D4B37EA74BF}" dt="2022-09-21T04:04:11.321" v="3059" actId="14100"/>
          <ac:picMkLst>
            <pc:docMk/>
            <pc:sldMk cId="1780317185" sldId="339"/>
            <ac:picMk id="8" creationId="{8EECFBC1-8232-D840-B914-E793CCC2FDAD}"/>
          </ac:picMkLst>
        </pc:picChg>
      </pc:sldChg>
      <pc:sldChg chg="modSp add mod">
        <pc:chgData name="Thanh Nguyen" userId="c61a4279c1788c98" providerId="LiveId" clId="{5F4F1EC9-4E3D-4207-B9EA-1D4B37EA74BF}" dt="2022-09-21T02:14:28.859" v="1097" actId="15"/>
        <pc:sldMkLst>
          <pc:docMk/>
          <pc:sldMk cId="3138243478" sldId="340"/>
        </pc:sldMkLst>
        <pc:spChg chg="mod">
          <ac:chgData name="Thanh Nguyen" userId="c61a4279c1788c98" providerId="LiveId" clId="{5F4F1EC9-4E3D-4207-B9EA-1D4B37EA74BF}" dt="2022-09-21T02:13:49.234" v="1079" actId="20577"/>
          <ac:spMkLst>
            <pc:docMk/>
            <pc:sldMk cId="3138243478" sldId="340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4:28.859" v="1097" actId="15"/>
          <ac:spMkLst>
            <pc:docMk/>
            <pc:sldMk cId="3138243478" sldId="340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2:15:42.848" v="1130" actId="20577"/>
        <pc:sldMkLst>
          <pc:docMk/>
          <pc:sldMk cId="3200686389" sldId="341"/>
        </pc:sldMkLst>
        <pc:spChg chg="mod">
          <ac:chgData name="Thanh Nguyen" userId="c61a4279c1788c98" providerId="LiveId" clId="{5F4F1EC9-4E3D-4207-B9EA-1D4B37EA74BF}" dt="2022-09-21T02:15:42.848" v="1130" actId="20577"/>
          <ac:spMkLst>
            <pc:docMk/>
            <pc:sldMk cId="3200686389" sldId="341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6:34.096" v="1145" actId="20577"/>
        <pc:sldMkLst>
          <pc:docMk/>
          <pc:sldMk cId="3116650239" sldId="342"/>
        </pc:sldMkLst>
        <pc:spChg chg="mod">
          <ac:chgData name="Thanh Nguyen" userId="c61a4279c1788c98" providerId="LiveId" clId="{5F4F1EC9-4E3D-4207-B9EA-1D4B37EA74BF}" dt="2022-09-21T02:16:17.275" v="1141"/>
          <ac:spMkLst>
            <pc:docMk/>
            <pc:sldMk cId="3116650239" sldId="342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6:34.096" v="1145" actId="20577"/>
          <ac:spMkLst>
            <pc:docMk/>
            <pc:sldMk cId="3116650239" sldId="342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2:18:08.813" v="1171" actId="20577"/>
        <pc:sldMkLst>
          <pc:docMk/>
          <pc:sldMk cId="3804478841" sldId="343"/>
        </pc:sldMkLst>
        <pc:spChg chg="mod">
          <ac:chgData name="Thanh Nguyen" userId="c61a4279c1788c98" providerId="LiveId" clId="{5F4F1EC9-4E3D-4207-B9EA-1D4B37EA74BF}" dt="2022-09-21T02:18:08.813" v="1171" actId="20577"/>
          <ac:spMkLst>
            <pc:docMk/>
            <pc:sldMk cId="3804478841" sldId="343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8:45.990" v="1202" actId="6549"/>
        <pc:sldMkLst>
          <pc:docMk/>
          <pc:sldMk cId="1609818389" sldId="344"/>
        </pc:sldMkLst>
        <pc:spChg chg="mod">
          <ac:chgData name="Thanh Nguyen" userId="c61a4279c1788c98" providerId="LiveId" clId="{5F4F1EC9-4E3D-4207-B9EA-1D4B37EA74BF}" dt="2022-09-21T02:18:27.300" v="1195" actId="20577"/>
          <ac:spMkLst>
            <pc:docMk/>
            <pc:sldMk cId="1609818389" sldId="344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8:45.990" v="1202" actId="6549"/>
          <ac:spMkLst>
            <pc:docMk/>
            <pc:sldMk cId="1609818389" sldId="344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19:50.149" v="1264" actId="20577"/>
        <pc:sldMkLst>
          <pc:docMk/>
          <pc:sldMk cId="933521514" sldId="345"/>
        </pc:sldMkLst>
        <pc:spChg chg="mod">
          <ac:chgData name="Thanh Nguyen" userId="c61a4279c1788c98" providerId="LiveId" clId="{5F4F1EC9-4E3D-4207-B9EA-1D4B37EA74BF}" dt="2022-09-21T02:19:50.149" v="1264" actId="20577"/>
          <ac:spMkLst>
            <pc:docMk/>
            <pc:sldMk cId="933521514" sldId="345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19:40.272" v="1249" actId="20577"/>
          <ac:spMkLst>
            <pc:docMk/>
            <pc:sldMk cId="933521514" sldId="345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21:34.581" v="1349" actId="20577"/>
        <pc:sldMkLst>
          <pc:docMk/>
          <pc:sldMk cId="459852743" sldId="346"/>
        </pc:sldMkLst>
        <pc:spChg chg="mod">
          <ac:chgData name="Thanh Nguyen" userId="c61a4279c1788c98" providerId="LiveId" clId="{5F4F1EC9-4E3D-4207-B9EA-1D4B37EA74BF}" dt="2022-09-21T02:20:13.209" v="1267"/>
          <ac:spMkLst>
            <pc:docMk/>
            <pc:sldMk cId="459852743" sldId="346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21:34.581" v="1349" actId="20577"/>
          <ac:spMkLst>
            <pc:docMk/>
            <pc:sldMk cId="459852743" sldId="346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2:24:32.392" v="1641" actId="20577"/>
        <pc:sldMkLst>
          <pc:docMk/>
          <pc:sldMk cId="3922293616" sldId="347"/>
        </pc:sldMkLst>
        <pc:spChg chg="mod">
          <ac:chgData name="Thanh Nguyen" userId="c61a4279c1788c98" providerId="LiveId" clId="{5F4F1EC9-4E3D-4207-B9EA-1D4B37EA74BF}" dt="2022-09-21T02:24:32.392" v="1641" actId="20577"/>
          <ac:spMkLst>
            <pc:docMk/>
            <pc:sldMk cId="3922293616" sldId="347"/>
            <ac:spMk id="3" creationId="{00000000-0000-0000-0000-000000000000}"/>
          </ac:spMkLst>
        </pc:spChg>
      </pc:sldChg>
      <pc:sldChg chg="modSp add mod">
        <pc:chgData name="Thanh Nguyen" userId="c61a4279c1788c98" providerId="LiveId" clId="{5F4F1EC9-4E3D-4207-B9EA-1D4B37EA74BF}" dt="2022-09-21T02:23:35.053" v="1608" actId="20577"/>
        <pc:sldMkLst>
          <pc:docMk/>
          <pc:sldMk cId="2042678861" sldId="348"/>
        </pc:sldMkLst>
        <pc:spChg chg="mod">
          <ac:chgData name="Thanh Nguyen" userId="c61a4279c1788c98" providerId="LiveId" clId="{5F4F1EC9-4E3D-4207-B9EA-1D4B37EA74BF}" dt="2022-09-21T02:22:28.111" v="1488" actId="20577"/>
          <ac:spMkLst>
            <pc:docMk/>
            <pc:sldMk cId="2042678861" sldId="348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23:35.053" v="1608" actId="20577"/>
          <ac:spMkLst>
            <pc:docMk/>
            <pc:sldMk cId="2042678861" sldId="348"/>
            <ac:spMk id="3" creationId="{00000000-0000-0000-0000-000000000000}"/>
          </ac:spMkLst>
        </pc:spChg>
      </pc:sldChg>
      <pc:sldChg chg="add">
        <pc:chgData name="Thanh Nguyen" userId="c61a4279c1788c98" providerId="LiveId" clId="{5F4F1EC9-4E3D-4207-B9EA-1D4B37EA74BF}" dt="2022-09-21T02:23:42.649" v="1609" actId="2890"/>
        <pc:sldMkLst>
          <pc:docMk/>
          <pc:sldMk cId="982964815" sldId="349"/>
        </pc:sldMkLst>
      </pc:sldChg>
      <pc:sldChg chg="modSp add mod">
        <pc:chgData name="Thanh Nguyen" userId="c61a4279c1788c98" providerId="LiveId" clId="{5F4F1EC9-4E3D-4207-B9EA-1D4B37EA74BF}" dt="2022-09-21T02:30:02.004" v="1702" actId="20577"/>
        <pc:sldMkLst>
          <pc:docMk/>
          <pc:sldMk cId="2004040751" sldId="350"/>
        </pc:sldMkLst>
        <pc:spChg chg="mod">
          <ac:chgData name="Thanh Nguyen" userId="c61a4279c1788c98" providerId="LiveId" clId="{5F4F1EC9-4E3D-4207-B9EA-1D4B37EA74BF}" dt="2022-09-21T02:30:02.004" v="1702" actId="20577"/>
          <ac:spMkLst>
            <pc:docMk/>
            <pc:sldMk cId="2004040751" sldId="350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29:42.496" v="1669" actId="20577"/>
          <ac:spMkLst>
            <pc:docMk/>
            <pc:sldMk cId="2004040751" sldId="350"/>
            <ac:spMk id="3" creationId="{00000000-0000-0000-0000-000000000000}"/>
          </ac:spMkLst>
        </pc:spChg>
      </pc:sldChg>
      <pc:sldChg chg="modSp add mod ord">
        <pc:chgData name="Thanh Nguyen" userId="c61a4279c1788c98" providerId="LiveId" clId="{5F4F1EC9-4E3D-4207-B9EA-1D4B37EA74BF}" dt="2022-09-21T02:30:41.765" v="1712" actId="20577"/>
        <pc:sldMkLst>
          <pc:docMk/>
          <pc:sldMk cId="2535742545" sldId="351"/>
        </pc:sldMkLst>
        <pc:spChg chg="mod">
          <ac:chgData name="Thanh Nguyen" userId="c61a4279c1788c98" providerId="LiveId" clId="{5F4F1EC9-4E3D-4207-B9EA-1D4B37EA74BF}" dt="2022-09-21T02:30:41.765" v="1712" actId="20577"/>
          <ac:spMkLst>
            <pc:docMk/>
            <pc:sldMk cId="2535742545" sldId="351"/>
            <ac:spMk id="3" creationId="{00000000-0000-0000-0000-000000000000}"/>
          </ac:spMkLst>
        </pc:spChg>
      </pc:sldChg>
      <pc:sldChg chg="addSp delSp modSp add mod">
        <pc:chgData name="Thanh Nguyen" userId="c61a4279c1788c98" providerId="LiveId" clId="{5F4F1EC9-4E3D-4207-B9EA-1D4B37EA74BF}" dt="2022-09-21T02:48:39.344" v="1734" actId="14100"/>
        <pc:sldMkLst>
          <pc:docMk/>
          <pc:sldMk cId="3662748965" sldId="352"/>
        </pc:sldMkLst>
        <pc:spChg chg="mod">
          <ac:chgData name="Thanh Nguyen" userId="c61a4279c1788c98" providerId="LiveId" clId="{5F4F1EC9-4E3D-4207-B9EA-1D4B37EA74BF}" dt="2022-09-21T02:38:01.786" v="1726" actId="20577"/>
          <ac:spMkLst>
            <pc:docMk/>
            <pc:sldMk cId="3662748965" sldId="352"/>
            <ac:spMk id="2" creationId="{00000000-0000-0000-0000-000000000000}"/>
          </ac:spMkLst>
        </pc:spChg>
        <pc:spChg chg="del">
          <ac:chgData name="Thanh Nguyen" userId="c61a4279c1788c98" providerId="LiveId" clId="{5F4F1EC9-4E3D-4207-B9EA-1D4B37EA74BF}" dt="2022-09-21T02:37:51.603" v="1717" actId="478"/>
          <ac:spMkLst>
            <pc:docMk/>
            <pc:sldMk cId="3662748965" sldId="352"/>
            <ac:spMk id="3" creationId="{00000000-0000-0000-0000-000000000000}"/>
          </ac:spMkLst>
        </pc:spChg>
        <pc:spChg chg="add mod">
          <ac:chgData name="Thanh Nguyen" userId="c61a4279c1788c98" providerId="LiveId" clId="{5F4F1EC9-4E3D-4207-B9EA-1D4B37EA74BF}" dt="2022-09-21T02:37:51.603" v="1717" actId="478"/>
          <ac:spMkLst>
            <pc:docMk/>
            <pc:sldMk cId="3662748965" sldId="352"/>
            <ac:spMk id="6" creationId="{6F3C998F-CF99-0230-6FCE-F6BCC60CFFD1}"/>
          </ac:spMkLst>
        </pc:spChg>
        <pc:picChg chg="add mod">
          <ac:chgData name="Thanh Nguyen" userId="c61a4279c1788c98" providerId="LiveId" clId="{5F4F1EC9-4E3D-4207-B9EA-1D4B37EA74BF}" dt="2022-09-21T02:48:39.344" v="1734" actId="14100"/>
          <ac:picMkLst>
            <pc:docMk/>
            <pc:sldMk cId="3662748965" sldId="352"/>
            <ac:picMk id="8" creationId="{98E3A1B8-2F26-4CDE-F74E-35FBB8F9001B}"/>
          </ac:picMkLst>
        </pc:picChg>
      </pc:sldChg>
      <pc:sldChg chg="addSp delSp modSp add mod">
        <pc:chgData name="Thanh Nguyen" userId="c61a4279c1788c98" providerId="LiveId" clId="{5F4F1EC9-4E3D-4207-B9EA-1D4B37EA74BF}" dt="2022-09-21T02:58:33.478" v="1897" actId="1076"/>
        <pc:sldMkLst>
          <pc:docMk/>
          <pc:sldMk cId="1758133719" sldId="353"/>
        </pc:sldMkLst>
        <pc:spChg chg="mod">
          <ac:chgData name="Thanh Nguyen" userId="c61a4279c1788c98" providerId="LiveId" clId="{5F4F1EC9-4E3D-4207-B9EA-1D4B37EA74BF}" dt="2022-09-21T02:48:51.321" v="1750" actId="20577"/>
          <ac:spMkLst>
            <pc:docMk/>
            <pc:sldMk cId="1758133719" sldId="353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58:29.887" v="1896" actId="20577"/>
          <ac:spMkLst>
            <pc:docMk/>
            <pc:sldMk cId="1758133719" sldId="353"/>
            <ac:spMk id="6" creationId="{6F3C998F-CF99-0230-6FCE-F6BCC60CFFD1}"/>
          </ac:spMkLst>
        </pc:spChg>
        <pc:picChg chg="add mod">
          <ac:chgData name="Thanh Nguyen" userId="c61a4279c1788c98" providerId="LiveId" clId="{5F4F1EC9-4E3D-4207-B9EA-1D4B37EA74BF}" dt="2022-09-21T02:58:33.478" v="1897" actId="1076"/>
          <ac:picMkLst>
            <pc:docMk/>
            <pc:sldMk cId="1758133719" sldId="353"/>
            <ac:picMk id="7" creationId="{FD408CE8-0026-1C4C-4A36-F8E8ED1519DE}"/>
          </ac:picMkLst>
        </pc:picChg>
        <pc:picChg chg="del">
          <ac:chgData name="Thanh Nguyen" userId="c61a4279c1788c98" providerId="LiveId" clId="{5F4F1EC9-4E3D-4207-B9EA-1D4B37EA74BF}" dt="2022-09-21T02:39:39.998" v="1728" actId="478"/>
          <ac:picMkLst>
            <pc:docMk/>
            <pc:sldMk cId="1758133719" sldId="353"/>
            <ac:picMk id="8" creationId="{98E3A1B8-2F26-4CDE-F74E-35FBB8F9001B}"/>
          </ac:picMkLst>
        </pc:picChg>
      </pc:sldChg>
      <pc:sldChg chg="addSp delSp modSp add mod">
        <pc:chgData name="Thanh Nguyen" userId="c61a4279c1788c98" providerId="LiveId" clId="{5F4F1EC9-4E3D-4207-B9EA-1D4B37EA74BF}" dt="2022-09-21T02:57:48.447" v="1882" actId="1076"/>
        <pc:sldMkLst>
          <pc:docMk/>
          <pc:sldMk cId="3165122371" sldId="354"/>
        </pc:sldMkLst>
        <pc:spChg chg="mod">
          <ac:chgData name="Thanh Nguyen" userId="c61a4279c1788c98" providerId="LiveId" clId="{5F4F1EC9-4E3D-4207-B9EA-1D4B37EA74BF}" dt="2022-09-21T02:48:59.506" v="1762" actId="20577"/>
          <ac:spMkLst>
            <pc:docMk/>
            <pc:sldMk cId="3165122371" sldId="354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57:30.849" v="1880" actId="15"/>
          <ac:spMkLst>
            <pc:docMk/>
            <pc:sldMk cId="3165122371" sldId="354"/>
            <ac:spMk id="6" creationId="{6F3C998F-CF99-0230-6FCE-F6BCC60CFFD1}"/>
          </ac:spMkLst>
        </pc:spChg>
        <pc:picChg chg="del">
          <ac:chgData name="Thanh Nguyen" userId="c61a4279c1788c98" providerId="LiveId" clId="{5F4F1EC9-4E3D-4207-B9EA-1D4B37EA74BF}" dt="2022-09-21T02:40:34.875" v="1731" actId="478"/>
          <ac:picMkLst>
            <pc:docMk/>
            <pc:sldMk cId="3165122371" sldId="354"/>
            <ac:picMk id="7" creationId="{FD408CE8-0026-1C4C-4A36-F8E8ED1519DE}"/>
          </ac:picMkLst>
        </pc:picChg>
        <pc:picChg chg="add mod">
          <ac:chgData name="Thanh Nguyen" userId="c61a4279c1788c98" providerId="LiveId" clId="{5F4F1EC9-4E3D-4207-B9EA-1D4B37EA74BF}" dt="2022-09-21T02:57:48.447" v="1882" actId="1076"/>
          <ac:picMkLst>
            <pc:docMk/>
            <pc:sldMk cId="3165122371" sldId="354"/>
            <ac:picMk id="8" creationId="{20CF1983-93E3-883B-869A-2C0DC97EA878}"/>
          </ac:picMkLst>
        </pc:picChg>
      </pc:sldChg>
      <pc:sldChg chg="delSp modSp add mod">
        <pc:chgData name="Thanh Nguyen" userId="c61a4279c1788c98" providerId="LiveId" clId="{5F4F1EC9-4E3D-4207-B9EA-1D4B37EA74BF}" dt="2022-09-21T02:54:03.614" v="1816" actId="20577"/>
        <pc:sldMkLst>
          <pc:docMk/>
          <pc:sldMk cId="1665888596" sldId="355"/>
        </pc:sldMkLst>
        <pc:spChg chg="mod">
          <ac:chgData name="Thanh Nguyen" userId="c61a4279c1788c98" providerId="LiveId" clId="{5F4F1EC9-4E3D-4207-B9EA-1D4B37EA74BF}" dt="2022-09-21T02:53:17.866" v="1793" actId="20577"/>
          <ac:spMkLst>
            <pc:docMk/>
            <pc:sldMk cId="1665888596" sldId="355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54:03.614" v="1816" actId="20577"/>
          <ac:spMkLst>
            <pc:docMk/>
            <pc:sldMk cId="1665888596" sldId="355"/>
            <ac:spMk id="6" creationId="{6F3C998F-CF99-0230-6FCE-F6BCC60CFFD1}"/>
          </ac:spMkLst>
        </pc:spChg>
        <pc:picChg chg="del">
          <ac:chgData name="Thanh Nguyen" userId="c61a4279c1788c98" providerId="LiveId" clId="{5F4F1EC9-4E3D-4207-B9EA-1D4B37EA74BF}" dt="2022-09-21T02:53:28.226" v="1794" actId="478"/>
          <ac:picMkLst>
            <pc:docMk/>
            <pc:sldMk cId="1665888596" sldId="355"/>
            <ac:picMk id="8" creationId="{20CF1983-93E3-883B-869A-2C0DC97EA878}"/>
          </ac:picMkLst>
        </pc:picChg>
      </pc:sldChg>
      <pc:sldChg chg="modSp add mod">
        <pc:chgData name="Thanh Nguyen" userId="c61a4279c1788c98" providerId="LiveId" clId="{5F4F1EC9-4E3D-4207-B9EA-1D4B37EA74BF}" dt="2022-09-21T02:54:56.881" v="1836" actId="15"/>
        <pc:sldMkLst>
          <pc:docMk/>
          <pc:sldMk cId="2171706796" sldId="356"/>
        </pc:sldMkLst>
        <pc:spChg chg="mod">
          <ac:chgData name="Thanh Nguyen" userId="c61a4279c1788c98" providerId="LiveId" clId="{5F4F1EC9-4E3D-4207-B9EA-1D4B37EA74BF}" dt="2022-09-21T02:54:56.881" v="1836" actId="15"/>
          <ac:spMkLst>
            <pc:docMk/>
            <pc:sldMk cId="2171706796" sldId="356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2:59:56.067" v="1995" actId="20577"/>
        <pc:sldMkLst>
          <pc:docMk/>
          <pc:sldMk cId="1837844863" sldId="357"/>
        </pc:sldMkLst>
        <pc:spChg chg="mod">
          <ac:chgData name="Thanh Nguyen" userId="c61a4279c1788c98" providerId="LiveId" clId="{5F4F1EC9-4E3D-4207-B9EA-1D4B37EA74BF}" dt="2022-09-21T02:59:08.958" v="1933" actId="20577"/>
          <ac:spMkLst>
            <pc:docMk/>
            <pc:sldMk cId="1837844863" sldId="357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2:59:56.067" v="1995" actId="20577"/>
          <ac:spMkLst>
            <pc:docMk/>
            <pc:sldMk cId="1837844863" sldId="357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2:26.058" v="2028" actId="20577"/>
        <pc:sldMkLst>
          <pc:docMk/>
          <pc:sldMk cId="1140042177" sldId="358"/>
        </pc:sldMkLst>
        <pc:spChg chg="mod">
          <ac:chgData name="Thanh Nguyen" userId="c61a4279c1788c98" providerId="LiveId" clId="{5F4F1EC9-4E3D-4207-B9EA-1D4B37EA74BF}" dt="2022-09-21T03:00:48.409" v="2008" actId="20577"/>
          <ac:spMkLst>
            <pc:docMk/>
            <pc:sldMk cId="1140042177" sldId="358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3:02:26.058" v="2028" actId="20577"/>
          <ac:spMkLst>
            <pc:docMk/>
            <pc:sldMk cId="1140042177" sldId="358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4:23.701" v="2082" actId="20577"/>
        <pc:sldMkLst>
          <pc:docMk/>
          <pc:sldMk cId="1802068087" sldId="359"/>
        </pc:sldMkLst>
        <pc:spChg chg="mod">
          <ac:chgData name="Thanh Nguyen" userId="c61a4279c1788c98" providerId="LiveId" clId="{5F4F1EC9-4E3D-4207-B9EA-1D4B37EA74BF}" dt="2022-09-21T03:03:58.106" v="2075" actId="20577"/>
          <ac:spMkLst>
            <pc:docMk/>
            <pc:sldMk cId="1802068087" sldId="359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3:04:23.701" v="2082" actId="20577"/>
          <ac:spMkLst>
            <pc:docMk/>
            <pc:sldMk cId="1802068087" sldId="359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5:17.455" v="2107" actId="20577"/>
        <pc:sldMkLst>
          <pc:docMk/>
          <pc:sldMk cId="1624878260" sldId="360"/>
        </pc:sldMkLst>
        <pc:spChg chg="mod">
          <ac:chgData name="Thanh Nguyen" userId="c61a4279c1788c98" providerId="LiveId" clId="{5F4F1EC9-4E3D-4207-B9EA-1D4B37EA74BF}" dt="2022-09-21T03:04:47.794" v="2098" actId="20577"/>
          <ac:spMkLst>
            <pc:docMk/>
            <pc:sldMk cId="1624878260" sldId="360"/>
            <ac:spMk id="2" creationId="{00000000-0000-0000-0000-000000000000}"/>
          </ac:spMkLst>
        </pc:spChg>
        <pc:spChg chg="mod">
          <ac:chgData name="Thanh Nguyen" userId="c61a4279c1788c98" providerId="LiveId" clId="{5F4F1EC9-4E3D-4207-B9EA-1D4B37EA74BF}" dt="2022-09-21T03:05:17.455" v="2107" actId="20577"/>
          <ac:spMkLst>
            <pc:docMk/>
            <pc:sldMk cId="1624878260" sldId="360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5:32.772" v="2110" actId="20577"/>
        <pc:sldMkLst>
          <pc:docMk/>
          <pc:sldMk cId="3461150465" sldId="361"/>
        </pc:sldMkLst>
        <pc:spChg chg="mod">
          <ac:chgData name="Thanh Nguyen" userId="c61a4279c1788c98" providerId="LiveId" clId="{5F4F1EC9-4E3D-4207-B9EA-1D4B37EA74BF}" dt="2022-09-21T03:05:32.772" v="2110" actId="20577"/>
          <ac:spMkLst>
            <pc:docMk/>
            <pc:sldMk cId="3461150465" sldId="361"/>
            <ac:spMk id="6" creationId="{6F3C998F-CF99-0230-6FCE-F6BCC60CFFD1}"/>
          </ac:spMkLst>
        </pc:spChg>
      </pc:sldChg>
      <pc:sldChg chg="modSp add mod">
        <pc:chgData name="Thanh Nguyen" userId="c61a4279c1788c98" providerId="LiveId" clId="{5F4F1EC9-4E3D-4207-B9EA-1D4B37EA74BF}" dt="2022-09-21T03:06:16.387" v="2131" actId="15"/>
        <pc:sldMkLst>
          <pc:docMk/>
          <pc:sldMk cId="3409225551" sldId="362"/>
        </pc:sldMkLst>
        <pc:spChg chg="mod">
          <ac:chgData name="Thanh Nguyen" userId="c61a4279c1788c98" providerId="LiveId" clId="{5F4F1EC9-4E3D-4207-B9EA-1D4B37EA74BF}" dt="2022-09-21T03:06:16.387" v="2131" actId="15"/>
          <ac:spMkLst>
            <pc:docMk/>
            <pc:sldMk cId="3409225551" sldId="362"/>
            <ac:spMk id="6" creationId="{6F3C998F-CF99-0230-6FCE-F6BCC60CFFD1}"/>
          </ac:spMkLst>
        </pc:spChg>
      </pc:sldChg>
      <pc:sldChg chg="addSp delSp modSp add">
        <pc:chgData name="Thanh Nguyen" userId="c61a4279c1788c98" providerId="LiveId" clId="{5F4F1EC9-4E3D-4207-B9EA-1D4B37EA74BF}" dt="2022-09-21T03:09:03.618" v="2140" actId="14100"/>
        <pc:sldMkLst>
          <pc:docMk/>
          <pc:sldMk cId="3713966798" sldId="363"/>
        </pc:sldMkLst>
        <pc:spChg chg="add mod">
          <ac:chgData name="Thanh Nguyen" userId="c61a4279c1788c98" providerId="LiveId" clId="{5F4F1EC9-4E3D-4207-B9EA-1D4B37EA74BF}" dt="2022-09-21T03:08:40.971" v="2133" actId="478"/>
          <ac:spMkLst>
            <pc:docMk/>
            <pc:sldMk cId="3713966798" sldId="363"/>
            <ac:spMk id="3" creationId="{F30EF019-9CBA-7443-2220-885DF7C8149F}"/>
          </ac:spMkLst>
        </pc:spChg>
        <pc:spChg chg="del">
          <ac:chgData name="Thanh Nguyen" userId="c61a4279c1788c98" providerId="LiveId" clId="{5F4F1EC9-4E3D-4207-B9EA-1D4B37EA74BF}" dt="2022-09-21T03:08:40.971" v="2133" actId="478"/>
          <ac:spMkLst>
            <pc:docMk/>
            <pc:sldMk cId="3713966798" sldId="363"/>
            <ac:spMk id="6" creationId="{6F3C998F-CF99-0230-6FCE-F6BCC60CFFD1}"/>
          </ac:spMkLst>
        </pc:spChg>
        <pc:picChg chg="add mod">
          <ac:chgData name="Thanh Nguyen" userId="c61a4279c1788c98" providerId="LiveId" clId="{5F4F1EC9-4E3D-4207-B9EA-1D4B37EA74BF}" dt="2022-09-21T03:09:03.618" v="2140" actId="14100"/>
          <ac:picMkLst>
            <pc:docMk/>
            <pc:sldMk cId="3713966798" sldId="363"/>
            <ac:picMk id="1026" creationId="{4866A047-1920-2E9A-B1EF-044A7C7066A8}"/>
          </ac:picMkLst>
        </pc:picChg>
      </pc:sldChg>
      <pc:sldChg chg="addSp delSp modSp add">
        <pc:chgData name="Thanh Nguyen" userId="c61a4279c1788c98" providerId="LiveId" clId="{5F4F1EC9-4E3D-4207-B9EA-1D4B37EA74BF}" dt="2022-09-21T03:11:25.122" v="2151" actId="1076"/>
        <pc:sldMkLst>
          <pc:docMk/>
          <pc:sldMk cId="1242096209" sldId="364"/>
        </pc:sldMkLst>
        <pc:spChg chg="add del">
          <ac:chgData name="Thanh Nguyen" userId="c61a4279c1788c98" providerId="LiveId" clId="{5F4F1EC9-4E3D-4207-B9EA-1D4B37EA74BF}" dt="2022-09-21T03:10:35.368" v="2144"/>
          <ac:spMkLst>
            <pc:docMk/>
            <pc:sldMk cId="1242096209" sldId="364"/>
            <ac:spMk id="6" creationId="{63698468-21DF-07E9-9E7E-4C5F5E2E5535}"/>
          </ac:spMkLst>
        </pc:spChg>
        <pc:spChg chg="add del">
          <ac:chgData name="Thanh Nguyen" userId="c61a4279c1788c98" providerId="LiveId" clId="{5F4F1EC9-4E3D-4207-B9EA-1D4B37EA74BF}" dt="2022-09-21T03:10:38.162" v="2146"/>
          <ac:spMkLst>
            <pc:docMk/>
            <pc:sldMk cId="1242096209" sldId="364"/>
            <ac:spMk id="7" creationId="{B6AB585D-50E7-53A5-4C3E-17C17BC1A181}"/>
          </ac:spMkLst>
        </pc:spChg>
        <pc:picChg chg="del">
          <ac:chgData name="Thanh Nguyen" userId="c61a4279c1788c98" providerId="LiveId" clId="{5F4F1EC9-4E3D-4207-B9EA-1D4B37EA74BF}" dt="2022-09-21T03:10:26.991" v="2142" actId="478"/>
          <ac:picMkLst>
            <pc:docMk/>
            <pc:sldMk cId="1242096209" sldId="364"/>
            <ac:picMk id="1026" creationId="{4866A047-1920-2E9A-B1EF-044A7C7066A8}"/>
          </ac:picMkLst>
        </pc:picChg>
        <pc:picChg chg="add mod">
          <ac:chgData name="Thanh Nguyen" userId="c61a4279c1788c98" providerId="LiveId" clId="{5F4F1EC9-4E3D-4207-B9EA-1D4B37EA74BF}" dt="2022-09-21T03:11:25.122" v="2151" actId="1076"/>
          <ac:picMkLst>
            <pc:docMk/>
            <pc:sldMk cId="1242096209" sldId="364"/>
            <ac:picMk id="2054" creationId="{07E24611-CB90-1BA9-3FF6-5F16B63EA707}"/>
          </ac:picMkLst>
        </pc:picChg>
      </pc:sldChg>
      <pc:sldChg chg="addSp delSp modSp add mod">
        <pc:chgData name="Thanh Nguyen" userId="c61a4279c1788c98" providerId="LiveId" clId="{5F4F1EC9-4E3D-4207-B9EA-1D4B37EA74BF}" dt="2022-09-21T03:15:02.495" v="2161" actId="14100"/>
        <pc:sldMkLst>
          <pc:docMk/>
          <pc:sldMk cId="2062959455" sldId="365"/>
        </pc:sldMkLst>
        <pc:spChg chg="add del">
          <ac:chgData name="Thanh Nguyen" userId="c61a4279c1788c98" providerId="LiveId" clId="{5F4F1EC9-4E3D-4207-B9EA-1D4B37EA74BF}" dt="2022-09-21T03:14:17.951" v="2155"/>
          <ac:spMkLst>
            <pc:docMk/>
            <pc:sldMk cId="2062959455" sldId="365"/>
            <ac:spMk id="6" creationId="{2E0A150B-3EE2-A1D9-10C6-D870D41CCB96}"/>
          </ac:spMkLst>
        </pc:spChg>
        <pc:spChg chg="add del">
          <ac:chgData name="Thanh Nguyen" userId="c61a4279c1788c98" providerId="LiveId" clId="{5F4F1EC9-4E3D-4207-B9EA-1D4B37EA74BF}" dt="2022-09-21T03:14:49.514" v="2157"/>
          <ac:spMkLst>
            <pc:docMk/>
            <pc:sldMk cId="2062959455" sldId="365"/>
            <ac:spMk id="7" creationId="{A300EC2E-CE8E-048B-69B2-38B32D793228}"/>
          </ac:spMkLst>
        </pc:spChg>
        <pc:picChg chg="add mod">
          <ac:chgData name="Thanh Nguyen" userId="c61a4279c1788c98" providerId="LiveId" clId="{5F4F1EC9-4E3D-4207-B9EA-1D4B37EA74BF}" dt="2022-09-21T03:15:02.495" v="2161" actId="14100"/>
          <ac:picMkLst>
            <pc:docMk/>
            <pc:sldMk cId="2062959455" sldId="365"/>
            <ac:picMk id="9" creationId="{110E1575-9538-DD7C-5EC3-316EC4183584}"/>
          </ac:picMkLst>
        </pc:picChg>
        <pc:picChg chg="del">
          <ac:chgData name="Thanh Nguyen" userId="c61a4279c1788c98" providerId="LiveId" clId="{5F4F1EC9-4E3D-4207-B9EA-1D4B37EA74BF}" dt="2022-09-21T03:14:06.259" v="2153" actId="478"/>
          <ac:picMkLst>
            <pc:docMk/>
            <pc:sldMk cId="2062959455" sldId="365"/>
            <ac:picMk id="2054" creationId="{07E24611-CB90-1BA9-3FF6-5F16B63EA707}"/>
          </ac:picMkLst>
        </pc:picChg>
      </pc:sldChg>
      <pc:sldChg chg="addSp delSp modSp add mod ord">
        <pc:chgData name="Thanh Nguyen" userId="c61a4279c1788c98" providerId="LiveId" clId="{5F4F1EC9-4E3D-4207-B9EA-1D4B37EA74BF}" dt="2022-09-21T04:06:25.235" v="3176" actId="14100"/>
        <pc:sldMkLst>
          <pc:docMk/>
          <pc:sldMk cId="2491659695" sldId="366"/>
        </pc:sldMkLst>
        <pc:spChg chg="mod">
          <ac:chgData name="Thanh Nguyen" userId="c61a4279c1788c98" providerId="LiveId" clId="{5F4F1EC9-4E3D-4207-B9EA-1D4B37EA74BF}" dt="2022-09-21T04:06:12.040" v="3172" actId="20577"/>
          <ac:spMkLst>
            <pc:docMk/>
            <pc:sldMk cId="2491659695" sldId="366"/>
            <ac:spMk id="2" creationId="{00000000-0000-0000-0000-000000000000}"/>
          </ac:spMkLst>
        </pc:spChg>
        <pc:picChg chg="del">
          <ac:chgData name="Thanh Nguyen" userId="c61a4279c1788c98" providerId="LiveId" clId="{5F4F1EC9-4E3D-4207-B9EA-1D4B37EA74BF}" dt="2022-09-21T04:05:06.013" v="3149" actId="478"/>
          <ac:picMkLst>
            <pc:docMk/>
            <pc:sldMk cId="2491659695" sldId="366"/>
            <ac:picMk id="8" creationId="{8EECFBC1-8232-D840-B914-E793CCC2FDAD}"/>
          </ac:picMkLst>
        </pc:picChg>
        <pc:picChg chg="add mod">
          <ac:chgData name="Thanh Nguyen" userId="c61a4279c1788c98" providerId="LiveId" clId="{5F4F1EC9-4E3D-4207-B9EA-1D4B37EA74BF}" dt="2022-09-21T04:06:25.235" v="3176" actId="14100"/>
          <ac:picMkLst>
            <pc:docMk/>
            <pc:sldMk cId="2491659695" sldId="366"/>
            <ac:picMk id="12290" creationId="{CA0D5B6E-E2A3-A3C0-57E5-468955653E1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460628-10F6-4005-B9D0-438F4CE69F99}" type="doc">
      <dgm:prSet loTypeId="urn:microsoft.com/office/officeart/2005/8/layout/arrow3" loCatId="relationship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US"/>
        </a:p>
      </dgm:t>
    </dgm:pt>
    <dgm:pt modelId="{E47B35F9-98AB-4736-B70B-76F5B867BCE2}">
      <dgm:prSet phldrT="[Text]"/>
      <dgm:spPr/>
      <dgm:t>
        <a:bodyPr/>
        <a:lstStyle/>
        <a:p>
          <a:r>
            <a:rPr lang="en-US"/>
            <a:t>Transaction processing (OLTP)</a:t>
          </a:r>
          <a:endParaRPr lang="en-US" dirty="0"/>
        </a:p>
      </dgm:t>
    </dgm:pt>
    <dgm:pt modelId="{9DED0E02-0A6B-4D0D-B66C-25E082311AA3}" type="parTrans" cxnId="{03D3CC2F-BBBD-47C6-A265-2141415B2BA8}">
      <dgm:prSet/>
      <dgm:spPr/>
      <dgm:t>
        <a:bodyPr/>
        <a:lstStyle/>
        <a:p>
          <a:endParaRPr lang="en-US"/>
        </a:p>
      </dgm:t>
    </dgm:pt>
    <dgm:pt modelId="{16E9B3C0-2919-41E5-BCB2-F4058022AA34}" type="sibTrans" cxnId="{03D3CC2F-BBBD-47C6-A265-2141415B2BA8}">
      <dgm:prSet/>
      <dgm:spPr/>
      <dgm:t>
        <a:bodyPr/>
        <a:lstStyle/>
        <a:p>
          <a:endParaRPr lang="en-US"/>
        </a:p>
      </dgm:t>
    </dgm:pt>
    <dgm:pt modelId="{B13D3C94-EAC7-40EF-898D-F6B997C04370}">
      <dgm:prSet phldrT="[Text]"/>
      <dgm:spPr/>
      <dgm:t>
        <a:bodyPr/>
        <a:lstStyle/>
        <a:p>
          <a:r>
            <a:rPr lang="en-US" dirty="0"/>
            <a:t>Business </a:t>
          </a:r>
          <a:r>
            <a:rPr lang="en-US"/>
            <a:t>intelligence processing (OLAP)</a:t>
          </a:r>
          <a:endParaRPr lang="en-US" dirty="0"/>
        </a:p>
      </dgm:t>
    </dgm:pt>
    <dgm:pt modelId="{0B23BF59-BDA6-461D-9AD5-286822A95D9E}" type="parTrans" cxnId="{89974B32-8B20-4BF3-8AF9-9E38B0FCB600}">
      <dgm:prSet/>
      <dgm:spPr/>
      <dgm:t>
        <a:bodyPr/>
        <a:lstStyle/>
        <a:p>
          <a:endParaRPr lang="en-US"/>
        </a:p>
      </dgm:t>
    </dgm:pt>
    <dgm:pt modelId="{ECAC393E-BD6E-48EE-AD2D-82A7AC1C9F87}" type="sibTrans" cxnId="{89974B32-8B20-4BF3-8AF9-9E38B0FCB600}">
      <dgm:prSet/>
      <dgm:spPr/>
      <dgm:t>
        <a:bodyPr/>
        <a:lstStyle/>
        <a:p>
          <a:endParaRPr lang="en-US"/>
        </a:p>
      </dgm:t>
    </dgm:pt>
    <dgm:pt modelId="{C19DFEAC-1D4E-4F7F-813F-E4628F34F8FE}">
      <dgm:prSet phldrT="[Text]"/>
      <dgm:spPr/>
      <dgm:t>
        <a:bodyPr/>
        <a:lstStyle/>
        <a:p>
          <a:r>
            <a:rPr lang="en-US" dirty="0"/>
            <a:t>Primary data from transactions</a:t>
          </a:r>
        </a:p>
      </dgm:t>
    </dgm:pt>
    <dgm:pt modelId="{35288107-7296-4D5B-9C5F-7CF28C8E7F8C}" type="parTrans" cxnId="{73450793-A4E5-4EAF-A4F7-FD6C238547BA}">
      <dgm:prSet/>
      <dgm:spPr/>
      <dgm:t>
        <a:bodyPr/>
        <a:lstStyle/>
        <a:p>
          <a:endParaRPr lang="en-US"/>
        </a:p>
      </dgm:t>
    </dgm:pt>
    <dgm:pt modelId="{7ED144BB-9104-4FA0-8C7B-D845FA658133}" type="sibTrans" cxnId="{73450793-A4E5-4EAF-A4F7-FD6C238547BA}">
      <dgm:prSet/>
      <dgm:spPr/>
      <dgm:t>
        <a:bodyPr/>
        <a:lstStyle/>
        <a:p>
          <a:endParaRPr lang="en-US"/>
        </a:p>
      </dgm:t>
    </dgm:pt>
    <dgm:pt modelId="{34A756D9-4982-477C-B39C-477A6D0DDCEC}">
      <dgm:prSet phldrT="[Text]"/>
      <dgm:spPr/>
      <dgm:t>
        <a:bodyPr/>
        <a:lstStyle/>
        <a:p>
          <a:r>
            <a:rPr lang="en-US" dirty="0"/>
            <a:t>Daily operations and short term decisions</a:t>
          </a:r>
        </a:p>
      </dgm:t>
    </dgm:pt>
    <dgm:pt modelId="{84A19BC2-B16D-4678-86EC-D977FC59FA27}" type="parTrans" cxnId="{98C20687-887B-42E5-B2FE-A901E031A3FD}">
      <dgm:prSet/>
      <dgm:spPr/>
      <dgm:t>
        <a:bodyPr/>
        <a:lstStyle/>
        <a:p>
          <a:endParaRPr lang="en-US"/>
        </a:p>
      </dgm:t>
    </dgm:pt>
    <dgm:pt modelId="{C6B31BFB-3910-4C48-B83B-74D6EB477602}" type="sibTrans" cxnId="{98C20687-887B-42E5-B2FE-A901E031A3FD}">
      <dgm:prSet/>
      <dgm:spPr/>
      <dgm:t>
        <a:bodyPr/>
        <a:lstStyle/>
        <a:p>
          <a:endParaRPr lang="en-US"/>
        </a:p>
      </dgm:t>
    </dgm:pt>
    <dgm:pt modelId="{1645BBFF-D138-48A3-B382-49566BEDE3C6}">
      <dgm:prSet phldrT="[Text]"/>
      <dgm:spPr/>
      <dgm:t>
        <a:bodyPr/>
        <a:lstStyle/>
        <a:p>
          <a:r>
            <a:rPr lang="en-US" dirty="0"/>
            <a:t>Transformed secondary data</a:t>
          </a:r>
        </a:p>
      </dgm:t>
    </dgm:pt>
    <dgm:pt modelId="{492AA1F0-BD9F-4682-9B99-C82D745AE83C}" type="parTrans" cxnId="{5329163A-722B-46A2-B665-73EFABD1B2FB}">
      <dgm:prSet/>
      <dgm:spPr/>
      <dgm:t>
        <a:bodyPr/>
        <a:lstStyle/>
        <a:p>
          <a:endParaRPr lang="en-US"/>
        </a:p>
      </dgm:t>
    </dgm:pt>
    <dgm:pt modelId="{9E8A91A0-5CB9-43F9-A25F-6422C2D2B155}" type="sibTrans" cxnId="{5329163A-722B-46A2-B665-73EFABD1B2FB}">
      <dgm:prSet/>
      <dgm:spPr/>
      <dgm:t>
        <a:bodyPr/>
        <a:lstStyle/>
        <a:p>
          <a:endParaRPr lang="en-US"/>
        </a:p>
      </dgm:t>
    </dgm:pt>
    <dgm:pt modelId="{6970717D-2C14-4594-BAED-0033DE16BE72}">
      <dgm:prSet phldrT="[Text]"/>
      <dgm:spPr/>
      <dgm:t>
        <a:bodyPr/>
        <a:lstStyle/>
        <a:p>
          <a:r>
            <a:rPr lang="en-US" dirty="0"/>
            <a:t>Medium and long-term decisions</a:t>
          </a:r>
        </a:p>
      </dgm:t>
    </dgm:pt>
    <dgm:pt modelId="{E50C35F4-E479-47E9-8C4D-F8B64E1B7325}" type="parTrans" cxnId="{21326EED-B4D1-4D30-B473-D1B48172AAFF}">
      <dgm:prSet/>
      <dgm:spPr/>
      <dgm:t>
        <a:bodyPr/>
        <a:lstStyle/>
        <a:p>
          <a:endParaRPr lang="en-US"/>
        </a:p>
      </dgm:t>
    </dgm:pt>
    <dgm:pt modelId="{D67C17CC-6178-46D4-8980-C6B1B8D06840}" type="sibTrans" cxnId="{21326EED-B4D1-4D30-B473-D1B48172AAFF}">
      <dgm:prSet/>
      <dgm:spPr/>
      <dgm:t>
        <a:bodyPr/>
        <a:lstStyle/>
        <a:p>
          <a:endParaRPr lang="en-US"/>
        </a:p>
      </dgm:t>
    </dgm:pt>
    <dgm:pt modelId="{3A7EC98D-31EB-46F0-97BE-19BCFD9891BB}" type="pres">
      <dgm:prSet presAssocID="{F1460628-10F6-4005-B9D0-438F4CE69F99}" presName="compositeShape" presStyleCnt="0">
        <dgm:presLayoutVars>
          <dgm:chMax val="2"/>
          <dgm:dir/>
          <dgm:resizeHandles val="exact"/>
        </dgm:presLayoutVars>
      </dgm:prSet>
      <dgm:spPr/>
    </dgm:pt>
    <dgm:pt modelId="{A4D624BC-55E1-4E8E-BC2E-EA1A0E67A65A}" type="pres">
      <dgm:prSet presAssocID="{F1460628-10F6-4005-B9D0-438F4CE69F99}" presName="divider" presStyleLbl="fgShp" presStyleIdx="0" presStyleCnt="1"/>
      <dgm:spPr/>
    </dgm:pt>
    <dgm:pt modelId="{D02A428D-677B-493E-B225-3CAF8B0CEEAD}" type="pres">
      <dgm:prSet presAssocID="{E47B35F9-98AB-4736-B70B-76F5B867BCE2}" presName="downArrow" presStyleLbl="node1" presStyleIdx="0" presStyleCnt="2"/>
      <dgm:spPr/>
    </dgm:pt>
    <dgm:pt modelId="{EAC70132-8ECC-489D-805A-5C045BE7E393}" type="pres">
      <dgm:prSet presAssocID="{E47B35F9-98AB-4736-B70B-76F5B867BCE2}" presName="downArrowText" presStyleLbl="revTx" presStyleIdx="0" presStyleCnt="2">
        <dgm:presLayoutVars>
          <dgm:bulletEnabled val="1"/>
        </dgm:presLayoutVars>
      </dgm:prSet>
      <dgm:spPr/>
    </dgm:pt>
    <dgm:pt modelId="{B3842BBC-3063-4881-AB88-04818F345747}" type="pres">
      <dgm:prSet presAssocID="{B13D3C94-EAC7-40EF-898D-F6B997C04370}" presName="upArrow" presStyleLbl="node1" presStyleIdx="1" presStyleCnt="2"/>
      <dgm:spPr/>
    </dgm:pt>
    <dgm:pt modelId="{F477447F-77FB-4BB2-BE1D-F4CA450437AC}" type="pres">
      <dgm:prSet presAssocID="{B13D3C94-EAC7-40EF-898D-F6B997C04370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5C9A960C-0CC5-4031-A45D-8C0767AE71AD}" type="presOf" srcId="{1645BBFF-D138-48A3-B382-49566BEDE3C6}" destId="{F477447F-77FB-4BB2-BE1D-F4CA450437AC}" srcOrd="0" destOrd="1" presId="urn:microsoft.com/office/officeart/2005/8/layout/arrow3"/>
    <dgm:cxn modelId="{03D3CC2F-BBBD-47C6-A265-2141415B2BA8}" srcId="{F1460628-10F6-4005-B9D0-438F4CE69F99}" destId="{E47B35F9-98AB-4736-B70B-76F5B867BCE2}" srcOrd="0" destOrd="0" parTransId="{9DED0E02-0A6B-4D0D-B66C-25E082311AA3}" sibTransId="{16E9B3C0-2919-41E5-BCB2-F4058022AA34}"/>
    <dgm:cxn modelId="{89974B32-8B20-4BF3-8AF9-9E38B0FCB600}" srcId="{F1460628-10F6-4005-B9D0-438F4CE69F99}" destId="{B13D3C94-EAC7-40EF-898D-F6B997C04370}" srcOrd="1" destOrd="0" parTransId="{0B23BF59-BDA6-461D-9AD5-286822A95D9E}" sibTransId="{ECAC393E-BD6E-48EE-AD2D-82A7AC1C9F87}"/>
    <dgm:cxn modelId="{5329163A-722B-46A2-B665-73EFABD1B2FB}" srcId="{B13D3C94-EAC7-40EF-898D-F6B997C04370}" destId="{1645BBFF-D138-48A3-B382-49566BEDE3C6}" srcOrd="0" destOrd="0" parTransId="{492AA1F0-BD9F-4682-9B99-C82D745AE83C}" sibTransId="{9E8A91A0-5CB9-43F9-A25F-6422C2D2B155}"/>
    <dgm:cxn modelId="{51E10A3E-8CD3-470A-8398-1FC346E557E1}" type="presOf" srcId="{B13D3C94-EAC7-40EF-898D-F6B997C04370}" destId="{F477447F-77FB-4BB2-BE1D-F4CA450437AC}" srcOrd="0" destOrd="0" presId="urn:microsoft.com/office/officeart/2005/8/layout/arrow3"/>
    <dgm:cxn modelId="{78116C67-2D3C-46A0-B9D8-9E10A03F8B65}" type="presOf" srcId="{E47B35F9-98AB-4736-B70B-76F5B867BCE2}" destId="{EAC70132-8ECC-489D-805A-5C045BE7E393}" srcOrd="0" destOrd="0" presId="urn:microsoft.com/office/officeart/2005/8/layout/arrow3"/>
    <dgm:cxn modelId="{98C20687-887B-42E5-B2FE-A901E031A3FD}" srcId="{E47B35F9-98AB-4736-B70B-76F5B867BCE2}" destId="{34A756D9-4982-477C-B39C-477A6D0DDCEC}" srcOrd="1" destOrd="0" parTransId="{84A19BC2-B16D-4678-86EC-D977FC59FA27}" sibTransId="{C6B31BFB-3910-4C48-B83B-74D6EB477602}"/>
    <dgm:cxn modelId="{73450793-A4E5-4EAF-A4F7-FD6C238547BA}" srcId="{E47B35F9-98AB-4736-B70B-76F5B867BCE2}" destId="{C19DFEAC-1D4E-4F7F-813F-E4628F34F8FE}" srcOrd="0" destOrd="0" parTransId="{35288107-7296-4D5B-9C5F-7CF28C8E7F8C}" sibTransId="{7ED144BB-9104-4FA0-8C7B-D845FA658133}"/>
    <dgm:cxn modelId="{3A0E4996-70C0-4513-A20E-6208B21A3CAE}" type="presOf" srcId="{F1460628-10F6-4005-B9D0-438F4CE69F99}" destId="{3A7EC98D-31EB-46F0-97BE-19BCFD9891BB}" srcOrd="0" destOrd="0" presId="urn:microsoft.com/office/officeart/2005/8/layout/arrow3"/>
    <dgm:cxn modelId="{2A2E36C2-3E64-4B75-8EB5-3AEACE28CBE6}" type="presOf" srcId="{6970717D-2C14-4594-BAED-0033DE16BE72}" destId="{F477447F-77FB-4BB2-BE1D-F4CA450437AC}" srcOrd="0" destOrd="2" presId="urn:microsoft.com/office/officeart/2005/8/layout/arrow3"/>
    <dgm:cxn modelId="{21326EED-B4D1-4D30-B473-D1B48172AAFF}" srcId="{B13D3C94-EAC7-40EF-898D-F6B997C04370}" destId="{6970717D-2C14-4594-BAED-0033DE16BE72}" srcOrd="1" destOrd="0" parTransId="{E50C35F4-E479-47E9-8C4D-F8B64E1B7325}" sibTransId="{D67C17CC-6178-46D4-8980-C6B1B8D06840}"/>
    <dgm:cxn modelId="{EC0D9EF4-F8DD-4B7A-8EA6-CD63E839C8A5}" type="presOf" srcId="{34A756D9-4982-477C-B39C-477A6D0DDCEC}" destId="{EAC70132-8ECC-489D-805A-5C045BE7E393}" srcOrd="0" destOrd="2" presId="urn:microsoft.com/office/officeart/2005/8/layout/arrow3"/>
    <dgm:cxn modelId="{17700FFF-EA66-4691-9FB7-A940711CF79B}" type="presOf" srcId="{C19DFEAC-1D4E-4F7F-813F-E4628F34F8FE}" destId="{EAC70132-8ECC-489D-805A-5C045BE7E393}" srcOrd="0" destOrd="1" presId="urn:microsoft.com/office/officeart/2005/8/layout/arrow3"/>
    <dgm:cxn modelId="{4C974FA4-2E36-4E53-8348-FD86CCD4F5DE}" type="presParOf" srcId="{3A7EC98D-31EB-46F0-97BE-19BCFD9891BB}" destId="{A4D624BC-55E1-4E8E-BC2E-EA1A0E67A65A}" srcOrd="0" destOrd="0" presId="urn:microsoft.com/office/officeart/2005/8/layout/arrow3"/>
    <dgm:cxn modelId="{4CBF4528-7A5C-4167-88CC-CE3AD5791FEC}" type="presParOf" srcId="{3A7EC98D-31EB-46F0-97BE-19BCFD9891BB}" destId="{D02A428D-677B-493E-B225-3CAF8B0CEEAD}" srcOrd="1" destOrd="0" presId="urn:microsoft.com/office/officeart/2005/8/layout/arrow3"/>
    <dgm:cxn modelId="{BFFBDE44-FEC1-4223-9E3D-8765F58F64D8}" type="presParOf" srcId="{3A7EC98D-31EB-46F0-97BE-19BCFD9891BB}" destId="{EAC70132-8ECC-489D-805A-5C045BE7E393}" srcOrd="2" destOrd="0" presId="urn:microsoft.com/office/officeart/2005/8/layout/arrow3"/>
    <dgm:cxn modelId="{B4C85788-900C-4EFC-8F58-2E610CD8F0EE}" type="presParOf" srcId="{3A7EC98D-31EB-46F0-97BE-19BCFD9891BB}" destId="{B3842BBC-3063-4881-AB88-04818F345747}" srcOrd="3" destOrd="0" presId="urn:microsoft.com/office/officeart/2005/8/layout/arrow3"/>
    <dgm:cxn modelId="{93BC187B-319E-4720-9F8B-318966B1A965}" type="presParOf" srcId="{3A7EC98D-31EB-46F0-97BE-19BCFD9891BB}" destId="{F477447F-77FB-4BB2-BE1D-F4CA450437AC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293C02-D58A-4EF1-A7B1-7CD14317BD21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071FA5-A4E9-4312-963E-65FD0FA292C1}">
      <dgm:prSet phldrT="[Text]"/>
      <dgm:spPr/>
      <dgm:t>
        <a:bodyPr/>
        <a:lstStyle/>
        <a:p>
          <a:r>
            <a:rPr lang="en-US" dirty="0"/>
            <a:t>Top Down</a:t>
          </a:r>
        </a:p>
      </dgm:t>
    </dgm:pt>
    <dgm:pt modelId="{8227A381-10E1-4B83-A339-E97340A6D94D}" type="parTrans" cxnId="{80A6AACA-2119-4949-8605-788879A6A694}">
      <dgm:prSet/>
      <dgm:spPr/>
      <dgm:t>
        <a:bodyPr/>
        <a:lstStyle/>
        <a:p>
          <a:endParaRPr lang="en-US"/>
        </a:p>
      </dgm:t>
    </dgm:pt>
    <dgm:pt modelId="{1BA4A262-D939-4B90-B156-2F9A71D9A893}" type="sibTrans" cxnId="{80A6AACA-2119-4949-8605-788879A6A694}">
      <dgm:prSet/>
      <dgm:spPr/>
      <dgm:t>
        <a:bodyPr/>
        <a:lstStyle/>
        <a:p>
          <a:endParaRPr lang="en-US"/>
        </a:p>
      </dgm:t>
    </dgm:pt>
    <dgm:pt modelId="{689E6531-2CA6-4B1B-9661-97CEBFBC2301}">
      <dgm:prSet phldrT="[Text]"/>
      <dgm:spPr/>
      <dgm:t>
        <a:bodyPr/>
        <a:lstStyle/>
        <a:p>
          <a:r>
            <a:rPr lang="en-US" dirty="0"/>
            <a:t>Bottom Up</a:t>
          </a:r>
        </a:p>
      </dgm:t>
    </dgm:pt>
    <dgm:pt modelId="{50ECE915-51BA-4B05-B655-A006164EB8FF}" type="parTrans" cxnId="{CD7A3850-360A-4229-9EA7-6CAAF8DCE717}">
      <dgm:prSet/>
      <dgm:spPr/>
      <dgm:t>
        <a:bodyPr/>
        <a:lstStyle/>
        <a:p>
          <a:endParaRPr lang="en-US"/>
        </a:p>
      </dgm:t>
    </dgm:pt>
    <dgm:pt modelId="{9ADB48D0-5A31-4DC6-8A0A-02F7F99D212F}" type="sibTrans" cxnId="{CD7A3850-360A-4229-9EA7-6CAAF8DCE717}">
      <dgm:prSet/>
      <dgm:spPr/>
      <dgm:t>
        <a:bodyPr/>
        <a:lstStyle/>
        <a:p>
          <a:endParaRPr lang="en-US"/>
        </a:p>
      </dgm:t>
    </dgm:pt>
    <dgm:pt modelId="{1B8665F5-882E-4892-AAD1-A3519E0A7FD1}">
      <dgm:prSet phldrT="[Text]"/>
      <dgm:spPr/>
      <dgm:t>
        <a:bodyPr/>
        <a:lstStyle/>
        <a:p>
          <a:r>
            <a:rPr lang="en-US" dirty="0"/>
            <a:t>Enterprise data warehouse</a:t>
          </a:r>
        </a:p>
      </dgm:t>
    </dgm:pt>
    <dgm:pt modelId="{D00CFE1C-26A5-44E4-BAA4-1F5F6DF5D78C}" type="parTrans" cxnId="{38F6ED78-0E90-4FC6-B835-64C69B5C7F2A}">
      <dgm:prSet/>
      <dgm:spPr/>
      <dgm:t>
        <a:bodyPr/>
        <a:lstStyle/>
        <a:p>
          <a:endParaRPr lang="en-US"/>
        </a:p>
      </dgm:t>
    </dgm:pt>
    <dgm:pt modelId="{3524A11F-DD9D-40E4-8C8A-A0804E11C7CC}" type="sibTrans" cxnId="{38F6ED78-0E90-4FC6-B835-64C69B5C7F2A}">
      <dgm:prSet/>
      <dgm:spPr/>
      <dgm:t>
        <a:bodyPr/>
        <a:lstStyle/>
        <a:p>
          <a:endParaRPr lang="en-US"/>
        </a:p>
      </dgm:t>
    </dgm:pt>
    <dgm:pt modelId="{C0F222EB-0C25-4D53-8197-8D9F809D00CF}">
      <dgm:prSet phldrT="[Text]"/>
      <dgm:spPr/>
      <dgm:t>
        <a:bodyPr/>
        <a:lstStyle/>
        <a:p>
          <a:r>
            <a:rPr lang="en-US" dirty="0"/>
            <a:t>Independent data marts</a:t>
          </a:r>
        </a:p>
      </dgm:t>
    </dgm:pt>
    <dgm:pt modelId="{6367C46A-1FD9-4D60-B340-3216EF47CE22}" type="parTrans" cxnId="{636293FB-E29A-4D9A-98E2-B08398722621}">
      <dgm:prSet/>
      <dgm:spPr/>
      <dgm:t>
        <a:bodyPr/>
        <a:lstStyle/>
        <a:p>
          <a:endParaRPr lang="en-US"/>
        </a:p>
      </dgm:t>
    </dgm:pt>
    <dgm:pt modelId="{CC1B8D78-D47D-4074-B49B-C3AEA37A99BA}" type="sibTrans" cxnId="{636293FB-E29A-4D9A-98E2-B08398722621}">
      <dgm:prSet/>
      <dgm:spPr/>
      <dgm:t>
        <a:bodyPr/>
        <a:lstStyle/>
        <a:p>
          <a:endParaRPr lang="en-US"/>
        </a:p>
      </dgm:t>
    </dgm:pt>
    <dgm:pt modelId="{292B2999-163C-4EBE-BEA2-DCA010007A22}">
      <dgm:prSet phldrT="[Text]"/>
      <dgm:spPr/>
      <dgm:t>
        <a:bodyPr/>
        <a:lstStyle/>
        <a:p>
          <a:r>
            <a:rPr lang="en-US" dirty="0"/>
            <a:t>Higher integration levels</a:t>
          </a:r>
        </a:p>
      </dgm:t>
    </dgm:pt>
    <dgm:pt modelId="{CD45D0B6-1C5C-44AC-A645-C6B76E133FB7}" type="parTrans" cxnId="{C4C0065A-D6A5-4BC8-A895-937E4BE84840}">
      <dgm:prSet/>
      <dgm:spPr/>
      <dgm:t>
        <a:bodyPr/>
        <a:lstStyle/>
        <a:p>
          <a:endParaRPr lang="en-US"/>
        </a:p>
      </dgm:t>
    </dgm:pt>
    <dgm:pt modelId="{1A14748B-9C97-4CD6-B973-BC74AB96F842}" type="sibTrans" cxnId="{C4C0065A-D6A5-4BC8-A895-937E4BE84840}">
      <dgm:prSet/>
      <dgm:spPr/>
      <dgm:t>
        <a:bodyPr/>
        <a:lstStyle/>
        <a:p>
          <a:endParaRPr lang="en-US"/>
        </a:p>
      </dgm:t>
    </dgm:pt>
    <dgm:pt modelId="{2A6A19D6-45A2-4203-AFC9-547F0D112C30}">
      <dgm:prSet phldrT="[Text]"/>
      <dgm:spPr/>
      <dgm:t>
        <a:bodyPr/>
        <a:lstStyle/>
        <a:p>
          <a:r>
            <a:rPr lang="en-US" dirty="0"/>
            <a:t>Larger project scope</a:t>
          </a:r>
        </a:p>
      </dgm:t>
    </dgm:pt>
    <dgm:pt modelId="{2781E854-3E10-40C4-9B4C-66917D0A5240}" type="parTrans" cxnId="{D4C3759F-C3CE-4754-86C3-08B9F3404F25}">
      <dgm:prSet/>
      <dgm:spPr/>
      <dgm:t>
        <a:bodyPr/>
        <a:lstStyle/>
        <a:p>
          <a:endParaRPr lang="en-US"/>
        </a:p>
      </dgm:t>
    </dgm:pt>
    <dgm:pt modelId="{5BF9AD31-9EC7-497B-98E1-471944DBCAAA}" type="sibTrans" cxnId="{D4C3759F-C3CE-4754-86C3-08B9F3404F25}">
      <dgm:prSet/>
      <dgm:spPr/>
      <dgm:t>
        <a:bodyPr/>
        <a:lstStyle/>
        <a:p>
          <a:endParaRPr lang="en-US"/>
        </a:p>
      </dgm:t>
    </dgm:pt>
    <dgm:pt modelId="{CCB17C6F-11D2-4751-B212-1F2A0DD220C2}">
      <dgm:prSet phldrT="[Text]"/>
      <dgm:spPr/>
      <dgm:t>
        <a:bodyPr/>
        <a:lstStyle/>
        <a:p>
          <a:r>
            <a:rPr lang="en-US" dirty="0"/>
            <a:t>Lower integration levels</a:t>
          </a:r>
        </a:p>
      </dgm:t>
    </dgm:pt>
    <dgm:pt modelId="{8E1F8FD3-516B-4C6C-BD97-509AF8D80B3B}" type="parTrans" cxnId="{43A2CFF2-729B-4524-BD9A-D77AE8C6EF6E}">
      <dgm:prSet/>
      <dgm:spPr/>
      <dgm:t>
        <a:bodyPr/>
        <a:lstStyle/>
        <a:p>
          <a:endParaRPr lang="en-US"/>
        </a:p>
      </dgm:t>
    </dgm:pt>
    <dgm:pt modelId="{2D49E6E1-B627-4334-A017-1E4B52C272C1}" type="sibTrans" cxnId="{43A2CFF2-729B-4524-BD9A-D77AE8C6EF6E}">
      <dgm:prSet/>
      <dgm:spPr/>
      <dgm:t>
        <a:bodyPr/>
        <a:lstStyle/>
        <a:p>
          <a:endParaRPr lang="en-US"/>
        </a:p>
      </dgm:t>
    </dgm:pt>
    <dgm:pt modelId="{3287A645-FE83-4F67-B67C-0E24F6291897}">
      <dgm:prSet phldrT="[Text]"/>
      <dgm:spPr/>
      <dgm:t>
        <a:bodyPr/>
        <a:lstStyle/>
        <a:p>
          <a:r>
            <a:rPr lang="en-US" dirty="0"/>
            <a:t>Smaller project scope</a:t>
          </a:r>
        </a:p>
      </dgm:t>
    </dgm:pt>
    <dgm:pt modelId="{D30F9A5E-AF79-4453-A662-CA382E212AA0}" type="parTrans" cxnId="{B14084B2-908A-4B10-AD13-3EE43A4B5EC1}">
      <dgm:prSet/>
      <dgm:spPr/>
      <dgm:t>
        <a:bodyPr/>
        <a:lstStyle/>
        <a:p>
          <a:endParaRPr lang="en-US"/>
        </a:p>
      </dgm:t>
    </dgm:pt>
    <dgm:pt modelId="{16EE10BF-915C-40A4-841A-1EC5887C169D}" type="sibTrans" cxnId="{B14084B2-908A-4B10-AD13-3EE43A4B5EC1}">
      <dgm:prSet/>
      <dgm:spPr/>
      <dgm:t>
        <a:bodyPr/>
        <a:lstStyle/>
        <a:p>
          <a:endParaRPr lang="en-US"/>
        </a:p>
      </dgm:t>
    </dgm:pt>
    <dgm:pt modelId="{2EC2B104-98C1-4248-AE34-F2AFDC538705}">
      <dgm:prSet phldrT="[Text]"/>
      <dgm:spPr/>
      <dgm:t>
        <a:bodyPr/>
        <a:lstStyle/>
        <a:p>
          <a:r>
            <a:rPr lang="en-US"/>
            <a:t>Logically </a:t>
          </a:r>
          <a:r>
            <a:rPr lang="en-US" dirty="0"/>
            <a:t>centralized</a:t>
          </a:r>
        </a:p>
      </dgm:t>
    </dgm:pt>
    <dgm:pt modelId="{5E0CC1AC-6F50-47BC-93BC-B21439CFCAF5}" type="parTrans" cxnId="{E765C156-75A7-4F3D-8C53-09499C67BEF2}">
      <dgm:prSet/>
      <dgm:spPr/>
      <dgm:t>
        <a:bodyPr/>
        <a:lstStyle/>
        <a:p>
          <a:endParaRPr lang="en-US"/>
        </a:p>
      </dgm:t>
    </dgm:pt>
    <dgm:pt modelId="{93F9302B-BCAB-47F1-951F-B1AE4910DEF7}" type="sibTrans" cxnId="{E765C156-75A7-4F3D-8C53-09499C67BEF2}">
      <dgm:prSet/>
      <dgm:spPr/>
      <dgm:t>
        <a:bodyPr/>
        <a:lstStyle/>
        <a:p>
          <a:endParaRPr lang="en-US"/>
        </a:p>
      </dgm:t>
    </dgm:pt>
    <dgm:pt modelId="{BC9116FB-3510-478C-B6F9-A7F5BAD59700}">
      <dgm:prSet phldrT="[Text]"/>
      <dgm:spPr/>
      <dgm:t>
        <a:bodyPr/>
        <a:lstStyle/>
        <a:p>
          <a:r>
            <a:rPr lang="en-US"/>
            <a:t>Logically </a:t>
          </a:r>
          <a:r>
            <a:rPr lang="en-US" dirty="0"/>
            <a:t>decentralized</a:t>
          </a:r>
        </a:p>
      </dgm:t>
    </dgm:pt>
    <dgm:pt modelId="{B399B2CF-6962-4215-B516-5BD61B31C160}" type="parTrans" cxnId="{32906CDB-D606-402E-9CF6-2D7CCAEF528B}">
      <dgm:prSet/>
      <dgm:spPr/>
      <dgm:t>
        <a:bodyPr/>
        <a:lstStyle/>
        <a:p>
          <a:endParaRPr lang="en-US"/>
        </a:p>
      </dgm:t>
    </dgm:pt>
    <dgm:pt modelId="{2D136D15-455B-44AA-B547-D0B3A6389268}" type="sibTrans" cxnId="{32906CDB-D606-402E-9CF6-2D7CCAEF528B}">
      <dgm:prSet/>
      <dgm:spPr/>
      <dgm:t>
        <a:bodyPr/>
        <a:lstStyle/>
        <a:p>
          <a:endParaRPr lang="en-US"/>
        </a:p>
      </dgm:t>
    </dgm:pt>
    <dgm:pt modelId="{397E25F8-D580-4239-9EE5-23A8B9C5E0ED}" type="pres">
      <dgm:prSet presAssocID="{8F293C02-D58A-4EF1-A7B1-7CD14317BD21}" presName="compositeShape" presStyleCnt="0">
        <dgm:presLayoutVars>
          <dgm:chMax val="2"/>
          <dgm:dir/>
          <dgm:resizeHandles val="exact"/>
        </dgm:presLayoutVars>
      </dgm:prSet>
      <dgm:spPr/>
    </dgm:pt>
    <dgm:pt modelId="{96FAC47E-9567-492E-B8C8-7D689E31F5A1}" type="pres">
      <dgm:prSet presAssocID="{8F293C02-D58A-4EF1-A7B1-7CD14317BD21}" presName="divider" presStyleLbl="fgShp" presStyleIdx="0" presStyleCnt="1"/>
      <dgm:spPr/>
    </dgm:pt>
    <dgm:pt modelId="{C57DD77D-7325-4C1A-83C7-396E1BD1B892}" type="pres">
      <dgm:prSet presAssocID="{F9071FA5-A4E9-4312-963E-65FD0FA292C1}" presName="downArrow" presStyleLbl="node1" presStyleIdx="0" presStyleCnt="2"/>
      <dgm:spPr/>
    </dgm:pt>
    <dgm:pt modelId="{F84A4676-30E2-436A-B8BB-BEB7D4B5D9C9}" type="pres">
      <dgm:prSet presAssocID="{F9071FA5-A4E9-4312-963E-65FD0FA292C1}" presName="downArrowText" presStyleLbl="revTx" presStyleIdx="0" presStyleCnt="2" custScaleX="119223">
        <dgm:presLayoutVars>
          <dgm:bulletEnabled val="1"/>
        </dgm:presLayoutVars>
      </dgm:prSet>
      <dgm:spPr/>
    </dgm:pt>
    <dgm:pt modelId="{CBA13F27-43F4-4C94-8D34-A2760C96BB45}" type="pres">
      <dgm:prSet presAssocID="{689E6531-2CA6-4B1B-9661-97CEBFBC2301}" presName="upArrow" presStyleLbl="node1" presStyleIdx="1" presStyleCnt="2"/>
      <dgm:spPr/>
    </dgm:pt>
    <dgm:pt modelId="{F565D6CA-55C3-4ECF-8848-085CD7C67979}" type="pres">
      <dgm:prSet presAssocID="{689E6531-2CA6-4B1B-9661-97CEBFBC2301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34D2CA29-594B-4681-A64A-09B5C4825E96}" type="presOf" srcId="{BC9116FB-3510-478C-B6F9-A7F5BAD59700}" destId="{F565D6CA-55C3-4ECF-8848-085CD7C67979}" srcOrd="0" destOrd="3" presId="urn:microsoft.com/office/officeart/2005/8/layout/arrow3"/>
    <dgm:cxn modelId="{5EB2E44A-7D93-4EF1-8CE0-D924DD7A53CB}" type="presOf" srcId="{2EC2B104-98C1-4248-AE34-F2AFDC538705}" destId="{F84A4676-30E2-436A-B8BB-BEB7D4B5D9C9}" srcOrd="0" destOrd="3" presId="urn:microsoft.com/office/officeart/2005/8/layout/arrow3"/>
    <dgm:cxn modelId="{CD7A3850-360A-4229-9EA7-6CAAF8DCE717}" srcId="{8F293C02-D58A-4EF1-A7B1-7CD14317BD21}" destId="{689E6531-2CA6-4B1B-9661-97CEBFBC2301}" srcOrd="1" destOrd="0" parTransId="{50ECE915-51BA-4B05-B655-A006164EB8FF}" sibTransId="{9ADB48D0-5A31-4DC6-8A0A-02F7F99D212F}"/>
    <dgm:cxn modelId="{E765C156-75A7-4F3D-8C53-09499C67BEF2}" srcId="{F9071FA5-A4E9-4312-963E-65FD0FA292C1}" destId="{2EC2B104-98C1-4248-AE34-F2AFDC538705}" srcOrd="2" destOrd="0" parTransId="{5E0CC1AC-6F50-47BC-93BC-B21439CFCAF5}" sibTransId="{93F9302B-BCAB-47F1-951F-B1AE4910DEF7}"/>
    <dgm:cxn modelId="{38F6ED78-0E90-4FC6-B835-64C69B5C7F2A}" srcId="{F9071FA5-A4E9-4312-963E-65FD0FA292C1}" destId="{1B8665F5-882E-4892-AAD1-A3519E0A7FD1}" srcOrd="0" destOrd="0" parTransId="{D00CFE1C-26A5-44E4-BAA4-1F5F6DF5D78C}" sibTransId="{3524A11F-DD9D-40E4-8C8A-A0804E11C7CC}"/>
    <dgm:cxn modelId="{9D06D379-3054-4A6F-AA0D-BDCCD099C20E}" type="presOf" srcId="{C0F222EB-0C25-4D53-8197-8D9F809D00CF}" destId="{F565D6CA-55C3-4ECF-8848-085CD7C67979}" srcOrd="0" destOrd="1" presId="urn:microsoft.com/office/officeart/2005/8/layout/arrow3"/>
    <dgm:cxn modelId="{C4C0065A-D6A5-4BC8-A895-937E4BE84840}" srcId="{F9071FA5-A4E9-4312-963E-65FD0FA292C1}" destId="{292B2999-163C-4EBE-BEA2-DCA010007A22}" srcOrd="1" destOrd="0" parTransId="{CD45D0B6-1C5C-44AC-A645-C6B76E133FB7}" sibTransId="{1A14748B-9C97-4CD6-B973-BC74AB96F842}"/>
    <dgm:cxn modelId="{2558AF81-C56A-4730-9465-5D8F0B211299}" type="presOf" srcId="{1B8665F5-882E-4892-AAD1-A3519E0A7FD1}" destId="{F84A4676-30E2-436A-B8BB-BEB7D4B5D9C9}" srcOrd="0" destOrd="1" presId="urn:microsoft.com/office/officeart/2005/8/layout/arrow3"/>
    <dgm:cxn modelId="{2861B584-6DE9-4732-A475-D1480E9DCBF2}" type="presOf" srcId="{CCB17C6F-11D2-4751-B212-1F2A0DD220C2}" destId="{F565D6CA-55C3-4ECF-8848-085CD7C67979}" srcOrd="0" destOrd="2" presId="urn:microsoft.com/office/officeart/2005/8/layout/arrow3"/>
    <dgm:cxn modelId="{2B63EB8D-BFEB-4E62-B5BA-A6460DDEDC0F}" type="presOf" srcId="{292B2999-163C-4EBE-BEA2-DCA010007A22}" destId="{F84A4676-30E2-436A-B8BB-BEB7D4B5D9C9}" srcOrd="0" destOrd="2" presId="urn:microsoft.com/office/officeart/2005/8/layout/arrow3"/>
    <dgm:cxn modelId="{D4C3759F-C3CE-4754-86C3-08B9F3404F25}" srcId="{F9071FA5-A4E9-4312-963E-65FD0FA292C1}" destId="{2A6A19D6-45A2-4203-AFC9-547F0D112C30}" srcOrd="3" destOrd="0" parTransId="{2781E854-3E10-40C4-9B4C-66917D0A5240}" sibTransId="{5BF9AD31-9EC7-497B-98E1-471944DBCAAA}"/>
    <dgm:cxn modelId="{862544A7-6928-44A2-A6A7-FBFC0B5225C4}" type="presOf" srcId="{3287A645-FE83-4F67-B67C-0E24F6291897}" destId="{F565D6CA-55C3-4ECF-8848-085CD7C67979}" srcOrd="0" destOrd="4" presId="urn:microsoft.com/office/officeart/2005/8/layout/arrow3"/>
    <dgm:cxn modelId="{5A4F9BA9-A7EC-4254-AE61-3CA34FC757DB}" type="presOf" srcId="{2A6A19D6-45A2-4203-AFC9-547F0D112C30}" destId="{F84A4676-30E2-436A-B8BB-BEB7D4B5D9C9}" srcOrd="0" destOrd="4" presId="urn:microsoft.com/office/officeart/2005/8/layout/arrow3"/>
    <dgm:cxn modelId="{B14084B2-908A-4B10-AD13-3EE43A4B5EC1}" srcId="{689E6531-2CA6-4B1B-9661-97CEBFBC2301}" destId="{3287A645-FE83-4F67-B67C-0E24F6291897}" srcOrd="3" destOrd="0" parTransId="{D30F9A5E-AF79-4453-A662-CA382E212AA0}" sibTransId="{16EE10BF-915C-40A4-841A-1EC5887C169D}"/>
    <dgm:cxn modelId="{251050C3-3E72-4779-BDB5-98418A69531A}" type="presOf" srcId="{8F293C02-D58A-4EF1-A7B1-7CD14317BD21}" destId="{397E25F8-D580-4239-9EE5-23A8B9C5E0ED}" srcOrd="0" destOrd="0" presId="urn:microsoft.com/office/officeart/2005/8/layout/arrow3"/>
    <dgm:cxn modelId="{80A6AACA-2119-4949-8605-788879A6A694}" srcId="{8F293C02-D58A-4EF1-A7B1-7CD14317BD21}" destId="{F9071FA5-A4E9-4312-963E-65FD0FA292C1}" srcOrd="0" destOrd="0" parTransId="{8227A381-10E1-4B83-A339-E97340A6D94D}" sibTransId="{1BA4A262-D939-4B90-B156-2F9A71D9A893}"/>
    <dgm:cxn modelId="{AB4501DA-C44E-44A1-9D84-A43D8D16F1E7}" type="presOf" srcId="{689E6531-2CA6-4B1B-9661-97CEBFBC2301}" destId="{F565D6CA-55C3-4ECF-8848-085CD7C67979}" srcOrd="0" destOrd="0" presId="urn:microsoft.com/office/officeart/2005/8/layout/arrow3"/>
    <dgm:cxn modelId="{32906CDB-D606-402E-9CF6-2D7CCAEF528B}" srcId="{689E6531-2CA6-4B1B-9661-97CEBFBC2301}" destId="{BC9116FB-3510-478C-B6F9-A7F5BAD59700}" srcOrd="2" destOrd="0" parTransId="{B399B2CF-6962-4215-B516-5BD61B31C160}" sibTransId="{2D136D15-455B-44AA-B547-D0B3A6389268}"/>
    <dgm:cxn modelId="{AE86EDDC-19C3-48AD-A8C3-8A53E62AA751}" type="presOf" srcId="{F9071FA5-A4E9-4312-963E-65FD0FA292C1}" destId="{F84A4676-30E2-436A-B8BB-BEB7D4B5D9C9}" srcOrd="0" destOrd="0" presId="urn:microsoft.com/office/officeart/2005/8/layout/arrow3"/>
    <dgm:cxn modelId="{43A2CFF2-729B-4524-BD9A-D77AE8C6EF6E}" srcId="{689E6531-2CA6-4B1B-9661-97CEBFBC2301}" destId="{CCB17C6F-11D2-4751-B212-1F2A0DD220C2}" srcOrd="1" destOrd="0" parTransId="{8E1F8FD3-516B-4C6C-BD97-509AF8D80B3B}" sibTransId="{2D49E6E1-B627-4334-A017-1E4B52C272C1}"/>
    <dgm:cxn modelId="{636293FB-E29A-4D9A-98E2-B08398722621}" srcId="{689E6531-2CA6-4B1B-9661-97CEBFBC2301}" destId="{C0F222EB-0C25-4D53-8197-8D9F809D00CF}" srcOrd="0" destOrd="0" parTransId="{6367C46A-1FD9-4D60-B340-3216EF47CE22}" sibTransId="{CC1B8D78-D47D-4074-B49B-C3AEA37A99BA}"/>
    <dgm:cxn modelId="{72C0CEE4-5838-4111-BCFC-AB7ECB03A169}" type="presParOf" srcId="{397E25F8-D580-4239-9EE5-23A8B9C5E0ED}" destId="{96FAC47E-9567-492E-B8C8-7D689E31F5A1}" srcOrd="0" destOrd="0" presId="urn:microsoft.com/office/officeart/2005/8/layout/arrow3"/>
    <dgm:cxn modelId="{C9101F43-C81B-4E33-831B-DA0AA4955608}" type="presParOf" srcId="{397E25F8-D580-4239-9EE5-23A8B9C5E0ED}" destId="{C57DD77D-7325-4C1A-83C7-396E1BD1B892}" srcOrd="1" destOrd="0" presId="urn:microsoft.com/office/officeart/2005/8/layout/arrow3"/>
    <dgm:cxn modelId="{A61C2E73-5E4B-4291-ADD7-7AA806728C7D}" type="presParOf" srcId="{397E25F8-D580-4239-9EE5-23A8B9C5E0ED}" destId="{F84A4676-30E2-436A-B8BB-BEB7D4B5D9C9}" srcOrd="2" destOrd="0" presId="urn:microsoft.com/office/officeart/2005/8/layout/arrow3"/>
    <dgm:cxn modelId="{4CDC48CC-F796-4DA4-98B6-63CCBBD4FE9E}" type="presParOf" srcId="{397E25F8-D580-4239-9EE5-23A8B9C5E0ED}" destId="{CBA13F27-43F4-4C94-8D34-A2760C96BB45}" srcOrd="3" destOrd="0" presId="urn:microsoft.com/office/officeart/2005/8/layout/arrow3"/>
    <dgm:cxn modelId="{80A1AE0D-2CEA-4A65-B967-50F213996F2A}" type="presParOf" srcId="{397E25F8-D580-4239-9EE5-23A8B9C5E0ED}" destId="{F565D6CA-55C3-4ECF-8848-085CD7C67979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D624BC-55E1-4E8E-BC2E-EA1A0E67A65A}">
      <dsp:nvSpPr>
        <dsp:cNvPr id="0" name=""/>
        <dsp:cNvSpPr/>
      </dsp:nvSpPr>
      <dsp:spPr>
        <a:xfrm rot="21300000">
          <a:off x="25722" y="1770912"/>
          <a:ext cx="8330555" cy="953974"/>
        </a:xfrm>
        <a:prstGeom prst="mathMinus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A428D-677B-493E-B225-3CAF8B0CEEAD}">
      <dsp:nvSpPr>
        <dsp:cNvPr id="0" name=""/>
        <dsp:cNvSpPr/>
      </dsp:nvSpPr>
      <dsp:spPr>
        <a:xfrm>
          <a:off x="1005840" y="224790"/>
          <a:ext cx="2514600" cy="1798320"/>
        </a:xfrm>
        <a:prstGeom prst="downArrow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70132-8ECC-489D-805A-5C045BE7E393}">
      <dsp:nvSpPr>
        <dsp:cNvPr id="0" name=""/>
        <dsp:cNvSpPr/>
      </dsp:nvSpPr>
      <dsp:spPr>
        <a:xfrm>
          <a:off x="4442460" y="0"/>
          <a:ext cx="2682240" cy="1888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Transaction processing (OLTP)</a:t>
          </a:r>
          <a:endParaRPr lang="en-US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Primary data from transactions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Daily operations and short term decisions</a:t>
          </a:r>
        </a:p>
      </dsp:txBody>
      <dsp:txXfrm>
        <a:off x="4442460" y="0"/>
        <a:ext cx="2682240" cy="1888236"/>
      </dsp:txXfrm>
    </dsp:sp>
    <dsp:sp modelId="{B3842BBC-3063-4881-AB88-04818F345747}">
      <dsp:nvSpPr>
        <dsp:cNvPr id="0" name=""/>
        <dsp:cNvSpPr/>
      </dsp:nvSpPr>
      <dsp:spPr>
        <a:xfrm>
          <a:off x="4861560" y="2472690"/>
          <a:ext cx="2514600" cy="1798320"/>
        </a:xfrm>
        <a:prstGeom prst="upArrow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7447F-77FB-4BB2-BE1D-F4CA450437AC}">
      <dsp:nvSpPr>
        <dsp:cNvPr id="0" name=""/>
        <dsp:cNvSpPr/>
      </dsp:nvSpPr>
      <dsp:spPr>
        <a:xfrm>
          <a:off x="1257300" y="2607564"/>
          <a:ext cx="2682240" cy="1888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Business </a:t>
          </a:r>
          <a:r>
            <a:rPr lang="en-US" sz="2000" kern="1200"/>
            <a:t>intelligence processing (OLAP)</a:t>
          </a:r>
          <a:endParaRPr lang="en-US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Transformed secondary data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Medium and long-term decisions</a:t>
          </a:r>
        </a:p>
      </dsp:txBody>
      <dsp:txXfrm>
        <a:off x="1257300" y="2607564"/>
        <a:ext cx="2682240" cy="188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FAC47E-9567-492E-B8C8-7D689E31F5A1}">
      <dsp:nvSpPr>
        <dsp:cNvPr id="0" name=""/>
        <dsp:cNvSpPr/>
      </dsp:nvSpPr>
      <dsp:spPr>
        <a:xfrm rot="21300000">
          <a:off x="26433" y="1757725"/>
          <a:ext cx="8560865" cy="980348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DD77D-7325-4C1A-83C7-396E1BD1B892}">
      <dsp:nvSpPr>
        <dsp:cNvPr id="0" name=""/>
        <dsp:cNvSpPr/>
      </dsp:nvSpPr>
      <dsp:spPr>
        <a:xfrm>
          <a:off x="1033647" y="224790"/>
          <a:ext cx="2584119" cy="1798320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A4676-30E2-436A-B8BB-BEB7D4B5D9C9}">
      <dsp:nvSpPr>
        <dsp:cNvPr id="0" name=""/>
        <dsp:cNvSpPr/>
      </dsp:nvSpPr>
      <dsp:spPr>
        <a:xfrm>
          <a:off x="4300347" y="0"/>
          <a:ext cx="3286255" cy="1888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Top Down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Enterprise data warehouse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Higher integration levels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Logically </a:t>
          </a:r>
          <a:r>
            <a:rPr lang="en-US" sz="1600" kern="1200" dirty="0"/>
            <a:t>centralized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Larger project scope</a:t>
          </a:r>
        </a:p>
      </dsp:txBody>
      <dsp:txXfrm>
        <a:off x="4300347" y="0"/>
        <a:ext cx="3286255" cy="1888236"/>
      </dsp:txXfrm>
    </dsp:sp>
    <dsp:sp modelId="{CBA13F27-43F4-4C94-8D34-A2760C96BB45}">
      <dsp:nvSpPr>
        <dsp:cNvPr id="0" name=""/>
        <dsp:cNvSpPr/>
      </dsp:nvSpPr>
      <dsp:spPr>
        <a:xfrm>
          <a:off x="4995964" y="2472690"/>
          <a:ext cx="2584119" cy="1798320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5D6CA-55C3-4ECF-8848-085CD7C67979}">
      <dsp:nvSpPr>
        <dsp:cNvPr id="0" name=""/>
        <dsp:cNvSpPr/>
      </dsp:nvSpPr>
      <dsp:spPr>
        <a:xfrm>
          <a:off x="1292059" y="2607564"/>
          <a:ext cx="2756394" cy="1888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Bottom Up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Independent data marts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Lower integration levels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Logically </a:t>
          </a:r>
          <a:r>
            <a:rPr lang="en-US" sz="1600" kern="1200" dirty="0"/>
            <a:t>decentralized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Smaller project scope</a:t>
          </a:r>
        </a:p>
      </dsp:txBody>
      <dsp:txXfrm>
        <a:off x="1292059" y="2607564"/>
        <a:ext cx="2756394" cy="188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943" cy="34774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73003" y="0"/>
            <a:ext cx="4033943" cy="34774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6AF78072-C3BE-40A9-850A-992D1358B70A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05889"/>
            <a:ext cx="4033943" cy="34774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73003" y="6605889"/>
            <a:ext cx="4033943" cy="34774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EF7BA2BA-1017-4E5D-831F-C8E2285AF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66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1-09T08:41:57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196 343 6928 0 0,'0'0'3096'0'0,"-4"0"-3030"0"0,-26 0 558 0 0,30 0-86 0 0,-11-1 283 0 0,5-205 387 0 0,5 190-1145 0 0,1 11-34 0 0,-1 0 0 0 0,1 0 0 0 0,0 0 0 0 0,0 0 0 0 0,0 0 0 0 0,1 0 0 0 0,2-9 0 0 0,-3 14-25 0 0,0-1 1 0 0,1 0-1 0 0,-1 0 1 0 0,0 0 0 0 0,0 0-1 0 0,0 0 1 0 0,0 0-1 0 0,0 0 1 0 0,0 0 0 0 0,0 0-1 0 0,-1 0 1 0 0,1 0-1 0 0,0-1 1 0 0,-2-7 12 0 0,3 7-2 0 0,2-1-1 0 0,-6 4-2 0 0,3 0-12 0 0,0-1 1 0 0,0 0 0 0 0,-1 0 0 0 0,1 0 0 0 0,0 0-1 0 0,0 0 1 0 0,-1 0 0 0 0,1 0 0 0 0,0 1 0 0 0,0-1 0 0 0,0 0-1 0 0,-1 0 1 0 0,1 0 0 0 0,0 0 0 0 0,0 1 0 0 0,0-1 0 0 0,0 0-1 0 0,0 0 1 0 0,-1 0 0 0 0,1 1 0 0 0,0-1 0 0 0,0 0 0 0 0,0 0-1 0 0,0 1 1 0 0,0-1 0 0 0,0 0 0 0 0,0 0 0 0 0,0 1-1 0 0,0-1 1 0 0,0 0 0 0 0,0 0 0 0 0,0 1 0 0 0,0-1 0 0 0,0 0-1 0 0,0 0 1 0 0,0 1 0 0 0,0-1 0 0 0,-1 8 44 0 0,0-1 1 0 0,0 0-1 0 0,-1 1 0 0 0,-5 12 1 0 0,0 4 146 0 0,6-19-154 0 0,-1 0 0 0 0,0 0 0 0 0,0 0 0 0 0,0 0 1 0 0,-6 9-1 0 0,6-10-15 0 0,-1 1 1 0 0,1 0 0 0 0,0 0-1 0 0,-2 7 1 0 0,3-6-3 0 0,-1-1 1 0 0,0 0-1 0 0,0 0 1 0 0,-4 6-1 0 0,-13 24 83 0 0,12-22-23 0 0,0 0 0 0 0,-1-1 0 0 0,-9 13 0 0 0,11-20 48 0 0,-1 2 40 0 0,4-1-39 0 0,-1-7 90 0 0,4 1-212 0 0,0-1 0 0 0,0 1 0 0 0,-1-1 0 0 0,1 1 0 0 0,0-1 1 0 0,0 1-1 0 0,0-1 0 0 0,0 1 0 0 0,0-1 0 0 0,0 0 0 0 0,0 1 0 0 0,0-1 1 0 0,0 1-1 0 0,0-1 0 0 0,0 1 0 0 0,0-1 0 0 0,1 1 0 0 0,-1-1 0 0 0,0 0 1 0 0,0 1-1 0 0,1-1 0 0 0,3-10 6 0 0,1-1 0 0 0,-2 0 0 0 0,0 0 1 0 0,0 0-1 0 0,-1 0 0 0 0,1-16 0 0 0,5-27 11 0 0,-8 53-25 0 0,3-11 6 0 0,0 0 0 0 0,0-21 1 0 0,1 16-3 0 0,-3 17-2 0 0,-1 0-2 0 0,0 1 0 0 0,0 0 0 0 0,0-1 0 0 0,0 1 0 0 0,0 0 0 0 0,0 0 0 0 0,0 0 0 0 0,0-1 0 0 0,0 1 0 0 0,0 0 0 0 0,0 0 1 0 0,1-1-1 0 0,-1 1 0 0 0,0 0 0 0 0,0 0 0 0 0,0 0 0 0 0,0-1 0 0 0,1 1 0 0 0,-1 0 0 0 0,0 0 0 0 0,0 0 0 0 0,0 0 0 0 0,1 0 0 0 0,-1-1 0 0 0,0 1 0 0 0,0 0 0 0 0,1 0 0 0 0,-1 0 0 0 0,0 0 0 0 0,2 2 14 0 0,-3 0-14 0 0,0 0 0 0 0,0 1 0 0 0,0-1 1 0 0,1 1-1 0 0,-1-1 0 0 0,1 1 0 0 0,0-1 1 0 0,-1 1-1 0 0,1 0 0 0 0,1 4 0 0 0,-1-4 1 0 0,0 1 0 0 0,0-1 0 0 0,0 0 0 0 0,-1 0 0 0 0,1 0 0 0 0,-1 0 0 0 0,-1 4 1 0 0,1-4-2 0 0,0-1 4 0 0,0 1 0 0 0,0-1 0 0 0,1 0 0 0 0,-1 1 0 0 0,0 0 0 0 0,1-1 0 0 0,0 1 0 0 0,-1-1 0 0 0,1 5 0 0 0,1-12 15 0 0,-1 0 0 0 0,1 1 0 0 0,0-1 0 0 0,0 0 0 0 0,1 1 1 0 0,-1-1-1 0 0,5-8 0 0 0,21-34-32 0 0,-4 7 10 0 0,-15 27 0 0 0,-8 12-3 0 0,0 4-16 0 0,1 0 16 0 0,-1-1 0 0 0,0 1 1 0 0,0 0-1 0 0,-1 0 0 0 0,1 0 1 0 0,-2 4-1 0 0,0 14-14 0 0,0-6-17 0 0,0-1 0 0 0,-1 0 0 0 0,-1 0 0 0 0,0 0-1 0 0,-1 0 1 0 0,-8 17 0 0 0,2 6-46 0 0,7-19 36 0 0,4-18 42 0 0,0 0 1 0 0,0 0 0 0 0,-1 1-1 0 0,1-1 1 0 0,0 0 0 0 0,0 0 0 0 0,0 0-1 0 0,0 0 1 0 0,0 1 0 0 0,0-1-1 0 0,0 0 1 0 0,0 0 0 0 0,0 0 0 0 0,0 1-1 0 0,0-1 1 0 0,0 0 0 0 0,0 0-1 0 0,0 0 1 0 0,0 0 0 0 0,0 1-1 0 0,0-1 1 0 0,0 0 0 0 0,0 0 0 0 0,0 0-1 0 0,0 1 1 0 0,0-1 0 0 0,0 0-1 0 0,0 0 1 0 0,0 0 0 0 0,1 0 0 0 0,-1 1-1 0 0,0-1 1 0 0,0 0 0 0 0,0 0-1 0 0,0 0 1 0 0,0 0 0 0 0,1 0 0 0 0,6-3-38 0 0,9-13 21 0 0,49-64-61 0 0,-48 56 41 0 0,2 0 0 0 0,1 2 0 0 0,44-40 0 0 0,-19 30-1913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3943" cy="34774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3003" y="0"/>
            <a:ext cx="4033943" cy="34774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88EE3F48-5A71-412F-B653-983F106475AC}" type="datetimeFigureOut">
              <a:rPr lang="en-US" smtClean="0"/>
              <a:pPr/>
              <a:t>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7825" y="522288"/>
            <a:ext cx="3475038" cy="2606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910" y="3303548"/>
            <a:ext cx="7447280" cy="3129677"/>
          </a:xfrm>
          <a:prstGeom prst="rect">
            <a:avLst/>
          </a:prstGeom>
        </p:spPr>
        <p:txBody>
          <a:bodyPr vert="horz" lIns="92930" tIns="46465" rIns="92930" bIns="4646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05889"/>
            <a:ext cx="4033943" cy="34774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3003" y="6605889"/>
            <a:ext cx="4033943" cy="347742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9CE198C-AAA1-45C3-BAE1-46B756CF36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6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SSIS, SSAS, SSRS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4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Transaction processing:</a:t>
            </a:r>
          </a:p>
          <a:p>
            <a:r>
              <a:rPr lang="en-US" altLang="en-US"/>
              <a:t> - Operational databases: for daily business</a:t>
            </a:r>
          </a:p>
          <a:p>
            <a:r>
              <a:rPr lang="en-US" altLang="en-US"/>
              <a:t> - Decisions: involve details of products, customers, shipments, manufacturing</a:t>
            </a:r>
            <a:r>
              <a:rPr lang="en-US" altLang="en-US" baseline="0"/>
              <a:t> such as </a:t>
            </a:r>
            <a:r>
              <a:rPr lang="en-US" altLang="en-US"/>
              <a:t>fulfill orders, resolve complaints, provide staffing</a:t>
            </a:r>
          </a:p>
          <a:p>
            <a:endParaRPr lang="en-US" altLang="en-US"/>
          </a:p>
          <a:p>
            <a:r>
              <a:rPr lang="en-US" altLang="en-US"/>
              <a:t>Business intelligence:</a:t>
            </a:r>
          </a:p>
          <a:p>
            <a:pPr marL="171450" indent="-171450">
              <a:buFontTx/>
              <a:buChar char="-"/>
            </a:pPr>
            <a:r>
              <a:rPr lang="en-US" altLang="en-US"/>
              <a:t>Integrated and standardized</a:t>
            </a:r>
            <a:r>
              <a:rPr lang="en-US" altLang="en-US" baseline="0"/>
              <a:t> </a:t>
            </a:r>
            <a:r>
              <a:rPr lang="en-US" altLang="en-US"/>
              <a:t>data: difficult to directly use operational data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en-US"/>
              <a:t>Substantial processing for transformations and integration</a:t>
            </a:r>
          </a:p>
          <a:p>
            <a:pPr marL="171450" indent="-171450">
              <a:buFontTx/>
              <a:buChar char="-"/>
            </a:pPr>
            <a:r>
              <a:rPr lang="en-US" altLang="en-US"/>
              <a:t>Value</a:t>
            </a:r>
            <a:r>
              <a:rPr lang="en-US" altLang="en-US" baseline="0"/>
              <a:t> for decision making results from standardizing and integrating data across organizational units and external sources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en-US"/>
              <a:t>Decisions: broad view of customers, products, production, marketing</a:t>
            </a:r>
            <a:r>
              <a:rPr lang="en-US" altLang="en-US" baseline="0"/>
              <a:t> for </a:t>
            </a:r>
            <a:r>
              <a:rPr lang="en-US" altLang="en-US"/>
              <a:t>capacity planning, store locations, new lines of business,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54EDF-D974-41E7-9449-0FB648DE55F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Operational database vs. Data warehouse</a:t>
            </a:r>
          </a:p>
          <a:p>
            <a:r>
              <a:rPr lang="en-US" altLang="en-US"/>
              <a:t> - Currency: age of data</a:t>
            </a:r>
          </a:p>
          <a:p>
            <a:r>
              <a:rPr lang="en-US" altLang="en-US"/>
              <a:t> - Historical:</a:t>
            </a:r>
            <a:r>
              <a:rPr lang="en-US" altLang="en-US" baseline="0"/>
              <a:t> completed transactions; secondary data</a:t>
            </a:r>
            <a:endParaRPr lang="en-US" altLang="en-US"/>
          </a:p>
          <a:p>
            <a:r>
              <a:rPr lang="en-US" altLang="en-US"/>
              <a:t> - Detail level: DW do not need to identify individual transactions although details</a:t>
            </a:r>
          </a:p>
          <a:p>
            <a:r>
              <a:rPr lang="en-US" altLang="en-US"/>
              <a:t>   can be stored; typically both detailed and summary data are stored in a data warehouse</a:t>
            </a:r>
          </a:p>
          <a:p>
            <a:r>
              <a:rPr lang="en-US" altLang="en-US"/>
              <a:t> - Number of records processed (per request): operational database query typically returns</a:t>
            </a:r>
          </a:p>
          <a:p>
            <a:r>
              <a:rPr lang="en-US" altLang="en-US"/>
              <a:t>   few records; DW query may summarize thousands of records</a:t>
            </a:r>
          </a:p>
          <a:p>
            <a:r>
              <a:rPr lang="en-US" altLang="en-US"/>
              <a:t> - Normalization: normalization not important for DW because of lack of update</a:t>
            </a:r>
          </a:p>
          <a:p>
            <a:r>
              <a:rPr lang="en-US" altLang="en-US"/>
              <a:t> - Data model: new data model for DWs although relational implementation is generally</a:t>
            </a:r>
          </a:p>
          <a:p>
            <a:r>
              <a:rPr lang="en-US" altLang="en-US"/>
              <a:t>   used to implement the new data model</a:t>
            </a:r>
          </a:p>
          <a:p>
            <a:r>
              <a:rPr lang="en-US" altLang="en-US"/>
              <a:t> - Star schemas with materialized views for summary data are used in relational DBMSs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54EDF-D974-41E7-9449-0FB648DE55F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Crow’s foot</a:t>
            </a:r>
            <a:r>
              <a:rPr lang="en-US" baseline="0"/>
              <a:t> ERD notation</a:t>
            </a:r>
            <a:endParaRPr lang="en-US"/>
          </a:p>
          <a:p>
            <a:r>
              <a:rPr lang="en-US"/>
              <a:t>Small diagram</a:t>
            </a:r>
            <a:r>
              <a:rPr lang="en-US" baseline="0"/>
              <a:t> </a:t>
            </a:r>
            <a:r>
              <a:rPr lang="en-US"/>
              <a:t>of order</a:t>
            </a:r>
            <a:r>
              <a:rPr lang="en-US" baseline="0"/>
              <a:t> entry database and sales star schema</a:t>
            </a: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Small ERD</a:t>
            </a:r>
            <a:r>
              <a:rPr lang="en-US" baseline="0"/>
              <a:t> of order entry database with customer, order, employee, product, and M-N relationship between product and order; designed for order processing</a:t>
            </a:r>
          </a:p>
          <a:p>
            <a:pPr marL="171450" indent="-171450">
              <a:buFontTx/>
              <a:buChar char="-"/>
            </a:pPr>
            <a:r>
              <a:rPr lang="en-US" baseline="0"/>
              <a:t>More complex schema patterns for operational databases</a:t>
            </a:r>
          </a:p>
          <a:p>
            <a:pPr marL="171450" indent="-171450">
              <a:buFontTx/>
              <a:buChar char="-"/>
            </a:pPr>
            <a:r>
              <a:rPr lang="en-US" baseline="0"/>
              <a:t>Order contains header (order) and detail lines (Contains M-N relationship or a associative table)</a:t>
            </a:r>
          </a:p>
          <a:p>
            <a:pPr marL="171450" indent="-171450">
              <a:buFontTx/>
              <a:buChar char="-"/>
            </a:pPr>
            <a:r>
              <a:rPr lang="en-US"/>
              <a:t>Star</a:t>
            </a:r>
            <a:r>
              <a:rPr lang="en-US" baseline="0"/>
              <a:t> Schema with dimension tables (item, store, customer, and timedim) and fact table (sales); designed for business intelligence reporting</a:t>
            </a:r>
          </a:p>
          <a:p>
            <a:pPr marL="171450" indent="-171450">
              <a:buFontTx/>
              <a:buChar char="-"/>
            </a:pPr>
            <a:r>
              <a:rPr lang="en-US" baseline="0"/>
              <a:t>Sales flattened just for order details (sales of individual items)</a:t>
            </a:r>
          </a:p>
          <a:p>
            <a:pPr marL="171450" indent="-171450">
              <a:buFontTx/>
              <a:buChar char="-"/>
            </a:pPr>
            <a:r>
              <a:rPr lang="en-US" baseline="0"/>
              <a:t>Data integration: data moved from operational database to data warehouse after completion of transactions along with substantial amount of transformations (standardization, integration, consistency checking, completeness checking, …)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54EDF-D974-41E7-9449-0FB648DE55F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40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Drill-down </a:t>
            </a:r>
          </a:p>
          <a:p>
            <a:r>
              <a:rPr lang="vi-VN" dirty="0"/>
              <a:t>Roll 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9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19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Aggregation (n): sự tổng hợp</a:t>
            </a:r>
          </a:p>
          <a:p>
            <a:r>
              <a:rPr lang="vi-VN" dirty="0"/>
              <a:t>A</a:t>
            </a:r>
            <a:r>
              <a:rPr lang="en-US" dirty="0" err="1"/>
              <a:t>ggregate</a:t>
            </a:r>
            <a:r>
              <a:rPr lang="vi-VN" dirty="0"/>
              <a:t> (v): việc tổng hợp</a:t>
            </a:r>
          </a:p>
          <a:p>
            <a:r>
              <a:rPr lang="en-US" dirty="0"/>
              <a:t>Holistic</a:t>
            </a:r>
            <a:r>
              <a:rPr lang="vi-VN" dirty="0"/>
              <a:t> (adj): toàn diện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9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Gộp lại (Gộp các city theo country)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55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Tách ra, tách các quý ra theo từng tháng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56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Xoay mặt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63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Lấy 1 lát ra từ khối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88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Top</a:t>
            </a:r>
            <a:r>
              <a:rPr lang="en-US" baseline="0" dirty="0"/>
              <a:t> down (</a:t>
            </a:r>
            <a:r>
              <a:rPr lang="vi-VN" baseline="0" dirty="0"/>
              <a:t>đối với doanh nghiệp lớn có nhiều kinh phí)</a:t>
            </a:r>
            <a:endParaRPr lang="en-US" baseline="0" dirty="0"/>
          </a:p>
          <a:p>
            <a:pPr marL="171450" indent="-171450">
              <a:buFontTx/>
              <a:buChar char="-"/>
            </a:pPr>
            <a:r>
              <a:rPr lang="en-US" baseline="0" dirty="0"/>
              <a:t>Data warehouse approach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More project risk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Higher integration levels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More business value over time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Extreme: one DW for entire organization</a:t>
            </a:r>
          </a:p>
          <a:p>
            <a:endParaRPr lang="en-US" baseline="0" dirty="0"/>
          </a:p>
          <a:p>
            <a:r>
              <a:rPr lang="en-US" baseline="0" dirty="0"/>
              <a:t>Bottom up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Data mart approach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Less project risk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Driven by compelling decision making needs 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Less business value over time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May be difficult to increase scope by integrating data marts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54EDF-D974-41E7-9449-0FB648DE55FF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Also known</a:t>
            </a:r>
            <a:r>
              <a:rPr lang="en-US" altLang="en-US" baseline="0" dirty="0"/>
              <a:t> as independent data mart architecture</a:t>
            </a:r>
            <a:endParaRPr lang="en-US" altLang="en-US" dirty="0"/>
          </a:p>
          <a:p>
            <a:r>
              <a:rPr lang="en-US" altLang="en-US" dirty="0"/>
              <a:t>No centralized data warehouse</a:t>
            </a:r>
          </a:p>
          <a:p>
            <a:r>
              <a:rPr lang="en-US" altLang="en-US" dirty="0"/>
              <a:t>Data marts: small data warehouses oriented towards individual user departments</a:t>
            </a:r>
          </a:p>
          <a:p>
            <a:r>
              <a:rPr lang="en-US" altLang="en-US" dirty="0"/>
              <a:t>Easier to cost justify (at least in the short run) than a larger data warehouse</a:t>
            </a:r>
          </a:p>
          <a:p>
            <a:r>
              <a:rPr lang="en-US" altLang="en-US" dirty="0"/>
              <a:t>Data marts may eventually evolve into a data warehouse</a:t>
            </a:r>
          </a:p>
          <a:p>
            <a:r>
              <a:rPr lang="en-US" altLang="en-US" dirty="0"/>
              <a:t>Data marts may cooperate to provide data to other data marts: data mart bus approach</a:t>
            </a:r>
          </a:p>
          <a:p>
            <a:r>
              <a:rPr lang="en-US" altLang="en-US" dirty="0"/>
              <a:t>Controversial architecture: </a:t>
            </a:r>
          </a:p>
          <a:p>
            <a:r>
              <a:rPr lang="en-US" altLang="en-US" dirty="0"/>
              <a:t> - Many claim that the long term benefits are lost with a bottom-up approach</a:t>
            </a:r>
          </a:p>
          <a:p>
            <a:r>
              <a:rPr lang="en-US" altLang="en-US" dirty="0"/>
              <a:t> - Many claim that data marts must be re-implemented as centralized data warehouse</a:t>
            </a:r>
          </a:p>
          <a:p>
            <a:r>
              <a:rPr lang="en-US" altLang="en-US" dirty="0"/>
              <a:t>   (more costly over the long term)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54EDF-D974-41E7-9449-0FB648DE55FF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Also</a:t>
            </a:r>
            <a:r>
              <a:rPr lang="en-US" altLang="en-US" baseline="0" dirty="0"/>
              <a:t> known as enterprise data warehouse architecture</a:t>
            </a:r>
            <a:endParaRPr lang="en-US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EDM: enterprise data model</a:t>
            </a:r>
          </a:p>
          <a:p>
            <a:r>
              <a:rPr lang="en-US" altLang="en-US" dirty="0"/>
              <a:t>The staging area provides temporary storage of transformed data before loading into the data warehouse. The staging area is particularly useful for data warehouses with a large number of operational databases and external data sources requiring complex data transformations.</a:t>
            </a:r>
          </a:p>
          <a:p>
            <a:r>
              <a:rPr lang="vi-VN" altLang="en-US" dirty="0"/>
              <a:t>ETL = Extract, transform, load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en-US" dirty="0"/>
              <a:t>ELT = Extract, load, transform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354EDF-D974-41E7-9449-0FB648DE55FF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Manipulate</a:t>
            </a:r>
            <a:r>
              <a:rPr lang="vi-VN" dirty="0"/>
              <a:t> (v) thao tác</a:t>
            </a:r>
          </a:p>
          <a:p>
            <a:r>
              <a:rPr lang="en-US" dirty="0"/>
              <a:t>Dimension</a:t>
            </a:r>
            <a:r>
              <a:rPr lang="vi-VN" dirty="0"/>
              <a:t> (n) chiều / kích thước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91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Heterogeneous (adj) không đồng nhất</a:t>
            </a:r>
          </a:p>
          <a:p>
            <a:r>
              <a:rPr lang="en-US" sz="1200" dirty="0">
                <a:solidFill>
                  <a:srgbClr val="0070C0"/>
                </a:solidFill>
              </a:rPr>
              <a:t>Interoperability</a:t>
            </a:r>
            <a:r>
              <a:rPr lang="vi-VN" sz="1200" dirty="0">
                <a:solidFill>
                  <a:srgbClr val="0070C0"/>
                </a:solidFill>
              </a:rPr>
              <a:t> (n) khả năng tương tác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E198C-AAA1-45C3-BAE1-46B756CF36D1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5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4672A47-A9F6-4FF8-AB20-52F33CC89B7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F308C5A2-B0F3-46C2-AB04-E7FCAAE00CD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1A2A01C-5DE8-40E5-AF70-EE667F91C8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873BBC-EC3E-4B5D-86A7-B65092D712D9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19">
            <a:extLst>
              <a:ext uri="{FF2B5EF4-FFF2-40B4-BE49-F238E27FC236}">
                <a16:creationId xmlns:a16="http://schemas.microsoft.com/office/drawing/2014/main" id="{7D72B009-B8F9-4F87-873D-068A595857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81000" y="2286000"/>
            <a:ext cx="56388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Formatvorlage des Untertitelmasters durch Klicken bearbeiten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600200"/>
            <a:ext cx="5638800" cy="682625"/>
          </a:xfrm>
        </p:spPr>
        <p:txBody>
          <a:bodyPr/>
          <a:lstStyle>
            <a:lvl1pPr algn="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Titelmasterformat durch Klicken bearbeiten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6B774161-795D-4F90-88C2-80C8212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C0B0872-5493-4D0C-8EBA-7904ACC83DC3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7F4E5FB7-40C6-42D5-86BD-863A23C2AC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2B527-47C5-4117-9AD6-0F89868921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0D501D-D85D-8EF2-12A2-7CED582A8E9F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1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00BEFD3-40BE-4409-A333-C17F3DF6CF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191BD9ED-0C6B-47F0-A7EA-4E3BAB5C85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AC22392-E1EA-4757-A6AA-9BD976149C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828B69-55C0-4431-8DCC-9D5162CFC355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73">
            <a:extLst>
              <a:ext uri="{FF2B5EF4-FFF2-40B4-BE49-F238E27FC236}">
                <a16:creationId xmlns:a16="http://schemas.microsoft.com/office/drawing/2014/main" id="{4998E4BB-9ABB-40DB-9905-A1080719EC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 EDUCATION</a:t>
            </a:r>
          </a:p>
        </p:txBody>
      </p:sp>
      <p:pic>
        <p:nvPicPr>
          <p:cNvPr id="10" name="Picture 20">
            <a:extLst>
              <a:ext uri="{FF2B5EF4-FFF2-40B4-BE49-F238E27FC236}">
                <a16:creationId xmlns:a16="http://schemas.microsoft.com/office/drawing/2014/main" id="{86A1D120-5F00-4D10-BCD8-5AA96DA089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23848"/>
            <a:ext cx="7467600" cy="4873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3D786CE8-4987-47AF-A935-ED0EC1DB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7F04667-7EFF-4BFB-852A-325ECB45E84A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C34F5197-FA7B-401D-998D-9F4EB2559F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1F6A-B70A-4B7B-9BF0-9ED2B394EF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BBB34-1B41-2A10-CED7-11D27CE8CC7D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39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A113F7A-9B58-44CB-B04F-F54BA4DF9CA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74C7380B-3D1F-445F-818F-07A07960F80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B25B1F-974D-487F-9B6E-001E595658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B97FBAF5-37D3-4E3D-9522-834859874D35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42863" y="6350"/>
          <a:ext cx="10128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0" imgH="0" progId="Paint.Picture">
                  <p:embed/>
                </p:oleObj>
              </mc:Choice>
              <mc:Fallback>
                <p:oleObj name="Bitmap Image" r:id="rId2" imgW="0" imgH="0" progId="Paint.Picture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B97FBAF5-37D3-4E3D-9522-834859874D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3" y="6350"/>
                        <a:ext cx="101282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AE6CC1-3786-44C6-82E7-595E7D9E305F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" name="Group 12">
            <a:extLst>
              <a:ext uri="{FF2B5EF4-FFF2-40B4-BE49-F238E27FC236}">
                <a16:creationId xmlns:a16="http://schemas.microsoft.com/office/drawing/2014/main" id="{1C727901-C6E7-4D7E-9D3E-4D7A0C5898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6363" y="1319213"/>
            <a:ext cx="1390650" cy="4878387"/>
            <a:chOff x="106363" y="0"/>
            <a:chExt cx="1620837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EA280E-BA1F-453C-ABEB-E5B29EC63A20}"/>
                </a:ext>
              </a:extLst>
            </p:cNvPr>
            <p:cNvSpPr/>
            <p:nvPr/>
          </p:nvSpPr>
          <p:spPr bwMode="auto">
            <a:xfrm>
              <a:off x="380203" y="0"/>
              <a:ext cx="610589" cy="6858000"/>
            </a:xfrm>
            <a:prstGeom prst="rect">
              <a:avLst/>
            </a:prstGeom>
            <a:solidFill>
              <a:schemeClr val="accent1">
                <a:tint val="60000"/>
                <a:alpha val="54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72DD33-D7BD-45BA-AFF6-5D363029BF23}"/>
                </a:ext>
              </a:extLst>
            </p:cNvPr>
            <p:cNvSpPr/>
            <p:nvPr/>
          </p:nvSpPr>
          <p:spPr bwMode="auto">
            <a:xfrm>
              <a:off x="276588" y="0"/>
              <a:ext cx="103615" cy="6858000"/>
            </a:xfrm>
            <a:prstGeom prst="rect">
              <a:avLst/>
            </a:prstGeom>
            <a:solidFill>
              <a:schemeClr val="accent1">
                <a:tint val="40000"/>
                <a:alpha val="36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26A68E-B202-4A26-B5D8-463183C5D934}"/>
                </a:ext>
              </a:extLst>
            </p:cNvPr>
            <p:cNvSpPr/>
            <p:nvPr/>
          </p:nvSpPr>
          <p:spPr bwMode="auto">
            <a:xfrm>
              <a:off x="990792" y="0"/>
              <a:ext cx="183176" cy="6858000"/>
            </a:xfrm>
            <a:prstGeom prst="rect">
              <a:avLst/>
            </a:prstGeom>
            <a:solidFill>
              <a:schemeClr val="accent1">
                <a:tint val="40000"/>
                <a:alpha val="70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985803-9DC1-4344-8EE7-1A0B87066BA6}"/>
                </a:ext>
              </a:extLst>
            </p:cNvPr>
            <p:cNvSpPr/>
            <p:nvPr/>
          </p:nvSpPr>
          <p:spPr bwMode="auto">
            <a:xfrm>
              <a:off x="1140664" y="0"/>
              <a:ext cx="231284" cy="6858000"/>
            </a:xfrm>
            <a:prstGeom prst="rect">
              <a:avLst/>
            </a:prstGeom>
            <a:solidFill>
              <a:schemeClr val="accent1">
                <a:tint val="20000"/>
                <a:alpha val="71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F5F6B728-FD3F-45CC-BB0E-6964BF06E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363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60000"/>
                  <a:alpha val="73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A697641D-8BEF-47B7-B3FD-660AFF2DE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931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20000"/>
                  <a:alpha val="83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7" name="Straight Connector 16">
              <a:extLst>
                <a:ext uri="{FF2B5EF4-FFF2-40B4-BE49-F238E27FC236}">
                  <a16:creationId xmlns:a16="http://schemas.microsoft.com/office/drawing/2014/main" id="{C18606EB-FEEF-42DE-9F8C-FE318E616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872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8" name="Straight Connector 17">
              <a:extLst>
                <a:ext uri="{FF2B5EF4-FFF2-40B4-BE49-F238E27FC236}">
                  <a16:creationId xmlns:a16="http://schemas.microsoft.com/office/drawing/2014/main" id="{19ECE925-689B-4BF8-A88A-D57D8904C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7200" y="0"/>
              <a:ext cx="0" cy="6858000"/>
            </a:xfrm>
            <a:prstGeom prst="line">
              <a:avLst/>
            </a:prstGeom>
            <a:noFill/>
            <a:ln w="28575" cap="flat" cmpd="sng" algn="ctr">
              <a:solidFill>
                <a:schemeClr val="accent1">
                  <a:tint val="60000"/>
                  <a:alpha val="82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9" name="Straight Connector 18">
              <a:extLst>
                <a:ext uri="{FF2B5EF4-FFF2-40B4-BE49-F238E27FC236}">
                  <a16:creationId xmlns:a16="http://schemas.microsoft.com/office/drawing/2014/main" id="{5153FDC3-EEAE-47A2-B31E-AB3183986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653" y="0"/>
              <a:ext cx="0" cy="685800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tint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1C4BDF2-C14D-4A7C-8E24-5D3C9AB0D8EB}"/>
                </a:ext>
              </a:extLst>
            </p:cNvPr>
            <p:cNvSpPr/>
            <p:nvPr/>
          </p:nvSpPr>
          <p:spPr bwMode="auto">
            <a:xfrm>
              <a:off x="1218375" y="0"/>
              <a:ext cx="77711" cy="6858000"/>
            </a:xfrm>
            <a:prstGeom prst="rect">
              <a:avLst/>
            </a:prstGeom>
            <a:solidFill>
              <a:schemeClr val="accent1">
                <a:tint val="60000"/>
                <a:alpha val="51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sp>
        <p:nvSpPr>
          <p:cNvPr id="21" name="Rectangle 73">
            <a:extLst>
              <a:ext uri="{FF2B5EF4-FFF2-40B4-BE49-F238E27FC236}">
                <a16:creationId xmlns:a16="http://schemas.microsoft.com/office/drawing/2014/main" id="{7B4378D7-4A96-4BBA-A96A-5C147E25FB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EDUCATION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A8635EE-0761-49CD-8C28-BCFE5BDC4B2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829175" y="365125"/>
            <a:ext cx="4175125" cy="498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No.1 Vo Van Ngan Street, Thu Duc Dist., HCMC, VN</a:t>
            </a:r>
          </a:p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Tel: +84 8 37221223,  Fax: +84 8 38960640</a:t>
            </a:r>
            <a:r>
              <a:rPr lang="en-GB" altLang="en-US" sz="1200" b="1">
                <a:solidFill>
                  <a:srgbClr val="1764A8"/>
                </a:solidFill>
              </a:rPr>
              <a:t> </a:t>
            </a:r>
            <a:endParaRPr lang="de-DE" altLang="en-US" sz="1200" b="1">
              <a:solidFill>
                <a:srgbClr val="1764A8"/>
              </a:solidFill>
            </a:endParaRPr>
          </a:p>
        </p:txBody>
      </p:sp>
      <p:pic>
        <p:nvPicPr>
          <p:cNvPr id="23" name="Picture 33">
            <a:extLst>
              <a:ext uri="{FF2B5EF4-FFF2-40B4-BE49-F238E27FC236}">
                <a16:creationId xmlns:a16="http://schemas.microsoft.com/office/drawing/2014/main" id="{6EF2B438-C297-4E25-9BEB-ED11839E6C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33338"/>
            <a:ext cx="42878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4699" y="4406900"/>
            <a:ext cx="64500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4699" y="2906713"/>
            <a:ext cx="6450013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Date Placeholder 6">
            <a:extLst>
              <a:ext uri="{FF2B5EF4-FFF2-40B4-BE49-F238E27FC236}">
                <a16:creationId xmlns:a16="http://schemas.microsoft.com/office/drawing/2014/main" id="{CC8A3B59-C265-4BDA-BBAE-452A5E88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1C696B7-5532-4607-B92E-4013F1406FE6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25" name="Slide Number Placeholder 7">
            <a:extLst>
              <a:ext uri="{FF2B5EF4-FFF2-40B4-BE49-F238E27FC236}">
                <a16:creationId xmlns:a16="http://schemas.microsoft.com/office/drawing/2014/main" id="{A7964FC1-F0A9-48BC-9577-299F03FEB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24591-B3C5-4E56-AA94-3ADCE47357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61F11-BF78-9B25-3F11-414C9EF579DC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287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EB6BAC19-7972-45EC-B2C5-E527E01B3C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FE1E05DF-77F3-4041-89BF-10B88F38BC2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C0C78B5A-3CB5-4B12-BD91-6FC063D5C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60EF5BF-D44B-4FFF-82D0-7FCD299C2A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CD3EA4BC-0D8C-430D-BA8F-6F155DC20AFC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CD3EA4BC-0D8C-430D-BA8F-6F155DC20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ACEB9F-87A7-4541-9B3D-7E49E6019C40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81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447800"/>
            <a:ext cx="4381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BEEB2703-3EA8-4CFE-9715-62DB3201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0E9095-94A5-421D-B64D-C96C8421FBEE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6BAF0758-2BE6-4482-99C1-3D60683E9A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43FAA-CA57-4823-8118-5AB04131F8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0B635-FC67-200E-2B8C-11BC28F49559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26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63">
            <a:extLst>
              <a:ext uri="{FF2B5EF4-FFF2-40B4-BE49-F238E27FC236}">
                <a16:creationId xmlns:a16="http://schemas.microsoft.com/office/drawing/2014/main" id="{7F70F138-9F6E-43F2-831C-FA56C263B54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8" name="Line 64">
            <a:extLst>
              <a:ext uri="{FF2B5EF4-FFF2-40B4-BE49-F238E27FC236}">
                <a16:creationId xmlns:a16="http://schemas.microsoft.com/office/drawing/2014/main" id="{872CE457-ED25-47D7-A1BF-E66DA5495BF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Rectangle 73">
            <a:extLst>
              <a:ext uri="{FF2B5EF4-FFF2-40B4-BE49-F238E27FC236}">
                <a16:creationId xmlns:a16="http://schemas.microsoft.com/office/drawing/2014/main" id="{0FC7AC03-2035-436C-9AAD-4CDDADA2D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1B80C6BC-2465-4233-9C30-4FF9B3ADCE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7A6CFCE2-7DFB-4094-AF72-8F18BFB398BE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7A6CFCE2-7DFB-4094-AF72-8F18BFB398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1EF8BE-CB24-41FB-9D86-4BF1D16D5D9E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ECCBFD39-D231-4C62-9FE6-DBBBEF3BD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F9C1C50-2790-4E0B-B9AF-A941D776B8A7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98CC8A51-9C10-41B2-B898-45C2E512A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FC53D-CF1E-4AF2-912B-9FC965B5FA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56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3">
            <a:extLst>
              <a:ext uri="{FF2B5EF4-FFF2-40B4-BE49-F238E27FC236}">
                <a16:creationId xmlns:a16="http://schemas.microsoft.com/office/drawing/2014/main" id="{9B2964AC-6BDA-4EDD-BD9F-9DB92DBD326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Line 64">
            <a:extLst>
              <a:ext uri="{FF2B5EF4-FFF2-40B4-BE49-F238E27FC236}">
                <a16:creationId xmlns:a16="http://schemas.microsoft.com/office/drawing/2014/main" id="{6500B714-8561-467F-9C8B-B3F424A22A7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Rectangle 73">
            <a:extLst>
              <a:ext uri="{FF2B5EF4-FFF2-40B4-BE49-F238E27FC236}">
                <a16:creationId xmlns:a16="http://schemas.microsoft.com/office/drawing/2014/main" id="{40F0ED2F-6570-4920-8D70-A71CABBBC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653117D-F5A0-4E94-9CE5-7254EDEA32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30CF8B73-F60C-43F5-A4C3-119A2D1DD3D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30CF8B73-F60C-43F5-A4C3-119A2D1DD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E1677D-5682-47E2-83A7-4549B2A0CE2D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A0D940D-A163-4401-BD06-103BA94C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9E3B73D-033D-4F25-B2AD-3FD1177096BC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235D62B7-588C-480D-B025-EA4C624F6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8F8CC-A433-40C9-ACB7-0C4F36F23D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953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3">
            <a:extLst>
              <a:ext uri="{FF2B5EF4-FFF2-40B4-BE49-F238E27FC236}">
                <a16:creationId xmlns:a16="http://schemas.microsoft.com/office/drawing/2014/main" id="{1C21504A-C848-41D9-BD65-ADA32271651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Line 64">
            <a:extLst>
              <a:ext uri="{FF2B5EF4-FFF2-40B4-BE49-F238E27FC236}">
                <a16:creationId xmlns:a16="http://schemas.microsoft.com/office/drawing/2014/main" id="{E1125274-A8CA-45BF-9F20-C3A73C34015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Rectangle 73">
            <a:extLst>
              <a:ext uri="{FF2B5EF4-FFF2-40B4-BE49-F238E27FC236}">
                <a16:creationId xmlns:a16="http://schemas.microsoft.com/office/drawing/2014/main" id="{E683EF23-24EF-4AC7-9918-F0508D931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A950AE5-0EE3-4C0A-8362-8E64B1ACBD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0E505E06-D4C8-4E14-9A58-1FCADB48C23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0E505E06-D4C8-4E14-9A58-1FCADB48C2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C5911C-1519-430E-BDC7-CBB59F912D42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6909163F-6A9E-40FF-B7D0-8A4E506C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87D14FB-E6F7-4590-BE8B-20624399BC24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DB85BA80-11E7-4F5D-9DF3-316A51FCCF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87AF5-116B-4C68-8AAA-060E48E855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411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C635DB4E-BB73-44BE-AFEF-6DA7F5230BE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C0667F0C-8EBE-4512-9643-0622FE9A2A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77F58C9C-04B8-4531-967E-90A893103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F7FDF83-6FA1-4D3A-B37B-0B9D346FAA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BF6CF9DB-F749-4C33-BA42-7C9E64C744CE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BF6CF9DB-F749-4C33-BA42-7C9E64C74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49AC9F-16DA-4759-9F88-6349B01582EC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D524ABC1-70BF-4960-A4F8-27F932120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A9F6007-AE60-485C-B87D-D8DD9C120F7F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7DBC0A00-5FE7-482E-BDF8-16CB41AAA7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C04A7-6F5F-4DA2-9FF7-93F39E0A7C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6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761BB8F1-4547-4EDA-9151-2437FC96D30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FD1A9FF4-C5E6-4C0B-9DB7-D3B95571358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B6BE371D-7255-48E7-B94C-76FB915BB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3C3A01D-F535-4765-92A6-E5A2E21737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EFC82542-29AF-4C7B-A8D8-204A0DCD154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EFC82542-29AF-4C7B-A8D8-204A0DCD15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9143A7-1947-4725-9ED9-623A574DD2A3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5215B7DA-09B7-46A6-9C5F-974AEBCD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AE31632-F1D4-43FD-A2A7-94267D7AE8D4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1B493889-39F3-4A39-9D18-11853E3C08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6B1F9-999C-4DB0-9B88-EF31235CF0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3827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72A09360-D2B4-4CE9-9C56-B7AA0350ECB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9E006647-254F-4E4E-B147-E9C76D9CACA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73">
            <a:extLst>
              <a:ext uri="{FF2B5EF4-FFF2-40B4-BE49-F238E27FC236}">
                <a16:creationId xmlns:a16="http://schemas.microsoft.com/office/drawing/2014/main" id="{04DF96AA-DB03-409D-91AA-02893057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C46EAAD-2CA8-42FF-822F-3E36BE88D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2A8D57A5-DE3C-4BFA-B032-FE6BC2B1551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2A8D57A5-DE3C-4BFA-B032-FE6BC2B15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7BEF40-D792-4586-B571-49427F6B1BCA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45310B14-0095-4278-9455-F3128FDD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A5929F5-6BEE-4EF4-9091-8557251A02F8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B8C948DA-C9B3-49D7-8C0A-68FA3F0927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35477-65EE-47A2-A6EA-FF4E252DD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2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549CFCAD-AFC7-421E-BB74-87506569FC8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DA4B1660-C770-4D15-A379-B46363B531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73">
            <a:extLst>
              <a:ext uri="{FF2B5EF4-FFF2-40B4-BE49-F238E27FC236}">
                <a16:creationId xmlns:a16="http://schemas.microsoft.com/office/drawing/2014/main" id="{90E30089-98C6-4B2F-8217-1AEB75764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7BC770B-790A-4452-BB65-74F41BD635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A407DB98-D1AE-42E5-8597-A9C51D2A8672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A407DB98-D1AE-42E5-8597-A9C51D2A86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148457-2658-4319-BDF4-0AA6197E13E7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81000"/>
            <a:ext cx="22288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81000"/>
            <a:ext cx="65341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7FA91B80-6BBA-4C13-86E8-385481FE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2654F30-599F-44C4-86E4-BCA6E7E4E675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8C0E10E2-73EC-42F4-BC31-F63AC8FB3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6D95B-9E7C-4D5C-9486-870879C28D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1608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4672A47-A9F6-4FF8-AB20-52F33CC89B7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F308C5A2-B0F3-46C2-AB04-E7FCAAE00CD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1A2A01C-5DE8-40E5-AF70-EE667F91C8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873BBC-EC3E-4B5D-86A7-B65092D712D9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19">
            <a:extLst>
              <a:ext uri="{FF2B5EF4-FFF2-40B4-BE49-F238E27FC236}">
                <a16:creationId xmlns:a16="http://schemas.microsoft.com/office/drawing/2014/main" id="{7D72B009-B8F9-4F87-873D-068A595857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81000" y="2286000"/>
            <a:ext cx="56388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Formatvorlage des Untertitelmasters durch Klicken bearbeiten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600200"/>
            <a:ext cx="5638800" cy="682625"/>
          </a:xfrm>
        </p:spPr>
        <p:txBody>
          <a:bodyPr/>
          <a:lstStyle>
            <a:lvl1pPr algn="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Titelmasterformat durch Klicken bearbeiten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6B774161-795D-4F90-88C2-80C8212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C0B0872-5493-4D0C-8EBA-7904ACC83DC3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7F4E5FB7-40C6-42D5-86BD-863A23C2AC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2B527-47C5-4117-9AD6-0F89868921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3949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00BEFD3-40BE-4409-A333-C17F3DF6CF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191BD9ED-0C6B-47F0-A7EA-4E3BAB5C85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AC22392-E1EA-4757-A6AA-9BD976149C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828B69-55C0-4431-8DCC-9D5162CFC355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73">
            <a:extLst>
              <a:ext uri="{FF2B5EF4-FFF2-40B4-BE49-F238E27FC236}">
                <a16:creationId xmlns:a16="http://schemas.microsoft.com/office/drawing/2014/main" id="{4998E4BB-9ABB-40DB-9905-A1080719EC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 EDUCATION</a:t>
            </a:r>
          </a:p>
        </p:txBody>
      </p:sp>
      <p:pic>
        <p:nvPicPr>
          <p:cNvPr id="10" name="Picture 20">
            <a:extLst>
              <a:ext uri="{FF2B5EF4-FFF2-40B4-BE49-F238E27FC236}">
                <a16:creationId xmlns:a16="http://schemas.microsoft.com/office/drawing/2014/main" id="{86A1D120-5F00-4D10-BCD8-5AA96DA089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23848"/>
            <a:ext cx="7467600" cy="48736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3D786CE8-4987-47AF-A935-ED0EC1DB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7F04667-7EFF-4BFB-852A-325ECB45E84A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C34F5197-FA7B-401D-998D-9F4EB2559F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1F6A-B70A-4B7B-9BF0-9ED2B394EF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3670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8A113F7A-9B58-44CB-B04F-F54BA4DF9CA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74C7380B-3D1F-445F-818F-07A07960F80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7B25B1F-974D-487F-9B6E-001E595658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B97FBAF5-37D3-4E3D-9522-834859874D35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42863" y="6350"/>
          <a:ext cx="10128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0" imgH="0" progId="Paint.Picture">
                  <p:embed/>
                </p:oleObj>
              </mc:Choice>
              <mc:Fallback>
                <p:oleObj name="Bitmap Image" r:id="rId2" imgW="0" imgH="0" progId="Paint.Picture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B97FBAF5-37D3-4E3D-9522-834859874D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3" y="6350"/>
                        <a:ext cx="101282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AE6CC1-3786-44C6-82E7-595E7D9E305F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" name="Group 12">
            <a:extLst>
              <a:ext uri="{FF2B5EF4-FFF2-40B4-BE49-F238E27FC236}">
                <a16:creationId xmlns:a16="http://schemas.microsoft.com/office/drawing/2014/main" id="{1C727901-C6E7-4D7E-9D3E-4D7A0C5898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06363" y="1319213"/>
            <a:ext cx="1390650" cy="4878387"/>
            <a:chOff x="106363" y="0"/>
            <a:chExt cx="1620837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EA280E-BA1F-453C-ABEB-E5B29EC63A20}"/>
                </a:ext>
              </a:extLst>
            </p:cNvPr>
            <p:cNvSpPr/>
            <p:nvPr/>
          </p:nvSpPr>
          <p:spPr bwMode="auto">
            <a:xfrm>
              <a:off x="380203" y="0"/>
              <a:ext cx="610589" cy="6858000"/>
            </a:xfrm>
            <a:prstGeom prst="rect">
              <a:avLst/>
            </a:prstGeom>
            <a:solidFill>
              <a:schemeClr val="accent1">
                <a:tint val="60000"/>
                <a:alpha val="54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72DD33-D7BD-45BA-AFF6-5D363029BF23}"/>
                </a:ext>
              </a:extLst>
            </p:cNvPr>
            <p:cNvSpPr/>
            <p:nvPr/>
          </p:nvSpPr>
          <p:spPr bwMode="auto">
            <a:xfrm>
              <a:off x="276588" y="0"/>
              <a:ext cx="103615" cy="6858000"/>
            </a:xfrm>
            <a:prstGeom prst="rect">
              <a:avLst/>
            </a:prstGeom>
            <a:solidFill>
              <a:schemeClr val="accent1">
                <a:tint val="40000"/>
                <a:alpha val="36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26A68E-B202-4A26-B5D8-463183C5D934}"/>
                </a:ext>
              </a:extLst>
            </p:cNvPr>
            <p:cNvSpPr/>
            <p:nvPr/>
          </p:nvSpPr>
          <p:spPr bwMode="auto">
            <a:xfrm>
              <a:off x="990792" y="0"/>
              <a:ext cx="183176" cy="6858000"/>
            </a:xfrm>
            <a:prstGeom prst="rect">
              <a:avLst/>
            </a:prstGeom>
            <a:solidFill>
              <a:schemeClr val="accent1">
                <a:tint val="40000"/>
                <a:alpha val="70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985803-9DC1-4344-8EE7-1A0B87066BA6}"/>
                </a:ext>
              </a:extLst>
            </p:cNvPr>
            <p:cNvSpPr/>
            <p:nvPr/>
          </p:nvSpPr>
          <p:spPr bwMode="auto">
            <a:xfrm>
              <a:off x="1140664" y="0"/>
              <a:ext cx="231284" cy="6858000"/>
            </a:xfrm>
            <a:prstGeom prst="rect">
              <a:avLst/>
            </a:prstGeom>
            <a:solidFill>
              <a:schemeClr val="accent1">
                <a:tint val="20000"/>
                <a:alpha val="71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sp>
          <p:nvSpPr>
            <p:cNvPr id="15" name="Straight Connector 14">
              <a:extLst>
                <a:ext uri="{FF2B5EF4-FFF2-40B4-BE49-F238E27FC236}">
                  <a16:creationId xmlns:a16="http://schemas.microsoft.com/office/drawing/2014/main" id="{F5F6B728-FD3F-45CC-BB0E-6964BF06E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363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60000"/>
                  <a:alpha val="73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A697641D-8BEF-47B7-B3FD-660AFF2DE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931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20000"/>
                  <a:alpha val="83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7" name="Straight Connector 16">
              <a:extLst>
                <a:ext uri="{FF2B5EF4-FFF2-40B4-BE49-F238E27FC236}">
                  <a16:creationId xmlns:a16="http://schemas.microsoft.com/office/drawing/2014/main" id="{C18606EB-FEEF-42DE-9F8C-FE318E616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872" y="0"/>
              <a:ext cx="0" cy="6858000"/>
            </a:xfrm>
            <a:prstGeom prst="line">
              <a:avLst/>
            </a:prstGeom>
            <a:noFill/>
            <a:ln w="57150" cap="flat" cmpd="sng" algn="ctr">
              <a:solidFill>
                <a:schemeClr val="accent1">
                  <a:tint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8" name="Straight Connector 17">
              <a:extLst>
                <a:ext uri="{FF2B5EF4-FFF2-40B4-BE49-F238E27FC236}">
                  <a16:creationId xmlns:a16="http://schemas.microsoft.com/office/drawing/2014/main" id="{19ECE925-689B-4BF8-A88A-D57D8904C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7200" y="0"/>
              <a:ext cx="0" cy="6858000"/>
            </a:xfrm>
            <a:prstGeom prst="line">
              <a:avLst/>
            </a:prstGeom>
            <a:noFill/>
            <a:ln w="28575" cap="flat" cmpd="sng" algn="ctr">
              <a:solidFill>
                <a:schemeClr val="accent1">
                  <a:tint val="60000"/>
                  <a:alpha val="82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19" name="Straight Connector 18">
              <a:extLst>
                <a:ext uri="{FF2B5EF4-FFF2-40B4-BE49-F238E27FC236}">
                  <a16:creationId xmlns:a16="http://schemas.microsoft.com/office/drawing/2014/main" id="{5153FDC3-EEAE-47A2-B31E-AB3183986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653" y="0"/>
              <a:ext cx="0" cy="6858000"/>
            </a:xfrm>
            <a:prstGeom prst="line">
              <a:avLst/>
            </a:prstGeom>
            <a:noFill/>
            <a:ln w="9525" cap="flat" cmpd="sng" algn="ctr">
              <a:solidFill>
                <a:schemeClr val="accent1">
                  <a:tint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1C4BDF2-C14D-4A7C-8E24-5D3C9AB0D8EB}"/>
                </a:ext>
              </a:extLst>
            </p:cNvPr>
            <p:cNvSpPr/>
            <p:nvPr/>
          </p:nvSpPr>
          <p:spPr bwMode="auto">
            <a:xfrm>
              <a:off x="1218375" y="0"/>
              <a:ext cx="77711" cy="6858000"/>
            </a:xfrm>
            <a:prstGeom prst="rect">
              <a:avLst/>
            </a:prstGeom>
            <a:solidFill>
              <a:schemeClr val="accent1">
                <a:tint val="60000"/>
                <a:alpha val="51000"/>
              </a:schemeClr>
            </a:solidFill>
            <a:ln w="38100" cap="rnd" cmpd="sng" algn="ctr">
              <a:noFill/>
              <a:prstDash val="solid"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</p:grpSp>
      <p:sp>
        <p:nvSpPr>
          <p:cNvPr id="21" name="Rectangle 73">
            <a:extLst>
              <a:ext uri="{FF2B5EF4-FFF2-40B4-BE49-F238E27FC236}">
                <a16:creationId xmlns:a16="http://schemas.microsoft.com/office/drawing/2014/main" id="{7B4378D7-4A96-4BBA-A96A-5C147E25FB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EDUCATION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A8635EE-0761-49CD-8C28-BCFE5BDC4B2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829175" y="365125"/>
            <a:ext cx="4175125" cy="498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No.1 Vo Van Ngan Street, Thu Duc Dist., HCMC, VN</a:t>
            </a:r>
          </a:p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Tel: +84 8 37221223,  Fax: +84 8 38960640</a:t>
            </a:r>
            <a:r>
              <a:rPr lang="en-GB" altLang="en-US" sz="1200" b="1">
                <a:solidFill>
                  <a:srgbClr val="1764A8"/>
                </a:solidFill>
              </a:rPr>
              <a:t> </a:t>
            </a:r>
            <a:endParaRPr lang="de-DE" altLang="en-US" sz="1200" b="1">
              <a:solidFill>
                <a:srgbClr val="1764A8"/>
              </a:solidFill>
            </a:endParaRPr>
          </a:p>
        </p:txBody>
      </p:sp>
      <p:pic>
        <p:nvPicPr>
          <p:cNvPr id="23" name="Picture 33">
            <a:extLst>
              <a:ext uri="{FF2B5EF4-FFF2-40B4-BE49-F238E27FC236}">
                <a16:creationId xmlns:a16="http://schemas.microsoft.com/office/drawing/2014/main" id="{6EF2B438-C297-4E25-9BEB-ED11839E6C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33338"/>
            <a:ext cx="42878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4699" y="4406900"/>
            <a:ext cx="64500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4699" y="2906713"/>
            <a:ext cx="6450013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Date Placeholder 6">
            <a:extLst>
              <a:ext uri="{FF2B5EF4-FFF2-40B4-BE49-F238E27FC236}">
                <a16:creationId xmlns:a16="http://schemas.microsoft.com/office/drawing/2014/main" id="{CC8A3B59-C265-4BDA-BBAE-452A5E88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1C696B7-5532-4607-B92E-4013F1406FE6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25" name="Slide Number Placeholder 7">
            <a:extLst>
              <a:ext uri="{FF2B5EF4-FFF2-40B4-BE49-F238E27FC236}">
                <a16:creationId xmlns:a16="http://schemas.microsoft.com/office/drawing/2014/main" id="{A7964FC1-F0A9-48BC-9577-299F03FEB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24591-B3C5-4E56-AA94-3ADCE47357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334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EB6BAC19-7972-45EC-B2C5-E527E01B3C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FE1E05DF-77F3-4041-89BF-10B88F38BC2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C0C78B5A-3CB5-4B12-BD91-6FC063D5C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60EF5BF-D44B-4FFF-82D0-7FCD299C2A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CD3EA4BC-0D8C-430D-BA8F-6F155DC20AFC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CD3EA4BC-0D8C-430D-BA8F-6F155DC20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ACEB9F-87A7-4541-9B3D-7E49E6019C40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47800"/>
            <a:ext cx="4381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447800"/>
            <a:ext cx="43815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BEEB2703-3EA8-4CFE-9715-62DB3201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A0E9095-94A5-421D-B64D-C96C8421FBEE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6BAF0758-2BE6-4482-99C1-3D60683E9A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43FAA-CA57-4823-8118-5AB04131F8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7859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63">
            <a:extLst>
              <a:ext uri="{FF2B5EF4-FFF2-40B4-BE49-F238E27FC236}">
                <a16:creationId xmlns:a16="http://schemas.microsoft.com/office/drawing/2014/main" id="{7F70F138-9F6E-43F2-831C-FA56C263B54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8" name="Line 64">
            <a:extLst>
              <a:ext uri="{FF2B5EF4-FFF2-40B4-BE49-F238E27FC236}">
                <a16:creationId xmlns:a16="http://schemas.microsoft.com/office/drawing/2014/main" id="{872CE457-ED25-47D7-A1BF-E66DA5495BF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Rectangle 73">
            <a:extLst>
              <a:ext uri="{FF2B5EF4-FFF2-40B4-BE49-F238E27FC236}">
                <a16:creationId xmlns:a16="http://schemas.microsoft.com/office/drawing/2014/main" id="{0FC7AC03-2035-436C-9AAD-4CDDADA2D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1B80C6BC-2465-4233-9C30-4FF9B3ADCE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7A6CFCE2-7DFB-4094-AF72-8F18BFB398BE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7A6CFCE2-7DFB-4094-AF72-8F18BFB398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1EF8BE-CB24-41FB-9D86-4BF1D16D5D9E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6">
            <a:extLst>
              <a:ext uri="{FF2B5EF4-FFF2-40B4-BE49-F238E27FC236}">
                <a16:creationId xmlns:a16="http://schemas.microsoft.com/office/drawing/2014/main" id="{ECCBFD39-D231-4C62-9FE6-DBBBEF3BD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F9C1C50-2790-4E0B-B9AF-A941D776B8A7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98CC8A51-9C10-41B2-B898-45C2E512A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FC53D-CF1E-4AF2-912B-9FC965B5FA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576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3">
            <a:extLst>
              <a:ext uri="{FF2B5EF4-FFF2-40B4-BE49-F238E27FC236}">
                <a16:creationId xmlns:a16="http://schemas.microsoft.com/office/drawing/2014/main" id="{9B2964AC-6BDA-4EDD-BD9F-9DB92DBD326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Line 64">
            <a:extLst>
              <a:ext uri="{FF2B5EF4-FFF2-40B4-BE49-F238E27FC236}">
                <a16:creationId xmlns:a16="http://schemas.microsoft.com/office/drawing/2014/main" id="{6500B714-8561-467F-9C8B-B3F424A22A7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Rectangle 73">
            <a:extLst>
              <a:ext uri="{FF2B5EF4-FFF2-40B4-BE49-F238E27FC236}">
                <a16:creationId xmlns:a16="http://schemas.microsoft.com/office/drawing/2014/main" id="{40F0ED2F-6570-4920-8D70-A71CABBBC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653117D-F5A0-4E94-9CE5-7254EDEA32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30CF8B73-F60C-43F5-A4C3-119A2D1DD3D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30CF8B73-F60C-43F5-A4C3-119A2D1DD3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E1677D-5682-47E2-83A7-4549B2A0CE2D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A0D940D-A163-4401-BD06-103BA94C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9E3B73D-033D-4F25-B2AD-3FD1177096BC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235D62B7-588C-480D-B025-EA4C624F6C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58F8CC-A433-40C9-ACB7-0C4F36F23D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3189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3">
            <a:extLst>
              <a:ext uri="{FF2B5EF4-FFF2-40B4-BE49-F238E27FC236}">
                <a16:creationId xmlns:a16="http://schemas.microsoft.com/office/drawing/2014/main" id="{1C21504A-C848-41D9-BD65-ADA32271651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Line 64">
            <a:extLst>
              <a:ext uri="{FF2B5EF4-FFF2-40B4-BE49-F238E27FC236}">
                <a16:creationId xmlns:a16="http://schemas.microsoft.com/office/drawing/2014/main" id="{E1125274-A8CA-45BF-9F20-C3A73C34015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Rectangle 73">
            <a:extLst>
              <a:ext uri="{FF2B5EF4-FFF2-40B4-BE49-F238E27FC236}">
                <a16:creationId xmlns:a16="http://schemas.microsoft.com/office/drawing/2014/main" id="{E683EF23-24EF-4AC7-9918-F0508D931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A950AE5-0EE3-4C0A-8362-8E64B1ACBD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0E505E06-D4C8-4E14-9A58-1FCADB48C237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0E505E06-D4C8-4E14-9A58-1FCADB48C2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C5911C-1519-430E-BDC7-CBB59F912D42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6909163F-6A9E-40FF-B7D0-8A4E506C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87D14FB-E6F7-4590-BE8B-20624399BC24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DB85BA80-11E7-4F5D-9DF3-316A51FCCF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87AF5-116B-4C68-8AAA-060E48E855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880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C635DB4E-BB73-44BE-AFEF-6DA7F5230BE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C0667F0C-8EBE-4512-9643-0622FE9A2A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77F58C9C-04B8-4531-967E-90A893103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F7FDF83-6FA1-4D3A-B37B-0B9D346FAAF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BF6CF9DB-F749-4C33-BA42-7C9E64C744CE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BF6CF9DB-F749-4C33-BA42-7C9E64C74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49AC9F-16DA-4759-9F88-6349B01582EC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D524ABC1-70BF-4960-A4F8-27F932120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A9F6007-AE60-485C-B87D-D8DD9C120F7F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7DBC0A00-5FE7-482E-BDF8-16CB41AAA7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C04A7-6F5F-4DA2-9FF7-93F39E0A7C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9979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3">
            <a:extLst>
              <a:ext uri="{FF2B5EF4-FFF2-40B4-BE49-F238E27FC236}">
                <a16:creationId xmlns:a16="http://schemas.microsoft.com/office/drawing/2014/main" id="{761BB8F1-4547-4EDA-9151-2437FC96D30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Line 64">
            <a:extLst>
              <a:ext uri="{FF2B5EF4-FFF2-40B4-BE49-F238E27FC236}">
                <a16:creationId xmlns:a16="http://schemas.microsoft.com/office/drawing/2014/main" id="{FD1A9FF4-C5E6-4C0B-9DB7-D3B95571358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7" name="Rectangle 73">
            <a:extLst>
              <a:ext uri="{FF2B5EF4-FFF2-40B4-BE49-F238E27FC236}">
                <a16:creationId xmlns:a16="http://schemas.microsoft.com/office/drawing/2014/main" id="{B6BE371D-7255-48E7-B94C-76FB915BB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3C3A01D-F535-4765-92A6-E5A2E21737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EFC82542-29AF-4C7B-A8D8-204A0DCD154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EFC82542-29AF-4C7B-A8D8-204A0DCD15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9143A7-1947-4725-9ED9-623A574DD2A3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5215B7DA-09B7-46A6-9C5F-974AEBCD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AE31632-F1D4-43FD-A2A7-94267D7AE8D4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1B493889-39F3-4A39-9D18-11853E3C08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6B1F9-999C-4DB0-9B88-EF31235CF0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0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72A09360-D2B4-4CE9-9C56-B7AA0350ECB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9E006647-254F-4E4E-B147-E9C76D9CACA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73">
            <a:extLst>
              <a:ext uri="{FF2B5EF4-FFF2-40B4-BE49-F238E27FC236}">
                <a16:creationId xmlns:a16="http://schemas.microsoft.com/office/drawing/2014/main" id="{04DF96AA-DB03-409D-91AA-028930570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C46EAAD-2CA8-42FF-822F-3E36BE88D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2A8D57A5-DE3C-4BFA-B032-FE6BC2B1551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2A8D57A5-DE3C-4BFA-B032-FE6BC2B15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7BEF40-D792-4586-B571-49427F6B1BCA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45310B14-0095-4278-9455-F3128FDD8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A5929F5-6BEE-4EF4-9091-8557251A02F8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B8C948DA-C9B3-49D7-8C0A-68FA3F0927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35477-65EE-47A2-A6EA-FF4E252DD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9136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3">
            <a:extLst>
              <a:ext uri="{FF2B5EF4-FFF2-40B4-BE49-F238E27FC236}">
                <a16:creationId xmlns:a16="http://schemas.microsoft.com/office/drawing/2014/main" id="{549CFCAD-AFC7-421E-BB74-87506569FC8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Line 64">
            <a:extLst>
              <a:ext uri="{FF2B5EF4-FFF2-40B4-BE49-F238E27FC236}">
                <a16:creationId xmlns:a16="http://schemas.microsoft.com/office/drawing/2014/main" id="{DA4B1660-C770-4D15-A379-B46363B5312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6" name="Rectangle 73">
            <a:extLst>
              <a:ext uri="{FF2B5EF4-FFF2-40B4-BE49-F238E27FC236}">
                <a16:creationId xmlns:a16="http://schemas.microsoft.com/office/drawing/2014/main" id="{90E30089-98C6-4B2F-8217-1AEB75764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000">
                <a:solidFill>
                  <a:srgbClr val="001D4B"/>
                </a:solidFill>
              </a:rPr>
              <a:t>UNIVERSITY OF TECHNICAL EDUCATION  HCMC – Academic Affair Office 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7BC770B-790A-4452-BB65-74F41BD635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A407DB98-D1AE-42E5-8597-A9C51D2A8672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14300" y="65088"/>
          <a:ext cx="86836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542857" imgH="1580952" progId="Paint.Picture">
                  <p:embed/>
                </p:oleObj>
              </mc:Choice>
              <mc:Fallback>
                <p:oleObj name="Bitmap Image" r:id="rId2" imgW="1542857" imgH="1580952" progId="Paint.Picture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A407DB98-D1AE-42E5-8597-A9C51D2A86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5088"/>
                        <a:ext cx="868363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148457-2658-4319-BDF4-0AA6197E13E7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81000"/>
            <a:ext cx="22288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81000"/>
            <a:ext cx="65341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7FA91B80-6BBA-4C13-86E8-385481FE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2654F30-599F-44C4-86E4-BCA6E7E4E675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8C0E10E2-73EC-42F4-BC31-F63AC8FB3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6D95B-9E7C-4D5C-9486-870879C28D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567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C77FDBAE-022D-424A-ACD7-D925D4703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86813" cy="476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Textmasterformate durch Klicken bearbeiten</a:t>
            </a:r>
          </a:p>
          <a:p>
            <a:pPr lvl="1"/>
            <a:r>
              <a:rPr lang="en-US" altLang="en-US"/>
              <a:t>Zweite Ebene</a:t>
            </a:r>
          </a:p>
          <a:p>
            <a:pPr lvl="2"/>
            <a:r>
              <a:rPr lang="en-US" altLang="en-US"/>
              <a:t>Dritte Ebene</a:t>
            </a:r>
          </a:p>
          <a:p>
            <a:pPr lvl="3"/>
            <a:r>
              <a:rPr lang="en-US" altLang="en-US"/>
              <a:t>Vierte Ebene</a:t>
            </a:r>
          </a:p>
          <a:p>
            <a:pPr lvl="4"/>
            <a:r>
              <a:rPr lang="en-US" altLang="en-US"/>
              <a:t>Fünfte Ebene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C0C4598-5E08-4272-B03D-6F8F86000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447800" y="381000"/>
            <a:ext cx="7467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Titelmasterformat durch Klicken bearbeiten</a:t>
            </a:r>
          </a:p>
        </p:txBody>
      </p:sp>
      <p:sp>
        <p:nvSpPr>
          <p:cNvPr id="1028" name="Line 63">
            <a:extLst>
              <a:ext uri="{FF2B5EF4-FFF2-40B4-BE49-F238E27FC236}">
                <a16:creationId xmlns:a16="http://schemas.microsoft.com/office/drawing/2014/main" id="{38B99CCD-9858-400C-8A5E-07BC0B8994B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9" name="Line 64">
            <a:extLst>
              <a:ext uri="{FF2B5EF4-FFF2-40B4-BE49-F238E27FC236}">
                <a16:creationId xmlns:a16="http://schemas.microsoft.com/office/drawing/2014/main" id="{92992FA9-9DB8-4C83-B9A9-EC1EBF8636D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32330740-D5AE-4275-A25D-6A2366B3FE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B595DF-D935-48CD-9328-19FBBDA5F829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98048-E2CE-4D3F-8EC5-2C5D494C8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1257" y="638016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600" b="1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A7FDDEE-B681-4A3D-8DFA-EF0829DA5615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61B386-5A43-4FC5-BB54-51D009BBC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70700" y="635793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1CD6514-C886-466C-96B6-716433E6FD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4" name="Picture 4" descr="TOA NHA TRUNG TAM DHSPKT">
            <a:extLst>
              <a:ext uri="{FF2B5EF4-FFF2-40B4-BE49-F238E27FC236}">
                <a16:creationId xmlns:a16="http://schemas.microsoft.com/office/drawing/2014/main" id="{4A0B7605-123A-44A5-BB02-6CA29FB53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6306321"/>
            <a:ext cx="1211217" cy="550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73">
            <a:extLst>
              <a:ext uri="{FF2B5EF4-FFF2-40B4-BE49-F238E27FC236}">
                <a16:creationId xmlns:a16="http://schemas.microsoft.com/office/drawing/2014/main" id="{FB619317-6967-48D4-995D-7560C82AD1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 EDUCATION </a:t>
            </a:r>
          </a:p>
        </p:txBody>
      </p:sp>
      <p:pic>
        <p:nvPicPr>
          <p:cNvPr id="1036" name="Picture 15">
            <a:extLst>
              <a:ext uri="{FF2B5EF4-FFF2-40B4-BE49-F238E27FC236}">
                <a16:creationId xmlns:a16="http://schemas.microsoft.com/office/drawing/2014/main" id="{C6E7CF43-EB6A-4CAA-9F40-5AF18FE9515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0FB194-9E0F-22F1-42EE-6836BD2C8D66}"/>
              </a:ext>
            </a:extLst>
          </p:cNvPr>
          <p:cNvSpPr txBox="1"/>
          <p:nvPr userDrawn="1"/>
        </p:nvSpPr>
        <p:spPr>
          <a:xfrm>
            <a:off x="152400" y="635793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DAWH430784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0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ü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C77FDBAE-022D-424A-ACD7-D925D4703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447800"/>
            <a:ext cx="8786813" cy="476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Textmasterformate durch Klicken bearbeiten</a:t>
            </a:r>
          </a:p>
          <a:p>
            <a:pPr lvl="1"/>
            <a:r>
              <a:rPr lang="en-US" altLang="en-US"/>
              <a:t>Zweite Ebene</a:t>
            </a:r>
          </a:p>
          <a:p>
            <a:pPr lvl="2"/>
            <a:r>
              <a:rPr lang="en-US" altLang="en-US"/>
              <a:t>Dritte Ebene</a:t>
            </a:r>
          </a:p>
          <a:p>
            <a:pPr lvl="3"/>
            <a:r>
              <a:rPr lang="en-US" altLang="en-US"/>
              <a:t>Vierte Ebene</a:t>
            </a:r>
          </a:p>
          <a:p>
            <a:pPr lvl="4"/>
            <a:r>
              <a:rPr lang="en-US" altLang="en-US"/>
              <a:t>Fünfte Ebene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C0C4598-5E08-4272-B03D-6F8F86000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447800" y="381000"/>
            <a:ext cx="7467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Titelmasterformat durch Klicken bearbeiten</a:t>
            </a:r>
          </a:p>
        </p:txBody>
      </p:sp>
      <p:sp>
        <p:nvSpPr>
          <p:cNvPr id="1028" name="Line 63">
            <a:extLst>
              <a:ext uri="{FF2B5EF4-FFF2-40B4-BE49-F238E27FC236}">
                <a16:creationId xmlns:a16="http://schemas.microsoft.com/office/drawing/2014/main" id="{38B99CCD-9858-400C-8A5E-07BC0B8994B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12700" y="10525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9" name="Line 64">
            <a:extLst>
              <a:ext uri="{FF2B5EF4-FFF2-40B4-BE49-F238E27FC236}">
                <a16:creationId xmlns:a16="http://schemas.microsoft.com/office/drawing/2014/main" id="{92992FA9-9DB8-4C83-B9A9-EC1EBF8636D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243013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32330740-D5AE-4275-A25D-6A2366B3FEA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B595DF-D935-48CD-9328-19FBBDA5F829}"/>
              </a:ext>
            </a:extLst>
          </p:cNvPr>
          <p:cNvCxnSpPr/>
          <p:nvPr userDrawn="1"/>
        </p:nvCxnSpPr>
        <p:spPr>
          <a:xfrm>
            <a:off x="228600" y="6240463"/>
            <a:ext cx="87757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B98048-E2CE-4D3F-8EC5-2C5D494C8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8600" y="64161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600" b="1">
                <a:solidFill>
                  <a:schemeClr val="tx2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A7FDDEE-B681-4A3D-8DFA-EF0829DA5615}" type="datetime1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61B386-5A43-4FC5-BB54-51D009BBC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70700" y="635793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1CD6514-C886-466C-96B6-716433E6FD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4" name="Picture 4" descr="TOA NHA TRUNG TAM DHSPKT">
            <a:extLst>
              <a:ext uri="{FF2B5EF4-FFF2-40B4-BE49-F238E27FC236}">
                <a16:creationId xmlns:a16="http://schemas.microsoft.com/office/drawing/2014/main" id="{4A0B7605-123A-44A5-BB02-6CA29FB53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780" y="6247720"/>
            <a:ext cx="1397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73">
            <a:extLst>
              <a:ext uri="{FF2B5EF4-FFF2-40B4-BE49-F238E27FC236}">
                <a16:creationId xmlns:a16="http://schemas.microsoft.com/office/drawing/2014/main" id="{FB619317-6967-48D4-995D-7560C82AD1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36700" y="1084263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 EDUCATION </a:t>
            </a:r>
          </a:p>
        </p:txBody>
      </p:sp>
      <p:pic>
        <p:nvPicPr>
          <p:cNvPr id="1036" name="Picture 15">
            <a:extLst>
              <a:ext uri="{FF2B5EF4-FFF2-40B4-BE49-F238E27FC236}">
                <a16:creationId xmlns:a16="http://schemas.microsoft.com/office/drawing/2014/main" id="{C6E7CF43-EB6A-4CAA-9F40-5AF18FE9515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10"/>
          <a:stretch>
            <a:fillRect/>
          </a:stretch>
        </p:blipFill>
        <p:spPr bwMode="auto">
          <a:xfrm>
            <a:off x="111125" y="33338"/>
            <a:ext cx="8699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76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ü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DF8CB9-67A0-49CE-854D-3A627CA7D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75" y="365125"/>
            <a:ext cx="4175125" cy="498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No.1 Vo Van Ngan Street, Thu Duc Dist., HCMC, VN</a:t>
            </a:r>
          </a:p>
          <a:p>
            <a:pPr algn="r" eaLnBrk="1" hangingPunct="1">
              <a:spcBef>
                <a:spcPct val="20000"/>
              </a:spcBef>
              <a:defRPr/>
            </a:pPr>
            <a:r>
              <a:rPr lang="en-US" altLang="en-US" sz="1200" b="1">
                <a:solidFill>
                  <a:srgbClr val="1764A8"/>
                </a:solidFill>
              </a:rPr>
              <a:t>Tel: +84 8 37221223,  Fax: +84 8 38960640</a:t>
            </a:r>
            <a:r>
              <a:rPr lang="en-GB" altLang="en-US" sz="1200" b="1">
                <a:solidFill>
                  <a:srgbClr val="1764A8"/>
                </a:solidFill>
              </a:rPr>
              <a:t> </a:t>
            </a:r>
            <a:endParaRPr lang="de-DE" altLang="en-US" sz="1200" b="1">
              <a:solidFill>
                <a:srgbClr val="1764A8"/>
              </a:solidFill>
            </a:endParaRPr>
          </a:p>
        </p:txBody>
      </p:sp>
      <p:pic>
        <p:nvPicPr>
          <p:cNvPr id="8" name="Picture 33">
            <a:extLst>
              <a:ext uri="{FF2B5EF4-FFF2-40B4-BE49-F238E27FC236}">
                <a16:creationId xmlns:a16="http://schemas.microsoft.com/office/drawing/2014/main" id="{80185FA7-7E9D-4126-BC1B-C387D0D05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42878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73">
            <a:extLst>
              <a:ext uri="{FF2B5EF4-FFF2-40B4-BE49-F238E27FC236}">
                <a16:creationId xmlns:a16="http://schemas.microsoft.com/office/drawing/2014/main" id="{A16D4F23-5CCA-4F5A-9BAB-43633EBD9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066800"/>
            <a:ext cx="7607300" cy="198437"/>
          </a:xfrm>
          <a:prstGeom prst="rect">
            <a:avLst/>
          </a:prstGeom>
          <a:noFill/>
          <a:ln>
            <a:noFill/>
          </a:ln>
        </p:spPr>
        <p:txBody>
          <a:bodyPr lIns="0" tIns="0"/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1050" b="1" dirty="0">
                <a:solidFill>
                  <a:srgbClr val="001D4B"/>
                </a:solidFill>
                <a:latin typeface="Arial" charset="0"/>
                <a:cs typeface="Arial" charset="0"/>
              </a:rPr>
              <a:t>HCMC UNIVERSITY OF TECHNOLOGY AND EDUCATION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3790325-B58E-4728-B24E-554BE1BF63C8}"/>
              </a:ext>
            </a:extLst>
          </p:cNvPr>
          <p:cNvSpPr txBox="1">
            <a:spLocks/>
          </p:cNvSpPr>
          <p:nvPr/>
        </p:nvSpPr>
        <p:spPr bwMode="auto">
          <a:xfrm>
            <a:off x="2158206" y="4805362"/>
            <a:ext cx="5638800" cy="6858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None/>
              <a:defRPr sz="1600">
                <a:solidFill>
                  <a:schemeClr val="tx1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defRPr/>
            </a:pPr>
            <a:r>
              <a:rPr lang="en-US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 </a:t>
            </a:r>
            <a:r>
              <a:rPr lang="en-US" altLang="en-US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en-US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Nguyễn Văn </a:t>
            </a:r>
            <a:r>
              <a:rPr lang="en-US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endParaRPr lang="en-US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353FA91-F528-4ED2-A28C-F09225294E2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990600" y="1847851"/>
            <a:ext cx="7086599" cy="2957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None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altLang="en-US" sz="36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(DAWH430784)</a:t>
            </a:r>
          </a:p>
          <a:p>
            <a:pPr algn="ctr"/>
            <a:r>
              <a:rPr lang="en-US" altLang="en-US" sz="4800" b="1" kern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endParaRPr lang="en-US" altLang="en-US" sz="3600" b="1" kern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BCD9DC4-066E-0492-0471-02E4E720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357938"/>
            <a:ext cx="2133600" cy="365125"/>
          </a:xfrm>
        </p:spPr>
        <p:txBody>
          <a:bodyPr/>
          <a:lstStyle/>
          <a:p>
            <a:pPr algn="ctr">
              <a:defRPr/>
            </a:pPr>
            <a:fld id="{47F04667-7EFF-4BFB-852A-325ECB45E84A}" type="datetime1">
              <a:rPr lang="en-US" smtClean="0"/>
              <a:pPr algn="ctr">
                <a:defRPr/>
              </a:pPr>
              <a:t>1/16/2024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153400" cy="441960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Motivation for data warehouse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Data warehouse definition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OLTP vs. OLAP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Multidimensional Model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OLAP Operations</a:t>
            </a: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>
                <a:ea typeface="굴림" charset="-127"/>
              </a:rPr>
              <a:t>Data warehouse architectures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32573" y="232239"/>
            <a:ext cx="6239827" cy="682161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Motivation for DWH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4922424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Organizations face </a:t>
            </a: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increasingly complex challenges</a:t>
            </a:r>
            <a:r>
              <a:rPr lang="en-US" sz="3200" dirty="0">
                <a:ea typeface="+mn-lt"/>
                <a:cs typeface="+mn-lt"/>
              </a:rPr>
              <a:t> to achieve operational goals so need </a:t>
            </a: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analysis tools for decision support</a:t>
            </a:r>
            <a:r>
              <a:rPr lang="en-US" sz="3200" dirty="0">
                <a:ea typeface="+mn-lt"/>
                <a:cs typeface="+mn-lt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Traditional operational or transactional databases do not satisfy the requirements for data analysis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Designed/optimized to support </a:t>
            </a:r>
            <a:r>
              <a:rPr lang="en-US" sz="2800" dirty="0">
                <a:solidFill>
                  <a:srgbClr val="0070C0"/>
                </a:solidFill>
                <a:ea typeface="+mn-lt"/>
                <a:cs typeface="+mn-lt"/>
              </a:rPr>
              <a:t>daily business operations</a:t>
            </a:r>
            <a:r>
              <a:rPr lang="en-US" sz="2800" dirty="0">
                <a:ea typeface="+mn-lt"/>
                <a:cs typeface="+mn-lt"/>
              </a:rPr>
              <a:t>; primary concern: </a:t>
            </a:r>
            <a:r>
              <a:rPr lang="en-US" sz="2800" dirty="0">
                <a:solidFill>
                  <a:srgbClr val="0070C0"/>
                </a:solidFill>
                <a:ea typeface="+mn-lt"/>
                <a:cs typeface="+mn-lt"/>
              </a:rPr>
              <a:t>concurrent access and recovery</a:t>
            </a:r>
            <a:r>
              <a:rPr lang="en-US" sz="2800" dirty="0">
                <a:ea typeface="+mn-lt"/>
                <a:cs typeface="+mn-lt"/>
              </a:rPr>
              <a:t> techniques to guarantee </a:t>
            </a:r>
            <a:r>
              <a:rPr lang="en-US" sz="2800" dirty="0">
                <a:solidFill>
                  <a:srgbClr val="0070C0"/>
                </a:solidFill>
                <a:ea typeface="+mn-lt"/>
                <a:cs typeface="+mn-lt"/>
              </a:rPr>
              <a:t>data consistency</a:t>
            </a:r>
            <a:r>
              <a:rPr lang="en-US" sz="2800" dirty="0">
                <a:ea typeface="+mn-lt"/>
                <a:cs typeface="+mn-lt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Contain </a:t>
            </a:r>
            <a:r>
              <a:rPr lang="en-US" sz="2800" dirty="0">
                <a:solidFill>
                  <a:srgbClr val="0070C0"/>
                </a:solidFill>
                <a:ea typeface="+mn-lt"/>
                <a:cs typeface="+mn-lt"/>
              </a:rPr>
              <a:t>detailed data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dirty="0">
                <a:solidFill>
                  <a:srgbClr val="0070C0"/>
                </a:solidFill>
                <a:ea typeface="+mn-lt"/>
                <a:cs typeface="+mn-lt"/>
              </a:rPr>
              <a:t>do not include historical data</a:t>
            </a:r>
            <a:r>
              <a:rPr lang="en-US" sz="2800" dirty="0">
                <a:ea typeface="+mn-lt"/>
                <a:cs typeface="+mn-lt"/>
              </a:rPr>
              <a:t>, and </a:t>
            </a:r>
            <a:r>
              <a:rPr lang="en-US" sz="2800" dirty="0">
                <a:solidFill>
                  <a:srgbClr val="0070C0"/>
                </a:solidFill>
                <a:ea typeface="+mn-lt"/>
                <a:cs typeface="+mn-lt"/>
              </a:rPr>
              <a:t>perform poorly for complex queries</a:t>
            </a:r>
            <a:r>
              <a:rPr lang="en-US" sz="2800" dirty="0">
                <a:ea typeface="+mn-lt"/>
                <a:cs typeface="+mn-lt"/>
              </a:rPr>
              <a:t> that involve many tables or aggregate large volumes of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8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Motivation for DWH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4922424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To analyze the behavior of an organization, data from several operational systems must be </a:t>
            </a: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integrated</a:t>
            </a:r>
            <a:r>
              <a:rPr lang="en-US" sz="3200" dirty="0">
                <a:ea typeface="+mn-lt"/>
                <a:cs typeface="+mn-lt"/>
              </a:rPr>
              <a:t>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Difficult to accomplish due to many differences in data definition and content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Data warehouse</a:t>
            </a:r>
            <a:r>
              <a:rPr lang="en-US" sz="3200" dirty="0">
                <a:ea typeface="+mn-lt"/>
                <a:cs typeface="+mn-lt"/>
              </a:rPr>
              <a:t> address requirements of decision-making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Populated from operational databases and external data sources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Integrated and transformed data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Optimized for reporting and periodic integration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29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Warehouse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4922424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A data warehouse is a copy of transaction data specifically structured for query and analysis.</a:t>
            </a:r>
          </a:p>
          <a:p>
            <a:pPr marL="0" indent="0" algn="r">
              <a:buNone/>
            </a:pPr>
            <a:r>
              <a:rPr lang="en-US" sz="3200" dirty="0">
                <a:ea typeface="+mn-lt"/>
                <a:cs typeface="+mn-lt"/>
              </a:rPr>
              <a:t>						</a:t>
            </a:r>
            <a:r>
              <a:rPr lang="en-US" sz="3200" b="1" i="1" dirty="0">
                <a:ea typeface="+mn-lt"/>
                <a:cs typeface="+mn-lt"/>
              </a:rPr>
              <a:t>Ralph Kimball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ea typeface="+mn-lt"/>
                <a:cs typeface="+mn-lt"/>
              </a:rPr>
              <a:t>A data warehouse is a collection of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subject-oriented,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integrated,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time-variant, and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nonvolatile</a:t>
            </a:r>
          </a:p>
          <a:p>
            <a:pPr marL="0" indent="0" algn="just">
              <a:buNone/>
            </a:pPr>
            <a:r>
              <a:rPr lang="en-US" sz="3200" dirty="0">
                <a:ea typeface="+mn-lt"/>
                <a:cs typeface="+mn-lt"/>
              </a:rPr>
              <a:t>    data to support data management decisions</a:t>
            </a:r>
          </a:p>
          <a:p>
            <a:pPr marL="0" indent="0" algn="r">
              <a:buNone/>
            </a:pPr>
            <a:r>
              <a:rPr lang="en-US" sz="3200" b="1" i="1" dirty="0">
                <a:ea typeface="+mn-lt"/>
                <a:cs typeface="+mn-lt"/>
              </a:rPr>
              <a:t>Bill </a:t>
            </a:r>
            <a:r>
              <a:rPr lang="en-US" sz="3200" b="1" i="1" dirty="0" err="1">
                <a:ea typeface="+mn-lt"/>
                <a:cs typeface="+mn-lt"/>
              </a:rPr>
              <a:t>Inmon</a:t>
            </a:r>
            <a:endParaRPr lang="en-US" sz="3200" b="1" i="1" dirty="0"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2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8010436" cy="487363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DWH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4922424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Subject-oriented</a:t>
            </a:r>
            <a:r>
              <a:rPr lang="en-US" sz="3200" dirty="0">
                <a:ea typeface="+mn-lt"/>
                <a:cs typeface="+mn-lt"/>
              </a:rPr>
              <a:t>: Organized around business entities (e.g., customers, products, and employees) rather than business processes.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Integrated</a:t>
            </a:r>
            <a:r>
              <a:rPr lang="en-US" sz="3200" dirty="0">
                <a:ea typeface="+mn-lt"/>
                <a:cs typeface="+mn-lt"/>
              </a:rPr>
              <a:t>: many transformations to unify source data from independent data sources (units of measure, data formats, naming conventions)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Time-variant</a:t>
            </a:r>
            <a:r>
              <a:rPr lang="en-US" sz="3200" dirty="0">
                <a:ea typeface="+mn-lt"/>
                <a:cs typeface="+mn-lt"/>
              </a:rPr>
              <a:t>: historical data, snapshots of business processes captured at different points in time.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Nonvolatile</a:t>
            </a:r>
            <a:r>
              <a:rPr lang="en-US" sz="3200" dirty="0">
                <a:ea typeface="+mn-lt"/>
                <a:cs typeface="+mn-lt"/>
              </a:rPr>
              <a:t>: new data are appended periodically, existing data is not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37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153400" cy="974725"/>
          </a:xfrm>
        </p:spPr>
        <p:txBody>
          <a:bodyPr/>
          <a:lstStyle/>
          <a:p>
            <a:r>
              <a:rPr lang="en-US" altLang="en-US" sz="3600" b="1" dirty="0"/>
              <a:t>DWH in Knowledge Discovery (KDD) Process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Line 2052"/>
          <p:cNvSpPr>
            <a:spLocks noChangeShapeType="1"/>
          </p:cNvSpPr>
          <p:nvPr/>
        </p:nvSpPr>
        <p:spPr bwMode="auto">
          <a:xfrm flipV="1">
            <a:off x="1304925" y="51054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2053"/>
          <p:cNvSpPr>
            <a:spLocks noChangeShapeType="1"/>
          </p:cNvSpPr>
          <p:nvPr/>
        </p:nvSpPr>
        <p:spPr bwMode="auto">
          <a:xfrm flipV="1">
            <a:off x="6867525" y="16002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2054"/>
          <p:cNvSpPr>
            <a:spLocks noChangeShapeType="1"/>
          </p:cNvSpPr>
          <p:nvPr/>
        </p:nvSpPr>
        <p:spPr bwMode="auto">
          <a:xfrm flipV="1">
            <a:off x="5191125" y="26670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055"/>
          <p:cNvSpPr>
            <a:spLocks noChangeShapeType="1"/>
          </p:cNvSpPr>
          <p:nvPr/>
        </p:nvSpPr>
        <p:spPr bwMode="auto">
          <a:xfrm flipV="1">
            <a:off x="3362325" y="37338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2056"/>
          <p:cNvSpPr>
            <a:spLocks noChangeArrowheads="1"/>
          </p:cNvSpPr>
          <p:nvPr/>
        </p:nvSpPr>
        <p:spPr bwMode="auto">
          <a:xfrm>
            <a:off x="314325" y="5562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2057"/>
          <p:cNvSpPr>
            <a:spLocks noChangeArrowheads="1"/>
          </p:cNvSpPr>
          <p:nvPr/>
        </p:nvSpPr>
        <p:spPr bwMode="auto">
          <a:xfrm>
            <a:off x="314325" y="5638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Oval 2058"/>
          <p:cNvSpPr>
            <a:spLocks noChangeArrowheads="1"/>
          </p:cNvSpPr>
          <p:nvPr/>
        </p:nvSpPr>
        <p:spPr bwMode="auto">
          <a:xfrm>
            <a:off x="314325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Oval 2059"/>
          <p:cNvSpPr>
            <a:spLocks noChangeArrowheads="1"/>
          </p:cNvSpPr>
          <p:nvPr/>
        </p:nvSpPr>
        <p:spPr bwMode="auto">
          <a:xfrm>
            <a:off x="695325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Rectangle 2060"/>
          <p:cNvSpPr>
            <a:spLocks noChangeArrowheads="1"/>
          </p:cNvSpPr>
          <p:nvPr/>
        </p:nvSpPr>
        <p:spPr bwMode="auto">
          <a:xfrm>
            <a:off x="695325" y="6019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Oval 2061"/>
          <p:cNvSpPr>
            <a:spLocks noChangeArrowheads="1"/>
          </p:cNvSpPr>
          <p:nvPr/>
        </p:nvSpPr>
        <p:spPr bwMode="auto">
          <a:xfrm>
            <a:off x="695325" y="6324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Oval 2062"/>
          <p:cNvSpPr>
            <a:spLocks noChangeArrowheads="1"/>
          </p:cNvSpPr>
          <p:nvPr/>
        </p:nvSpPr>
        <p:spPr bwMode="auto">
          <a:xfrm>
            <a:off x="1381125" y="5715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Rectangle 2063"/>
          <p:cNvSpPr>
            <a:spLocks noChangeArrowheads="1"/>
          </p:cNvSpPr>
          <p:nvPr/>
        </p:nvSpPr>
        <p:spPr bwMode="auto">
          <a:xfrm>
            <a:off x="1381125" y="57912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Oval 2064"/>
          <p:cNvSpPr>
            <a:spLocks noChangeArrowheads="1"/>
          </p:cNvSpPr>
          <p:nvPr/>
        </p:nvSpPr>
        <p:spPr bwMode="auto">
          <a:xfrm>
            <a:off x="1381125" y="6096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Text Box 2065"/>
          <p:cNvSpPr txBox="1">
            <a:spLocks noChangeArrowheads="1"/>
          </p:cNvSpPr>
          <p:nvPr/>
        </p:nvSpPr>
        <p:spPr bwMode="auto">
          <a:xfrm>
            <a:off x="390525" y="4876800"/>
            <a:ext cx="1743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Data Cleaning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0" name="Text Box 2066"/>
          <p:cNvSpPr txBox="1">
            <a:spLocks noChangeArrowheads="1"/>
          </p:cNvSpPr>
          <p:nvPr/>
        </p:nvSpPr>
        <p:spPr bwMode="auto">
          <a:xfrm>
            <a:off x="1685925" y="5410200"/>
            <a:ext cx="1995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Data Integration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21" name="Text Box 2067"/>
          <p:cNvSpPr txBox="1">
            <a:spLocks noChangeArrowheads="1"/>
          </p:cNvSpPr>
          <p:nvPr/>
        </p:nvSpPr>
        <p:spPr bwMode="auto">
          <a:xfrm>
            <a:off x="1457325" y="62484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Databases</a:t>
            </a:r>
          </a:p>
        </p:txBody>
      </p:sp>
      <p:sp>
        <p:nvSpPr>
          <p:cNvPr id="22" name="Text Box 2068"/>
          <p:cNvSpPr txBox="1">
            <a:spLocks noChangeArrowheads="1"/>
          </p:cNvSpPr>
          <p:nvPr/>
        </p:nvSpPr>
        <p:spPr bwMode="auto">
          <a:xfrm>
            <a:off x="1152525" y="4114800"/>
            <a:ext cx="1997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Data Warehouse</a:t>
            </a:r>
          </a:p>
        </p:txBody>
      </p:sp>
      <p:sp>
        <p:nvSpPr>
          <p:cNvPr id="23" name="Rectangle 2069"/>
          <p:cNvSpPr>
            <a:spLocks noChangeArrowheads="1"/>
          </p:cNvSpPr>
          <p:nvPr/>
        </p:nvSpPr>
        <p:spPr bwMode="auto">
          <a:xfrm>
            <a:off x="2447925" y="4572000"/>
            <a:ext cx="685800" cy="685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2070"/>
          <p:cNvSpPr>
            <a:spLocks noChangeArrowheads="1"/>
          </p:cNvSpPr>
          <p:nvPr/>
        </p:nvSpPr>
        <p:spPr bwMode="auto">
          <a:xfrm>
            <a:off x="4505325" y="3429000"/>
            <a:ext cx="457200" cy="4572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Rectangle 2071"/>
          <p:cNvSpPr>
            <a:spLocks noChangeArrowheads="1"/>
          </p:cNvSpPr>
          <p:nvPr/>
        </p:nvSpPr>
        <p:spPr bwMode="auto">
          <a:xfrm>
            <a:off x="6562725" y="1981200"/>
            <a:ext cx="76200" cy="609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Rectangle 2072"/>
          <p:cNvSpPr>
            <a:spLocks noChangeArrowheads="1"/>
          </p:cNvSpPr>
          <p:nvPr/>
        </p:nvSpPr>
        <p:spPr bwMode="auto">
          <a:xfrm>
            <a:off x="6638925" y="2209800"/>
            <a:ext cx="76200" cy="381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" name="Rectangle 2073"/>
          <p:cNvSpPr>
            <a:spLocks noChangeArrowheads="1"/>
          </p:cNvSpPr>
          <p:nvPr/>
        </p:nvSpPr>
        <p:spPr bwMode="auto">
          <a:xfrm>
            <a:off x="6486525" y="2133600"/>
            <a:ext cx="76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" name="Rectangle 2074"/>
          <p:cNvSpPr>
            <a:spLocks noChangeArrowheads="1"/>
          </p:cNvSpPr>
          <p:nvPr/>
        </p:nvSpPr>
        <p:spPr bwMode="auto">
          <a:xfrm>
            <a:off x="6715125" y="2362200"/>
            <a:ext cx="76200" cy="228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" name="Rectangle 2075"/>
          <p:cNvSpPr>
            <a:spLocks noChangeArrowheads="1"/>
          </p:cNvSpPr>
          <p:nvPr/>
        </p:nvSpPr>
        <p:spPr bwMode="auto">
          <a:xfrm>
            <a:off x="6257925" y="2590800"/>
            <a:ext cx="6858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" name="Rectangle 2076"/>
          <p:cNvSpPr>
            <a:spLocks noChangeArrowheads="1"/>
          </p:cNvSpPr>
          <p:nvPr/>
        </p:nvSpPr>
        <p:spPr bwMode="auto">
          <a:xfrm>
            <a:off x="6334125" y="2362200"/>
            <a:ext cx="152400" cy="22860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" name="WordArt 2077"/>
          <p:cNvSpPr>
            <a:spLocks noChangeArrowheads="1" noChangeShapeType="1" noTextEdit="1"/>
          </p:cNvSpPr>
          <p:nvPr/>
        </p:nvSpPr>
        <p:spPr bwMode="auto">
          <a:xfrm>
            <a:off x="7172325" y="990600"/>
            <a:ext cx="1743075" cy="612775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61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Knowledge</a:t>
            </a:r>
          </a:p>
        </p:txBody>
      </p:sp>
      <p:sp>
        <p:nvSpPr>
          <p:cNvPr id="32" name="Text Box 2078"/>
          <p:cNvSpPr txBox="1">
            <a:spLocks noChangeArrowheads="1"/>
          </p:cNvSpPr>
          <p:nvPr/>
        </p:nvSpPr>
        <p:spPr bwMode="auto">
          <a:xfrm>
            <a:off x="2600325" y="3276600"/>
            <a:ext cx="2278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 dirty="0">
                <a:latin typeface="Times New Roman" panose="02020603050405020304" pitchFamily="18" charset="0"/>
              </a:rPr>
              <a:t>Task-relevant Data</a:t>
            </a:r>
          </a:p>
        </p:txBody>
      </p:sp>
      <p:sp>
        <p:nvSpPr>
          <p:cNvPr id="33" name="Text Box 2079"/>
          <p:cNvSpPr txBox="1">
            <a:spLocks noChangeArrowheads="1"/>
          </p:cNvSpPr>
          <p:nvPr/>
        </p:nvSpPr>
        <p:spPr bwMode="auto">
          <a:xfrm>
            <a:off x="3727450" y="4052888"/>
            <a:ext cx="115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Selection</a:t>
            </a:r>
          </a:p>
        </p:txBody>
      </p:sp>
      <p:sp>
        <p:nvSpPr>
          <p:cNvPr id="34" name="Text Box 2080"/>
          <p:cNvSpPr txBox="1">
            <a:spLocks noChangeArrowheads="1"/>
          </p:cNvSpPr>
          <p:nvPr/>
        </p:nvSpPr>
        <p:spPr bwMode="auto">
          <a:xfrm>
            <a:off x="4352925" y="2590800"/>
            <a:ext cx="1558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 dirty="0">
                <a:latin typeface="Times New Roman" panose="02020603050405020304" pitchFamily="18" charset="0"/>
              </a:rPr>
              <a:t>Data Mining</a:t>
            </a:r>
          </a:p>
        </p:txBody>
      </p:sp>
      <p:sp>
        <p:nvSpPr>
          <p:cNvPr id="35" name="Text Box 2081"/>
          <p:cNvSpPr txBox="1">
            <a:spLocks noChangeArrowheads="1"/>
          </p:cNvSpPr>
          <p:nvPr/>
        </p:nvSpPr>
        <p:spPr bwMode="auto">
          <a:xfrm>
            <a:off x="5343525" y="1676400"/>
            <a:ext cx="2249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Pattern Evaluation</a:t>
            </a:r>
          </a:p>
        </p:txBody>
      </p:sp>
      <p:sp>
        <p:nvSpPr>
          <p:cNvPr id="36" name="Line 2082"/>
          <p:cNvSpPr>
            <a:spLocks noChangeShapeType="1"/>
          </p:cNvSpPr>
          <p:nvPr/>
        </p:nvSpPr>
        <p:spPr bwMode="auto">
          <a:xfrm>
            <a:off x="5724525" y="31242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2083"/>
          <p:cNvSpPr>
            <a:spLocks noChangeShapeType="1"/>
          </p:cNvSpPr>
          <p:nvPr/>
        </p:nvSpPr>
        <p:spPr bwMode="auto">
          <a:xfrm>
            <a:off x="7400925" y="2057400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2084"/>
          <p:cNvSpPr>
            <a:spLocks noChangeShapeType="1"/>
          </p:cNvSpPr>
          <p:nvPr/>
        </p:nvSpPr>
        <p:spPr bwMode="auto">
          <a:xfrm flipH="1">
            <a:off x="4048125" y="52578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2085"/>
          <p:cNvSpPr>
            <a:spLocks noChangeShapeType="1"/>
          </p:cNvSpPr>
          <p:nvPr/>
        </p:nvSpPr>
        <p:spPr bwMode="auto">
          <a:xfrm flipV="1">
            <a:off x="4048125" y="43434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2086"/>
          <p:cNvSpPr>
            <a:spLocks noChangeShapeType="1"/>
          </p:cNvSpPr>
          <p:nvPr/>
        </p:nvSpPr>
        <p:spPr bwMode="auto">
          <a:xfrm>
            <a:off x="7400925" y="52578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2087"/>
          <p:cNvSpPr>
            <a:spLocks noChangeShapeType="1"/>
          </p:cNvSpPr>
          <p:nvPr/>
        </p:nvSpPr>
        <p:spPr bwMode="auto">
          <a:xfrm flipH="1">
            <a:off x="2371725" y="6096000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Line 2088"/>
          <p:cNvSpPr>
            <a:spLocks noChangeShapeType="1"/>
          </p:cNvSpPr>
          <p:nvPr/>
        </p:nvSpPr>
        <p:spPr bwMode="auto">
          <a:xfrm flipH="1" flipV="1">
            <a:off x="1990725" y="54102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2089"/>
          <p:cNvSpPr>
            <a:spLocks noChangeShapeType="1"/>
          </p:cNvSpPr>
          <p:nvPr/>
        </p:nvSpPr>
        <p:spPr bwMode="auto">
          <a:xfrm>
            <a:off x="2143125" y="54102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" name="Line 2090"/>
          <p:cNvSpPr>
            <a:spLocks noChangeShapeType="1"/>
          </p:cNvSpPr>
          <p:nvPr/>
        </p:nvSpPr>
        <p:spPr bwMode="auto">
          <a:xfrm flipV="1">
            <a:off x="3743325" y="41910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03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8305799" cy="920750"/>
          </a:xfrm>
        </p:spPr>
        <p:txBody>
          <a:bodyPr/>
          <a:lstStyle/>
          <a:p>
            <a:r>
              <a:rPr lang="en-US" altLang="en-US" sz="4000" b="1" dirty="0">
                <a:latin typeface="Times New Roman" pitchFamily="18" charset="0"/>
                <a:cs typeface="Times New Roman" pitchFamily="18" charset="0"/>
              </a:rPr>
              <a:t>DWH in Business Intelligence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762000" y="1295400"/>
            <a:ext cx="7467600" cy="5029200"/>
          </a:xfrm>
          <a:prstGeom prst="flowChartExtra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1219200" y="5715000"/>
            <a:ext cx="655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676400" y="5105400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2209800" y="43434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2819400" y="35814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3429000" y="2743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V="1">
            <a:off x="533400" y="1295400"/>
            <a:ext cx="0" cy="502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V="1">
            <a:off x="8839200" y="1295400"/>
            <a:ext cx="0" cy="502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593725" y="1357313"/>
            <a:ext cx="19208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600" b="1">
                <a:latin typeface="Times New Roman" panose="02020603050405020304" pitchFamily="18" charset="0"/>
              </a:rPr>
              <a:t>Increasing potential</a:t>
            </a:r>
          </a:p>
          <a:p>
            <a:r>
              <a:rPr lang="en-US" altLang="en-US" sz="1600" b="1">
                <a:latin typeface="Times New Roman" panose="02020603050405020304" pitchFamily="18" charset="0"/>
              </a:rPr>
              <a:t>to support</a:t>
            </a:r>
          </a:p>
          <a:p>
            <a:r>
              <a:rPr lang="en-US" altLang="en-US" sz="1600" b="1">
                <a:latin typeface="Times New Roman" panose="02020603050405020304" pitchFamily="18" charset="0"/>
              </a:rPr>
              <a:t>business decisions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7748588" y="1803400"/>
            <a:ext cx="1001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End User</a:t>
            </a:r>
            <a:endParaRPr lang="en-US" altLang="en-US" sz="1600">
              <a:latin typeface="Times New Roman" panose="02020603050405020304" pitchFamily="18" charset="0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751763" y="2794000"/>
            <a:ext cx="952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Business</a:t>
            </a:r>
          </a:p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  Analyst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7840663" y="3632200"/>
            <a:ext cx="8556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     Data</a:t>
            </a:r>
          </a:p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Analyst</a:t>
            </a: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8102600" y="5537200"/>
            <a:ext cx="611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DBA</a:t>
            </a: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3886200" y="202565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1800" b="1" dirty="0"/>
              <a:t>Decision</a:t>
            </a:r>
            <a:r>
              <a:rPr lang="en-US" altLang="en-US" sz="1800" dirty="0"/>
              <a:t> </a:t>
            </a:r>
            <a:r>
              <a:rPr lang="en-US" altLang="en-US" sz="1800" b="1" dirty="0"/>
              <a:t>Making</a:t>
            </a: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3352800" y="2840038"/>
            <a:ext cx="226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dirty="0"/>
              <a:t>Data Presentation</a:t>
            </a: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276600" y="3200400"/>
            <a:ext cx="2578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Visualization Techniques</a:t>
            </a: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3657600" y="3613150"/>
            <a:ext cx="1782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/>
              <a:t>Data Mining</a:t>
            </a:r>
            <a:endParaRPr lang="en-US" altLang="en-US" sz="1800" b="1">
              <a:solidFill>
                <a:schemeClr val="bg1"/>
              </a:solidFill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3581400" y="3886200"/>
            <a:ext cx="2324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Information Discovery</a:t>
            </a:r>
          </a:p>
        </p:txBody>
      </p: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3368675" y="4419600"/>
            <a:ext cx="2346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1800" b="1"/>
              <a:t>Data Exploration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2133600" y="4724400"/>
            <a:ext cx="457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Statistical Summary, Querying, and Reporting</a:t>
            </a:r>
            <a:endParaRPr lang="en-US" altLang="en-US" sz="1800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1600200" y="5257800"/>
            <a:ext cx="6021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dirty="0">
                <a:solidFill>
                  <a:srgbClr val="FF0000"/>
                </a:solidFill>
              </a:rPr>
              <a:t>Data Preprocessing/Integration, Data Warehouses</a:t>
            </a: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581400" y="5638800"/>
            <a:ext cx="1697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dirty="0"/>
              <a:t>Data Sources</a:t>
            </a:r>
            <a:endParaRPr lang="en-US" altLang="en-US" sz="1800" b="1" dirty="0">
              <a:solidFill>
                <a:schemeClr val="bg1"/>
              </a:solidFill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1066800" y="5943600"/>
            <a:ext cx="711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 dirty="0">
                <a:latin typeface="Times New Roman" panose="02020603050405020304" pitchFamily="18" charset="0"/>
              </a:rPr>
              <a:t>Paper, Files, Web documents, Scientific experiments, Database Systems</a:t>
            </a:r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457200" y="6324600"/>
            <a:ext cx="838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5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5638800" cy="487363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OLTP vs. OLAP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492242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Operational databases</a:t>
            </a:r>
            <a:r>
              <a:rPr lang="en-US" sz="3200" dirty="0">
                <a:ea typeface="+mn-lt"/>
                <a:cs typeface="+mn-lt"/>
              </a:rPr>
              <a:t> (</a:t>
            </a: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online transaction processing systems</a:t>
            </a:r>
            <a:r>
              <a:rPr lang="en-US" sz="3200" dirty="0">
                <a:ea typeface="+mn-lt"/>
                <a:cs typeface="+mn-lt"/>
              </a:rPr>
              <a:t> or </a:t>
            </a: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OLTP</a:t>
            </a:r>
            <a:r>
              <a:rPr lang="en-US" sz="3200" dirty="0">
                <a:ea typeface="+mn-lt"/>
                <a:cs typeface="+mn-lt"/>
              </a:rPr>
              <a:t>), are not suitable for data analysis.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800" dirty="0">
                <a:ea typeface="+mn-lt"/>
                <a:cs typeface="+mn-lt"/>
              </a:rPr>
              <a:t>Contain detailed data, do not include historical data, perform poorly for complex queries due to normalization.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Online analytical processing</a:t>
            </a:r>
            <a:r>
              <a:rPr lang="en-US" sz="3200" dirty="0">
                <a:ea typeface="+mn-lt"/>
                <a:cs typeface="+mn-lt"/>
              </a:rPr>
              <a:t> (</a:t>
            </a:r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OLAP</a:t>
            </a:r>
            <a:r>
              <a:rPr lang="en-US" sz="3200" dirty="0">
                <a:ea typeface="+mn-lt"/>
                <a:cs typeface="+mn-lt"/>
              </a:rPr>
              <a:t>): Allows decision-making users to perform interactive analysis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41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OLTP vs. OLAP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676400"/>
          <a:ext cx="83820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6200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</a:rPr>
              <a:t>OLTP vs. OLAP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5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8659375"/>
              </p:ext>
            </p:extLst>
          </p:nvPr>
        </p:nvGraphicFramePr>
        <p:xfrm>
          <a:off x="149135" y="1265352"/>
          <a:ext cx="8845729" cy="55778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7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5273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Characteristic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 Database (OLTP)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Warehouse (OLAP)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Currency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level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Individual and summary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Orientation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Subject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per request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Thousands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Normalization level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normalized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Normalization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relaxed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527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 level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volatile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refreshed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(non volatile)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1983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model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(star schemas) and multidimensional (data cubes)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40759850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653338-A5FF-6878-5056-F6622B00CCD9}"/>
                  </a:ext>
                </a:extLst>
              </p14:cNvPr>
              <p14:cNvContentPartPr/>
              <p14:nvPr/>
            </p14:nvContentPartPr>
            <p14:xfrm>
              <a:off x="7655554" y="2747685"/>
              <a:ext cx="111960" cy="12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653338-A5FF-6878-5056-F6622B00CC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6914" y="2738685"/>
                <a:ext cx="129600" cy="14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143000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</a:rPr>
              <a:t>OLTP vs. OLAP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Schema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04800" y="1676400"/>
            <a:ext cx="4114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Operational database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4572000" y="1676400"/>
            <a:ext cx="4114800" cy="4495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 warehouse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1" y="2422359"/>
            <a:ext cx="3995616" cy="374984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effectLst/>
        </p:spPr>
      </p:pic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957010" y="30799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834588" y="2422359"/>
          <a:ext cx="3939989" cy="3613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029033" imgH="2774790" progId="">
                  <p:embed/>
                </p:oleObj>
              </mc:Choice>
              <mc:Fallback>
                <p:oleObj name="Visio" r:id="rId4" imgW="4029033" imgH="2774790" progId="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4588" y="2422359"/>
                        <a:ext cx="3939989" cy="3613986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71BAC1"/>
                          </a:gs>
                          <a:gs pos="48000">
                            <a:srgbClr val="DBEEEF"/>
                          </a:gs>
                          <a:gs pos="100000">
                            <a:srgbClr val="E9F4F5"/>
                          </a:gs>
                        </a:gsLst>
                        <a:lin ang="162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1020762"/>
          </a:xfrm>
        </p:spPr>
        <p:txBody>
          <a:bodyPr/>
          <a:lstStyle/>
          <a:p>
            <a:r>
              <a:rPr lang="en-AU" sz="3600" b="1" dirty="0"/>
              <a:t>Multidimensional Model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89037"/>
            <a:ext cx="88392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DWs and OLAP use a </a:t>
            </a:r>
            <a:r>
              <a:rPr lang="en-US" sz="2800" dirty="0">
                <a:solidFill>
                  <a:srgbClr val="0070C0"/>
                </a:solidFill>
              </a:rPr>
              <a:t>multidimensional view of data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Represented as a </a:t>
            </a:r>
            <a:r>
              <a:rPr lang="en-US" sz="2800" dirty="0">
                <a:solidFill>
                  <a:srgbClr val="0070C0"/>
                </a:solidFill>
              </a:rPr>
              <a:t>data cube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/>
              <a:t>or a </a:t>
            </a:r>
            <a:r>
              <a:rPr lang="en-US" sz="2800" dirty="0">
                <a:solidFill>
                  <a:srgbClr val="0070C0"/>
                </a:solidFill>
              </a:rPr>
              <a:t>hypercube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Dimensions</a:t>
            </a:r>
            <a:r>
              <a:rPr lang="en-US" sz="2400" dirty="0"/>
              <a:t>: Perspectives for analyzing data  </a:t>
            </a:r>
          </a:p>
          <a:p>
            <a:pPr lvl="1"/>
            <a:r>
              <a:rPr lang="en-US" sz="2400" dirty="0">
                <a:solidFill>
                  <a:srgbClr val="0070C0"/>
                </a:solidFill>
              </a:rPr>
              <a:t>Cells</a:t>
            </a:r>
            <a:r>
              <a:rPr lang="en-US" sz="2400" dirty="0">
                <a:solidFill>
                  <a:schemeClr val="hlink"/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facts</a:t>
            </a:r>
            <a:r>
              <a:rPr lang="en-US" sz="2400" dirty="0"/>
              <a:t>): Contain </a:t>
            </a:r>
            <a:r>
              <a:rPr lang="en-US" sz="2400" dirty="0">
                <a:solidFill>
                  <a:srgbClr val="0070C0"/>
                </a:solidFill>
              </a:rPr>
              <a:t>measures</a:t>
            </a:r>
            <a:r>
              <a:rPr lang="en-US" sz="2400" dirty="0"/>
              <a:t>, and values that are to be analyzed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071812"/>
            <a:ext cx="6810375" cy="3481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43373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467600" cy="990600"/>
          </a:xfrm>
        </p:spPr>
        <p:txBody>
          <a:bodyPr/>
          <a:lstStyle/>
          <a:p>
            <a:r>
              <a:rPr lang="en-US" sz="4000" b="1" dirty="0"/>
              <a:t>Hierarchies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Data granularity</a:t>
            </a:r>
            <a:r>
              <a:rPr lang="en-US" sz="2800" dirty="0"/>
              <a:t>: level of detail at which measures are represented for each dimension of the cube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Data analyzed at </a:t>
            </a:r>
            <a:r>
              <a:rPr lang="en-US" sz="2800" dirty="0">
                <a:solidFill>
                  <a:srgbClr val="0070C0"/>
                </a:solidFill>
              </a:rPr>
              <a:t>different granularities 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0070C0"/>
                </a:solidFill>
              </a:rPr>
              <a:t>abstraction levels</a:t>
            </a:r>
            <a:r>
              <a:rPr lang="en-US" sz="2800" dirty="0"/>
              <a:t>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70C0"/>
                </a:solidFill>
              </a:rPr>
              <a:t>Hierarchies</a:t>
            </a:r>
            <a:r>
              <a:rPr lang="en-US" sz="2800" dirty="0"/>
              <a:t> relate low-level (detailed) concepts to higher-level (general concepts)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400" dirty="0"/>
              <a:t>Example: Store – City – Region/Province – Country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Given two related levels in a hierarchy, lower level is called </a:t>
            </a:r>
            <a:r>
              <a:rPr lang="en-US" sz="2800" dirty="0">
                <a:solidFill>
                  <a:srgbClr val="0070C0"/>
                </a:solidFill>
              </a:rPr>
              <a:t>child</a:t>
            </a:r>
            <a:r>
              <a:rPr lang="en-US" sz="2800" dirty="0"/>
              <a:t>, higher level is called </a:t>
            </a:r>
            <a:r>
              <a:rPr lang="en-US" sz="2800" dirty="0">
                <a:solidFill>
                  <a:srgbClr val="0070C0"/>
                </a:solidFill>
              </a:rPr>
              <a:t>parent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/>
              <a:t>Instances of these levels are called </a:t>
            </a:r>
            <a:r>
              <a:rPr lang="en-US" sz="2800" dirty="0">
                <a:solidFill>
                  <a:srgbClr val="0070C0"/>
                </a:solidFill>
              </a:rPr>
              <a:t>members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40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963796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b="1" dirty="0"/>
              <a:t>Example</a:t>
            </a:r>
          </a:p>
          <a:p>
            <a:pPr lvl="1"/>
            <a:r>
              <a:rPr lang="en-US" sz="2400" dirty="0"/>
              <a:t>Hierarchies of the </a:t>
            </a:r>
            <a:r>
              <a:rPr lang="en-US" sz="2400" b="1" dirty="0">
                <a:solidFill>
                  <a:srgbClr val="0070C0"/>
                </a:solidFill>
              </a:rPr>
              <a:t>Product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0070C0"/>
                </a:solidFill>
              </a:rPr>
              <a:t>Time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0070C0"/>
                </a:solidFill>
              </a:rPr>
              <a:t>Customer</a:t>
            </a:r>
            <a:r>
              <a:rPr lang="en-US" sz="2400" dirty="0"/>
              <a:t> dimensions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752600"/>
            <a:ext cx="5723004" cy="408622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F7A2B12-A341-0CC0-243E-C7043D0C938D}"/>
              </a:ext>
            </a:extLst>
          </p:cNvPr>
          <p:cNvSpPr txBox="1">
            <a:spLocks/>
          </p:cNvSpPr>
          <p:nvPr/>
        </p:nvSpPr>
        <p:spPr bwMode="gray">
          <a:xfrm>
            <a:off x="1066800" y="0"/>
            <a:ext cx="7467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4000" b="1" kern="0"/>
              <a:t>Hierarchies</a:t>
            </a:r>
            <a:endParaRPr lang="en-US" b="1" kern="0" dirty="0"/>
          </a:p>
        </p:txBody>
      </p:sp>
    </p:spTree>
    <p:extLst>
      <p:ext uri="{BB962C8B-B14F-4D97-AF65-F5344CB8AC3E}">
        <p14:creationId xmlns:p14="http://schemas.microsoft.com/office/powerpoint/2010/main" val="3188492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/>
              <a:t>Members of the hierarchy </a:t>
            </a:r>
            <a:r>
              <a:rPr lang="en-US" dirty="0">
                <a:solidFill>
                  <a:srgbClr val="0070C0"/>
                </a:solidFill>
              </a:rPr>
              <a:t>Store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 City  Region/Province  Country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>
              <a:solidFill>
                <a:schemeClr val="hlin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247" y="2286000"/>
            <a:ext cx="8182553" cy="373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91F7562-A1E6-AE15-AFB1-8C4FACFF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7467600" cy="990600"/>
          </a:xfrm>
        </p:spPr>
        <p:txBody>
          <a:bodyPr/>
          <a:lstStyle/>
          <a:p>
            <a:r>
              <a:rPr lang="en-US" sz="4000" b="1" dirty="0"/>
              <a:t>Hierarchies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14274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8229600" cy="914400"/>
          </a:xfrm>
        </p:spPr>
        <p:txBody>
          <a:bodyPr/>
          <a:lstStyle/>
          <a:p>
            <a:r>
              <a:rPr lang="en-US" b="1" dirty="0"/>
              <a:t>Measure Aggregation and </a:t>
            </a:r>
            <a:r>
              <a:rPr lang="en-US" b="1" dirty="0" err="1"/>
              <a:t>Summarizability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915400" cy="45259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700" dirty="0"/>
              <a:t>Measures are aggregated when using hierarchies for visualizing data at different abstraction levels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700" dirty="0" err="1">
                <a:solidFill>
                  <a:srgbClr val="0070C0"/>
                </a:solidFill>
              </a:rPr>
              <a:t>Summarizability</a:t>
            </a:r>
            <a:r>
              <a:rPr lang="en-US" sz="2700" dirty="0"/>
              <a:t> refers to the correct aggregation of cube measures along dimension hierarchies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700" dirty="0" err="1">
                <a:solidFill>
                  <a:srgbClr val="0070C0"/>
                </a:solidFill>
              </a:rPr>
              <a:t>Summarizability</a:t>
            </a:r>
            <a:r>
              <a:rPr lang="en-US" sz="2700" dirty="0"/>
              <a:t> conditions: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300" dirty="0" err="1">
                <a:solidFill>
                  <a:srgbClr val="0070C0"/>
                </a:solidFill>
              </a:rPr>
              <a:t>Disjointness</a:t>
            </a:r>
            <a:r>
              <a:rPr lang="en-US" sz="2300" dirty="0">
                <a:solidFill>
                  <a:srgbClr val="0000FF"/>
                </a:solidFill>
              </a:rPr>
              <a:t> </a:t>
            </a:r>
            <a:r>
              <a:rPr lang="en-US" sz="2300" dirty="0"/>
              <a:t>of instances: the grouping of instances in a level with respect to the parent in the next level must result in disjoint sets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0070C0"/>
                </a:solidFill>
              </a:rPr>
              <a:t>Completeness</a:t>
            </a:r>
            <a:r>
              <a:rPr lang="en-US" sz="2300" dirty="0"/>
              <a:t>: all instances are included in the hierarchy and each instance is related to one parent in the next level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300" dirty="0">
                <a:solidFill>
                  <a:srgbClr val="0070C0"/>
                </a:solidFill>
              </a:rPr>
              <a:t>Correct use of aggregation functions (“measure type” condition)</a:t>
            </a:r>
            <a:r>
              <a:rPr lang="en-US" sz="2300" dirty="0"/>
              <a:t>: Type of measures determine the kind of aggregation functions that can be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2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001000" cy="990600"/>
          </a:xfrm>
        </p:spPr>
        <p:txBody>
          <a:bodyPr/>
          <a:lstStyle/>
          <a:p>
            <a:r>
              <a:rPr lang="en-US" sz="4000" b="1" dirty="0"/>
              <a:t>Measure</a:t>
            </a:r>
            <a:r>
              <a:rPr lang="en-US" b="1" dirty="0"/>
              <a:t>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9037"/>
            <a:ext cx="9144000" cy="4525963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700" dirty="0"/>
              <a:t>Each </a:t>
            </a:r>
            <a:r>
              <a:rPr lang="en-US" sz="2700" dirty="0">
                <a:solidFill>
                  <a:srgbClr val="0070C0"/>
                </a:solidFill>
              </a:rPr>
              <a:t>measure</a:t>
            </a:r>
            <a:r>
              <a:rPr lang="en-US" sz="2700" dirty="0"/>
              <a:t> is associated to an </a:t>
            </a:r>
            <a:r>
              <a:rPr lang="en-US" sz="2700" dirty="0">
                <a:solidFill>
                  <a:srgbClr val="0070C0"/>
                </a:solidFill>
              </a:rPr>
              <a:t>aggregation function</a:t>
            </a:r>
            <a:r>
              <a:rPr lang="en-US" sz="2700" dirty="0">
                <a:solidFill>
                  <a:srgbClr val="0000FF"/>
                </a:solidFill>
              </a:rPr>
              <a:t> </a:t>
            </a:r>
            <a:r>
              <a:rPr lang="en-US" sz="2700" dirty="0"/>
              <a:t>that combines several measure values into a single one </a:t>
            </a:r>
            <a:endParaRPr lang="en-US" sz="2700" dirty="0">
              <a:solidFill>
                <a:srgbClr val="0000FF"/>
              </a:solidFill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700" dirty="0"/>
              <a:t>Measures can be classified according to the way they can be aggregated: </a:t>
            </a:r>
            <a:endParaRPr lang="en-US" sz="2700" dirty="0">
              <a:solidFill>
                <a:srgbClr val="0000FF"/>
              </a:solidFill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</a:rPr>
              <a:t>Additive</a:t>
            </a:r>
            <a:r>
              <a:rPr lang="en-US" sz="2000" dirty="0">
                <a:solidFill>
                  <a:schemeClr val="hlink"/>
                </a:solidFill>
              </a:rPr>
              <a:t> </a:t>
            </a:r>
            <a:r>
              <a:rPr lang="en-US" sz="2000" dirty="0"/>
              <a:t>measures (</a:t>
            </a:r>
            <a:r>
              <a:rPr lang="en-US" sz="2000" dirty="0">
                <a:solidFill>
                  <a:srgbClr val="0070C0"/>
                </a:solidFill>
              </a:rPr>
              <a:t>flow</a:t>
            </a:r>
            <a:r>
              <a:rPr lang="en-US" sz="2000" dirty="0"/>
              <a:t> or </a:t>
            </a:r>
            <a:r>
              <a:rPr lang="en-US" sz="2000" dirty="0">
                <a:solidFill>
                  <a:srgbClr val="0070C0"/>
                </a:solidFill>
              </a:rPr>
              <a:t>rate</a:t>
            </a:r>
            <a:r>
              <a:rPr lang="en-US" sz="2000" dirty="0"/>
              <a:t> measures): Can be meaningfully summarized using </a:t>
            </a:r>
            <a:r>
              <a:rPr lang="en-US" sz="2000" dirty="0">
                <a:highlight>
                  <a:srgbClr val="00FF00"/>
                </a:highlight>
              </a:rPr>
              <a:t>addition along </a:t>
            </a:r>
            <a:r>
              <a:rPr lang="en-US" sz="2000" dirty="0">
                <a:solidFill>
                  <a:srgbClr val="0070C0"/>
                </a:solidFill>
                <a:highlight>
                  <a:srgbClr val="00FF00"/>
                </a:highlight>
              </a:rPr>
              <a:t>all dimensions</a:t>
            </a:r>
          </a:p>
          <a:p>
            <a:pPr lvl="2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E.g., sales amount can be summarized when the hierarchies in Store, Time, and Product dimensions are traversed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</a:rPr>
              <a:t>Semi-additive</a:t>
            </a:r>
            <a:r>
              <a:rPr lang="en-US" sz="2000" dirty="0">
                <a:solidFill>
                  <a:schemeClr val="hlink"/>
                </a:solidFill>
              </a:rPr>
              <a:t> </a:t>
            </a:r>
            <a:r>
              <a:rPr lang="en-US" sz="2000" dirty="0"/>
              <a:t>measures (</a:t>
            </a:r>
            <a:r>
              <a:rPr lang="en-US" sz="2000" dirty="0">
                <a:solidFill>
                  <a:srgbClr val="0070C0"/>
                </a:solidFill>
              </a:rPr>
              <a:t>stock</a:t>
            </a:r>
            <a:r>
              <a:rPr lang="en-US" sz="2000" dirty="0"/>
              <a:t> or </a:t>
            </a:r>
            <a:r>
              <a:rPr lang="en-US" sz="2000" dirty="0">
                <a:solidFill>
                  <a:srgbClr val="0070C0"/>
                </a:solidFill>
              </a:rPr>
              <a:t>level</a:t>
            </a:r>
            <a:r>
              <a:rPr lang="en-US" sz="2000" dirty="0"/>
              <a:t> measures): Can be meaningfully summarized using </a:t>
            </a:r>
            <a:r>
              <a:rPr lang="en-US" sz="2000" dirty="0">
                <a:highlight>
                  <a:srgbClr val="00FF00"/>
                </a:highlight>
              </a:rPr>
              <a:t>addition along </a:t>
            </a:r>
            <a:r>
              <a:rPr lang="en-US" sz="2000" dirty="0">
                <a:solidFill>
                  <a:srgbClr val="0070C0"/>
                </a:solidFill>
                <a:highlight>
                  <a:srgbClr val="00FF00"/>
                </a:highlight>
              </a:rPr>
              <a:t>some</a:t>
            </a:r>
            <a:r>
              <a:rPr lang="en-US" sz="2000" dirty="0">
                <a:solidFill>
                  <a:schemeClr val="hlink"/>
                </a:solidFill>
                <a:highlight>
                  <a:srgbClr val="00FF00"/>
                </a:highlight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00FF00"/>
                </a:highlight>
              </a:rPr>
              <a:t>(</a:t>
            </a:r>
            <a:r>
              <a:rPr lang="en-US" sz="2000" dirty="0">
                <a:solidFill>
                  <a:srgbClr val="0070C0"/>
                </a:solidFill>
                <a:highlight>
                  <a:srgbClr val="00FF00"/>
                </a:highlight>
              </a:rPr>
              <a:t>not all</a:t>
            </a:r>
            <a:r>
              <a:rPr lang="en-US" sz="2000" dirty="0">
                <a:solidFill>
                  <a:srgbClr val="0000FF"/>
                </a:solidFill>
                <a:highlight>
                  <a:srgbClr val="00FF00"/>
                </a:highlight>
              </a:rPr>
              <a:t>)</a:t>
            </a:r>
            <a:r>
              <a:rPr lang="en-US" sz="2000" dirty="0">
                <a:solidFill>
                  <a:schemeClr val="hlink"/>
                </a:solidFill>
                <a:highlight>
                  <a:srgbClr val="00FF00"/>
                </a:highlight>
              </a:rPr>
              <a:t> </a:t>
            </a:r>
            <a:r>
              <a:rPr lang="en-US" sz="2000" dirty="0">
                <a:solidFill>
                  <a:srgbClr val="0070C0"/>
                </a:solidFill>
                <a:highlight>
                  <a:srgbClr val="00FF00"/>
                </a:highlight>
              </a:rPr>
              <a:t>dimensions</a:t>
            </a:r>
          </a:p>
          <a:p>
            <a:pPr lvl="2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E.g., inventory quantities, can be aggregated in the Store dimension, but cannot be aggregated in the Time dimension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</a:rPr>
              <a:t>Non-additive</a:t>
            </a:r>
            <a:r>
              <a:rPr lang="en-US" sz="2000" dirty="0">
                <a:solidFill>
                  <a:schemeClr val="hlink"/>
                </a:solidFill>
              </a:rPr>
              <a:t> </a:t>
            </a:r>
            <a:r>
              <a:rPr lang="en-US" sz="2000" dirty="0"/>
              <a:t>measures (</a:t>
            </a:r>
            <a:r>
              <a:rPr lang="en-US" sz="2000" dirty="0">
                <a:solidFill>
                  <a:srgbClr val="0070C0"/>
                </a:solidFill>
              </a:rPr>
              <a:t>value-per-unit</a:t>
            </a:r>
            <a:r>
              <a:rPr lang="en-US" sz="2000" dirty="0"/>
              <a:t> measures): Cannot be meaningfully summarized using </a:t>
            </a:r>
            <a:r>
              <a:rPr lang="en-US" sz="2000" dirty="0">
                <a:highlight>
                  <a:srgbClr val="00FF00"/>
                </a:highlight>
              </a:rPr>
              <a:t>addition along </a:t>
            </a:r>
            <a:r>
              <a:rPr lang="en-US" sz="2000" dirty="0">
                <a:solidFill>
                  <a:srgbClr val="0070C0"/>
                </a:solidFill>
                <a:highlight>
                  <a:srgbClr val="00FF00"/>
                </a:highlight>
              </a:rPr>
              <a:t>any dimension</a:t>
            </a:r>
          </a:p>
          <a:p>
            <a:pPr lvl="2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E.g., item price, cost per unit, exchange 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8305800" y="6245225"/>
            <a:ext cx="381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027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24800" cy="990600"/>
          </a:xfrm>
        </p:spPr>
        <p:txBody>
          <a:bodyPr/>
          <a:lstStyle/>
          <a:p>
            <a:r>
              <a:rPr lang="en-US" sz="3600" b="1" dirty="0"/>
              <a:t>Another</a:t>
            </a:r>
            <a:r>
              <a:rPr lang="en-US" b="1" dirty="0"/>
              <a:t> Measure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9037"/>
            <a:ext cx="8458200" cy="4525963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</a:rPr>
              <a:t>Distributive</a:t>
            </a:r>
            <a:r>
              <a:rPr lang="en-US" sz="2400" dirty="0"/>
              <a:t> measures: defined by an aggregation function that can be computed in a </a:t>
            </a:r>
            <a:r>
              <a:rPr lang="en-US" sz="2400" dirty="0">
                <a:highlight>
                  <a:srgbClr val="FF0000"/>
                </a:highlight>
              </a:rPr>
              <a:t>distributed way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 result of applying the </a:t>
            </a:r>
            <a:r>
              <a:rPr lang="en-US" dirty="0">
                <a:solidFill>
                  <a:srgbClr val="0070C0"/>
                </a:solidFill>
              </a:rPr>
              <a:t>distributive function </a:t>
            </a:r>
            <a:r>
              <a:rPr lang="en-US" dirty="0"/>
              <a:t>to the whole data set is the same as the result of applying it (not necessarily the same) to the </a:t>
            </a:r>
            <a:r>
              <a:rPr lang="en-US" i="1" dirty="0"/>
              <a:t>n </a:t>
            </a:r>
            <a:r>
              <a:rPr lang="en-US" dirty="0"/>
              <a:t>aggregated values of n subsets. </a:t>
            </a:r>
            <a:endParaRPr lang="en-US" dirty="0">
              <a:solidFill>
                <a:srgbClr val="0000FF"/>
              </a:solidFill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/>
              <a:t>E.g., sum, min, max, and count (distinct count is not)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</a:rPr>
              <a:t>Algebraic</a:t>
            </a:r>
            <a:r>
              <a:rPr lang="en-US" sz="2400" dirty="0"/>
              <a:t> measures: defined by an aggregation function that can be expressed as a scalar function of distributive ones</a:t>
            </a:r>
            <a:endParaRPr lang="en-US" sz="2400" dirty="0">
              <a:solidFill>
                <a:srgbClr val="0000FF"/>
              </a:solidFill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/>
              <a:t>E.g., average (can be computed by sum and count)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</a:rPr>
              <a:t>Holistic</a:t>
            </a:r>
            <a:r>
              <a:rPr lang="en-US" sz="2400" dirty="0"/>
              <a:t> measures: Cannot be computed from other sub-aggregates.</a:t>
            </a:r>
            <a:endParaRPr lang="en-US" sz="2400" dirty="0">
              <a:solidFill>
                <a:srgbClr val="0000FF"/>
              </a:solidFill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dirty="0"/>
              <a:t>E.g., median, mode, and rank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95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848600" cy="981075"/>
          </a:xfrm>
        </p:spPr>
        <p:txBody>
          <a:bodyPr/>
          <a:lstStyle/>
          <a:p>
            <a:r>
              <a:rPr lang="en-US" sz="3600" b="1" dirty="0"/>
              <a:t>OLAP Operations: Roll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Transforms detailed measures into summarized ones when one moves up in a hierarchy</a:t>
            </a:r>
            <a:endParaRPr lang="es-C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3276600" y="3870325"/>
            <a:ext cx="2971800" cy="762000"/>
            <a:chOff x="2112" y="2448"/>
            <a:chExt cx="1872" cy="480"/>
          </a:xfrm>
        </p:grpSpPr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>
              <a:off x="2448" y="2688"/>
              <a:ext cx="1296" cy="240"/>
            </a:xfrm>
            <a:prstGeom prst="rightArrow">
              <a:avLst>
                <a:gd name="adj1" fmla="val 50000"/>
                <a:gd name="adj2" fmla="val 13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112" y="2448"/>
              <a:ext cx="187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Roll-up to the Country level</a:t>
              </a:r>
              <a:endParaRPr lang="es-C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955925"/>
            <a:ext cx="3098800" cy="321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9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3108325"/>
            <a:ext cx="2587625" cy="2846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46541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772400" cy="938592"/>
          </a:xfrm>
        </p:spPr>
        <p:txBody>
          <a:bodyPr/>
          <a:lstStyle/>
          <a:p>
            <a:r>
              <a:rPr lang="en-US" sz="3600" b="1" dirty="0"/>
              <a:t>OLAP</a:t>
            </a:r>
            <a:r>
              <a:rPr lang="en-US" b="1" dirty="0"/>
              <a:t> Operations: Drill 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Opposite to the roll-up operation, i.e., it moves from a more general level to a detailed level in a hierarchy</a:t>
            </a:r>
            <a:endParaRPr lang="es-CR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657600" y="4341812"/>
            <a:ext cx="1676400" cy="381000"/>
          </a:xfrm>
          <a:prstGeom prst="rightArrow">
            <a:avLst>
              <a:gd name="adj1" fmla="val 50000"/>
              <a:gd name="adj2" fmla="val 11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581400" y="3700462"/>
            <a:ext cx="1828800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Drill-down to the 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Month level</a:t>
            </a:r>
            <a:endParaRPr lang="es-CR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862262"/>
            <a:ext cx="3098800" cy="321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2786062"/>
            <a:ext cx="3198813" cy="36147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69414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8305800" cy="990600"/>
          </a:xfrm>
        </p:spPr>
        <p:txBody>
          <a:bodyPr/>
          <a:lstStyle/>
          <a:p>
            <a:r>
              <a:rPr lang="en-US" sz="3600" b="1" dirty="0"/>
              <a:t>OLAP Operations: Pivot or Rotate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Rotates the axes of a cube to provide an alternative presentation of the data</a:t>
            </a:r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2955925"/>
            <a:ext cx="3208338" cy="3130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grpSp>
        <p:nvGrpSpPr>
          <p:cNvPr id="6" name="Group 9"/>
          <p:cNvGrpSpPr>
            <a:grpSpLocks/>
          </p:cNvGrpSpPr>
          <p:nvPr/>
        </p:nvGrpSpPr>
        <p:grpSpPr bwMode="auto">
          <a:xfrm>
            <a:off x="3886200" y="4327525"/>
            <a:ext cx="1447800" cy="762000"/>
            <a:chOff x="2448" y="2544"/>
            <a:chExt cx="912" cy="480"/>
          </a:xfrm>
        </p:grpSpPr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>
              <a:off x="2544" y="2784"/>
              <a:ext cx="720" cy="240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448" y="2544"/>
              <a:ext cx="91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Pivot</a:t>
              </a:r>
              <a:endParaRPr lang="es-CR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955925"/>
            <a:ext cx="3098800" cy="321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17276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848600" cy="1066800"/>
          </a:xfrm>
        </p:spPr>
        <p:txBody>
          <a:bodyPr/>
          <a:lstStyle/>
          <a:p>
            <a:r>
              <a:rPr lang="en-US" b="1" dirty="0"/>
              <a:t>OLAP </a:t>
            </a:r>
            <a:r>
              <a:rPr lang="en-US" sz="3600" b="1" dirty="0"/>
              <a:t>Operations</a:t>
            </a:r>
            <a:r>
              <a:rPr lang="en-US" b="1" dirty="0"/>
              <a:t>: Slice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Performs a selection on one dimension of a cube, resulting in a </a:t>
            </a:r>
            <a:r>
              <a:rPr lang="en-US" dirty="0" err="1"/>
              <a:t>subcube</a:t>
            </a:r>
            <a:endParaRPr lang="es-C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3505200" y="4175125"/>
            <a:ext cx="2971800" cy="762000"/>
            <a:chOff x="2016" y="2448"/>
            <a:chExt cx="1872" cy="480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2304" y="2688"/>
              <a:ext cx="1296" cy="240"/>
            </a:xfrm>
            <a:prstGeom prst="rightArrow">
              <a:avLst>
                <a:gd name="adj1" fmla="val 50000"/>
                <a:gd name="adj2" fmla="val 13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016" y="2448"/>
              <a:ext cx="187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Slice on </a:t>
              </a:r>
              <a:r>
                <a:rPr lang="en-US" dirty="0" err="1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Store.City</a:t>
              </a:r>
              <a:r>
                <a:rPr lang="en-US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 = ‘Paris’</a:t>
              </a:r>
              <a:endParaRPr lang="es-CR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725" y="2955925"/>
            <a:ext cx="3098800" cy="321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34125" y="3108325"/>
            <a:ext cx="2276475" cy="2392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8513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848600" cy="990600"/>
          </a:xfrm>
        </p:spPr>
        <p:txBody>
          <a:bodyPr/>
          <a:lstStyle/>
          <a:p>
            <a:r>
              <a:rPr lang="en-US" sz="3600" b="1" dirty="0"/>
              <a:t>OLAP Operations: 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Defines a selection on two or more dimensions, thus again defining a </a:t>
            </a:r>
            <a:r>
              <a:rPr lang="en-US" dirty="0" err="1"/>
              <a:t>subcube</a:t>
            </a:r>
            <a:endParaRPr lang="es-C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3184634" y="3898900"/>
            <a:ext cx="3200400" cy="1038225"/>
            <a:chOff x="2112" y="2274"/>
            <a:chExt cx="2016" cy="654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2448" y="2688"/>
              <a:ext cx="1296" cy="240"/>
            </a:xfrm>
            <a:prstGeom prst="rightArrow">
              <a:avLst>
                <a:gd name="adj1" fmla="val 50000"/>
                <a:gd name="adj2" fmla="val 135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2112" y="2274"/>
              <a:ext cx="201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sz="1600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Dice on </a:t>
              </a:r>
              <a:r>
                <a:rPr lang="en-US" sz="1600" dirty="0" err="1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Store.Country</a:t>
              </a:r>
              <a:r>
                <a:rPr lang="en-US" sz="1600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 = ‘France’ and </a:t>
              </a:r>
              <a:r>
                <a:rPr lang="en-US" sz="1600" dirty="0" err="1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Time.Quarter</a:t>
              </a:r>
              <a:r>
                <a:rPr lang="en-US" sz="1600" dirty="0">
                  <a:solidFill>
                    <a:srgbClr val="0070C0"/>
                  </a:solidFill>
                  <a:latin typeface="Times New Roman" pitchFamily="18" charset="0"/>
                  <a:cs typeface="Times New Roman" pitchFamily="18" charset="0"/>
                </a:rPr>
                <a:t>= ‘Q1’ or ‘Q2’</a:t>
              </a:r>
              <a:endParaRPr lang="es-CR" sz="1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66" y="2955925"/>
            <a:ext cx="3098800" cy="321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95916" y="3184525"/>
            <a:ext cx="2787650" cy="22828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85681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990600"/>
          </a:xfrm>
        </p:spPr>
        <p:txBody>
          <a:bodyPr/>
          <a:lstStyle/>
          <a:p>
            <a:r>
              <a:rPr lang="en-US" sz="3600" b="1" dirty="0"/>
              <a:t>OLAP Operations – Summary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aphicFrame>
        <p:nvGraphicFramePr>
          <p:cNvPr id="5" name="Group 69"/>
          <p:cNvGraphicFramePr>
            <a:graphicFrameLocks noGrp="1"/>
          </p:cNvGraphicFramePr>
          <p:nvPr>
            <p:ph idx="1"/>
          </p:nvPr>
        </p:nvGraphicFramePr>
        <p:xfrm>
          <a:off x="488732" y="1569720"/>
          <a:ext cx="8189912" cy="460248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6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9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Operation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Purpose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Slice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Focus attention on a subset of dimensions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Replace a dimension with a single member value or with a summary of its measure values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Focus attention on a subset of member values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Replace a dimension with a subset of members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Drill-down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Obtain more detail about a dimension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Navigate from a more general level to a more specific level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Roll-up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Summarize details about a dimension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Navigate from a more specific level to a more general level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Pivot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Present data in a different order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5E2F24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Rearrange the dimensions in a data cube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547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848600" cy="9906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Warehouse Architectures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04800" y="1600200"/>
          <a:ext cx="8613732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24800" cy="990600"/>
          </a:xfrm>
        </p:spPr>
        <p:txBody>
          <a:bodyPr/>
          <a:lstStyle/>
          <a:p>
            <a:r>
              <a:rPr lang="en-US" altLang="en-US" sz="3600" b="1" dirty="0">
                <a:latin typeface="Times New Roman" pitchFamily="18" charset="0"/>
                <a:cs typeface="Times New Roman" pitchFamily="18" charset="0"/>
              </a:rPr>
              <a:t>Bottom-up</a:t>
            </a: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 Architecture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778000" y="1409700"/>
          <a:ext cx="5689600" cy="476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764280" imgH="3157220" progId="Visio.Drawing.6">
                  <p:embed/>
                </p:oleObj>
              </mc:Choice>
              <mc:Fallback>
                <p:oleObj name="VISIO" r:id="rId3" imgW="3764280" imgH="3157220" progId="Visio.Drawing.6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1409700"/>
                        <a:ext cx="5689600" cy="47625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CFDFE"/>
                          </a:gs>
                          <a:gs pos="74001">
                            <a:srgbClr val="E0F1F2"/>
                          </a:gs>
                          <a:gs pos="83000">
                            <a:srgbClr val="E0F1F2"/>
                          </a:gs>
                          <a:gs pos="100000">
                            <a:srgbClr val="EBF6F7"/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00" y="0"/>
            <a:ext cx="7874000" cy="990600"/>
          </a:xfrm>
        </p:spPr>
        <p:txBody>
          <a:bodyPr/>
          <a:lstStyle/>
          <a:p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Top-Down </a:t>
            </a:r>
            <a:r>
              <a:rPr lang="en-US" altLang="en-US" sz="3600" b="1" dirty="0">
                <a:latin typeface="Times New Roman" pitchFamily="18" charset="0"/>
                <a:cs typeface="Times New Roman" pitchFamily="18" charset="0"/>
              </a:rPr>
              <a:t>Architecture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622300" y="1524000"/>
          <a:ext cx="78740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430129" imgH="3158197" progId="">
                  <p:embed/>
                </p:oleObj>
              </mc:Choice>
              <mc:Fallback>
                <p:oleObj name="Visio" r:id="rId3" imgW="5430129" imgH="3158197" progId="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1524000"/>
                        <a:ext cx="7874000" cy="45720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CFDFE"/>
                          </a:gs>
                          <a:gs pos="74001">
                            <a:srgbClr val="E0F1F2"/>
                          </a:gs>
                          <a:gs pos="83000">
                            <a:srgbClr val="E0F1F2"/>
                          </a:gs>
                          <a:gs pos="100000">
                            <a:srgbClr val="EBF6F7"/>
                          </a:gs>
                        </a:gsLst>
                        <a:lin ang="5400000" scaled="1"/>
                      </a:gra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24800" cy="990600"/>
          </a:xfrm>
        </p:spPr>
        <p:txBody>
          <a:bodyPr/>
          <a:lstStyle/>
          <a:p>
            <a:r>
              <a:rPr lang="en-US" b="1" dirty="0"/>
              <a:t>General </a:t>
            </a:r>
            <a:r>
              <a:rPr lang="en-US" sz="3600" b="1" dirty="0"/>
              <a:t>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5587" y="1295400"/>
            <a:ext cx="6170613" cy="4876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848600" cy="990600"/>
          </a:xfrm>
        </p:spPr>
        <p:txBody>
          <a:bodyPr/>
          <a:lstStyle/>
          <a:p>
            <a:r>
              <a:rPr lang="en-US" sz="3600" b="1" dirty="0"/>
              <a:t>General</a:t>
            </a:r>
            <a:r>
              <a:rPr lang="en-US" b="1" dirty="0"/>
              <a:t>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70C0"/>
                </a:solidFill>
              </a:rPr>
              <a:t>Data sources</a:t>
            </a:r>
          </a:p>
          <a:p>
            <a:pPr lvl="1"/>
            <a:r>
              <a:rPr lang="en-US" sz="2000" dirty="0"/>
              <a:t>Operational databases </a:t>
            </a:r>
          </a:p>
          <a:p>
            <a:pPr lvl="1"/>
            <a:r>
              <a:rPr lang="en-US" sz="2000" dirty="0"/>
              <a:t>Other internal or external sources of information (e.g. files)</a:t>
            </a:r>
          </a:p>
          <a:p>
            <a:r>
              <a:rPr lang="en-US" sz="2400" dirty="0">
                <a:solidFill>
                  <a:srgbClr val="0070C0"/>
                </a:solidFill>
              </a:rPr>
              <a:t>Back-end tier</a:t>
            </a:r>
          </a:p>
          <a:p>
            <a:pPr lvl="1"/>
            <a:r>
              <a:rPr lang="en-US" sz="2000" dirty="0"/>
              <a:t>Extraction-Transformation-Loading (ETL) tools for manipulating data from sources</a:t>
            </a:r>
          </a:p>
          <a:p>
            <a:pPr lvl="1"/>
            <a:r>
              <a:rPr lang="en-US" sz="2000" dirty="0"/>
              <a:t>Data staging area: Intermediate database where manipulation is done</a:t>
            </a:r>
          </a:p>
          <a:p>
            <a:r>
              <a:rPr lang="en-US" sz="2400" dirty="0">
                <a:solidFill>
                  <a:srgbClr val="0070C0"/>
                </a:solidFill>
              </a:rPr>
              <a:t>OLAP tier</a:t>
            </a:r>
          </a:p>
          <a:p>
            <a:pPr lvl="1"/>
            <a:r>
              <a:rPr lang="en-US" sz="2000" dirty="0"/>
              <a:t>OLAP Server: Supports multidimensional data and operations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Front-end tier</a:t>
            </a:r>
            <a:r>
              <a:rPr lang="en-US" sz="2400" dirty="0"/>
              <a:t>: Deals with data analysis and visualization</a:t>
            </a:r>
          </a:p>
          <a:p>
            <a:pPr lvl="1"/>
            <a:r>
              <a:rPr lang="en-US" sz="2000" dirty="0"/>
              <a:t>Composed of OLAP tools, reporting tools, statistical tools, data-mining tools, …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914400"/>
          </a:xfrm>
        </p:spPr>
        <p:txBody>
          <a:bodyPr/>
          <a:lstStyle/>
          <a:p>
            <a:r>
              <a:rPr lang="en-US" sz="3600" b="1" dirty="0"/>
              <a:t>Extraction-Transformation-Loading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65237"/>
            <a:ext cx="8991600" cy="4979988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</a:rPr>
              <a:t>Extraction</a:t>
            </a:r>
            <a:r>
              <a:rPr lang="en-US" sz="2400" dirty="0"/>
              <a:t>: Gathers data from multiple heterogeneous data sources</a:t>
            </a:r>
          </a:p>
          <a:p>
            <a:pPr lvl="1"/>
            <a:r>
              <a:rPr lang="en-US" sz="2000" dirty="0"/>
              <a:t>May be </a:t>
            </a:r>
            <a:r>
              <a:rPr lang="en-US" sz="2000" dirty="0">
                <a:solidFill>
                  <a:srgbClr val="0070C0"/>
                </a:solidFill>
              </a:rPr>
              <a:t>operational databases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0070C0"/>
                </a:solidFill>
              </a:rPr>
              <a:t>files</a:t>
            </a:r>
            <a:r>
              <a:rPr lang="en-US" sz="2000" dirty="0"/>
              <a:t> in various formats</a:t>
            </a:r>
          </a:p>
          <a:p>
            <a:pPr lvl="1"/>
            <a:r>
              <a:rPr lang="en-US" sz="2000" dirty="0"/>
              <a:t>May be </a:t>
            </a:r>
            <a:r>
              <a:rPr lang="en-US" sz="2000" dirty="0">
                <a:solidFill>
                  <a:srgbClr val="0070C0"/>
                </a:solidFill>
              </a:rPr>
              <a:t>internal</a:t>
            </a:r>
            <a:r>
              <a:rPr lang="en-US" sz="2000" dirty="0"/>
              <a:t> or </a:t>
            </a:r>
            <a:r>
              <a:rPr lang="en-US" sz="2000" dirty="0">
                <a:solidFill>
                  <a:srgbClr val="0070C0"/>
                </a:solidFill>
              </a:rPr>
              <a:t>external</a:t>
            </a:r>
            <a:r>
              <a:rPr lang="en-US" sz="2000" dirty="0"/>
              <a:t> to the organization</a:t>
            </a:r>
          </a:p>
          <a:p>
            <a:pPr lvl="1"/>
            <a:r>
              <a:rPr lang="en-US" sz="2000" dirty="0"/>
              <a:t>Uses APIs such as ODBC, JDBC, … for achieving </a:t>
            </a:r>
            <a:r>
              <a:rPr lang="en-US" sz="2000" dirty="0">
                <a:solidFill>
                  <a:srgbClr val="0070C0"/>
                </a:solidFill>
              </a:rPr>
              <a:t>interoperability</a:t>
            </a:r>
          </a:p>
          <a:p>
            <a:r>
              <a:rPr lang="en-US" sz="2400" dirty="0">
                <a:solidFill>
                  <a:srgbClr val="0070C0"/>
                </a:solidFill>
              </a:rPr>
              <a:t>Transformation</a:t>
            </a:r>
            <a:r>
              <a:rPr lang="en-US" sz="2400" dirty="0"/>
              <a:t>: Modifies data to conform to the data warehouse format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Cleaning</a:t>
            </a:r>
            <a:r>
              <a:rPr lang="en-US" sz="2000" dirty="0"/>
              <a:t>: Removes errors, inconsistencies, format transformation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Integration</a:t>
            </a:r>
            <a:r>
              <a:rPr lang="en-US" sz="2000" dirty="0"/>
              <a:t>: Reconciles data from different sources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Aggregation</a:t>
            </a:r>
            <a:r>
              <a:rPr lang="en-US" sz="2000" dirty="0"/>
              <a:t>: Summarizes data according to the </a:t>
            </a:r>
            <a:r>
              <a:rPr lang="en-US" sz="2000" dirty="0">
                <a:solidFill>
                  <a:srgbClr val="0070C0"/>
                </a:solidFill>
              </a:rPr>
              <a:t>granularity</a:t>
            </a:r>
            <a:r>
              <a:rPr lang="en-US" sz="2000" dirty="0"/>
              <a:t> (level of detail) of the DW</a:t>
            </a:r>
          </a:p>
          <a:p>
            <a:r>
              <a:rPr lang="en-US" sz="2400" dirty="0">
                <a:solidFill>
                  <a:srgbClr val="0070C0"/>
                </a:solidFill>
              </a:rPr>
              <a:t>Loading</a:t>
            </a:r>
            <a:r>
              <a:rPr lang="en-US" sz="2400" dirty="0"/>
              <a:t>: Feeds the DW with transformed data</a:t>
            </a:r>
          </a:p>
          <a:p>
            <a:pPr lvl="1"/>
            <a:r>
              <a:rPr lang="en-US" sz="2000" dirty="0"/>
              <a:t>Also includes </a:t>
            </a:r>
            <a:r>
              <a:rPr lang="en-US" sz="2000" dirty="0">
                <a:solidFill>
                  <a:srgbClr val="0070C0"/>
                </a:solidFill>
              </a:rPr>
              <a:t>refreshing</a:t>
            </a:r>
            <a:r>
              <a:rPr lang="en-US" sz="2000" dirty="0"/>
              <a:t> the data warehouse at a specified frequency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924800" cy="990600"/>
          </a:xfrm>
        </p:spPr>
        <p:txBody>
          <a:bodyPr/>
          <a:lstStyle/>
          <a:p>
            <a:r>
              <a:rPr lang="en-US" b="1" dirty="0"/>
              <a:t>Data </a:t>
            </a:r>
            <a:r>
              <a:rPr lang="en-US" sz="3600" b="1" dirty="0"/>
              <a:t>Warehouse</a:t>
            </a:r>
            <a:r>
              <a:rPr lang="en-US" b="1" dirty="0"/>
              <a:t> 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991600" cy="4767263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</a:rPr>
              <a:t>Enterprise data warehouse</a:t>
            </a:r>
            <a:r>
              <a:rPr lang="en-US" sz="2400" dirty="0"/>
              <a:t>: Centralized DW that encompasses all areas in an organization</a:t>
            </a:r>
          </a:p>
          <a:p>
            <a:r>
              <a:rPr lang="en-US" sz="2400" dirty="0">
                <a:solidFill>
                  <a:srgbClr val="0070C0"/>
                </a:solidFill>
              </a:rPr>
              <a:t>Data mart</a:t>
            </a:r>
            <a:r>
              <a:rPr lang="en-US" sz="2400" dirty="0"/>
              <a:t>: Specialized DW targeted to a particular functional area or user group</a:t>
            </a:r>
          </a:p>
          <a:p>
            <a:pPr lvl="1"/>
            <a:r>
              <a:rPr lang="en-US" sz="2000" dirty="0"/>
              <a:t>Their data can be derived from the enterprise DW or collected from data sources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Metadata repository</a:t>
            </a:r>
            <a:r>
              <a:rPr lang="en-US" sz="2400" dirty="0"/>
              <a:t>: Describes the content of the DW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Business metadata</a:t>
            </a:r>
            <a:r>
              <a:rPr lang="en-US" sz="2000" dirty="0"/>
              <a:t>: Meaning (semantics) of data, organization rules, policies, constraints, … 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Technical metadata</a:t>
            </a:r>
            <a:r>
              <a:rPr lang="en-US" sz="2000" dirty="0"/>
              <a:t>: How data is structured/stored in the computer</a:t>
            </a:r>
          </a:p>
          <a:p>
            <a:pPr lvl="2"/>
            <a:r>
              <a:rPr lang="en-US" sz="1800" dirty="0"/>
              <a:t>Data sources, data warehouse, and data marts: logical and physical schemas, security information, monitoring information …</a:t>
            </a:r>
          </a:p>
          <a:p>
            <a:pPr lvl="2"/>
            <a:r>
              <a:rPr lang="en-US" sz="1800" dirty="0"/>
              <a:t>ETL process: Data lineage (trace to sources), rules, defaults, refresh and purging rules, algorithms for summarization,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543800" cy="990600"/>
          </a:xfrm>
        </p:spPr>
        <p:txBody>
          <a:bodyPr/>
          <a:lstStyle/>
          <a:p>
            <a:r>
              <a:rPr lang="en-US" b="1" dirty="0"/>
              <a:t>OLAP </a:t>
            </a:r>
            <a:r>
              <a:rPr lang="en-US" sz="3600" b="1" dirty="0"/>
              <a:t>Tier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067800" cy="4525963"/>
          </a:xfrm>
        </p:spPr>
        <p:txBody>
          <a:bodyPr/>
          <a:lstStyle/>
          <a:p>
            <a:r>
              <a:rPr lang="en-US" sz="2800" dirty="0">
                <a:solidFill>
                  <a:srgbClr val="0070C0"/>
                </a:solidFill>
              </a:rPr>
              <a:t>OLAP servers </a:t>
            </a:r>
            <a:r>
              <a:rPr lang="en-US" sz="2800" dirty="0"/>
              <a:t>that provides multidimensional view from DWs and data marts</a:t>
            </a:r>
          </a:p>
          <a:p>
            <a:pPr lvl="1"/>
            <a:r>
              <a:rPr lang="en-US" sz="2400" dirty="0"/>
              <a:t>Can be ROLAP, MOLAP, or HOLAP</a:t>
            </a:r>
          </a:p>
          <a:p>
            <a:r>
              <a:rPr lang="en-US" sz="2800" dirty="0"/>
              <a:t>Most database products provide OLAP extensions and related tools for manipulating cubes</a:t>
            </a:r>
          </a:p>
          <a:p>
            <a:r>
              <a:rPr lang="en-US" sz="2800" dirty="0"/>
              <a:t>However, </a:t>
            </a:r>
            <a:r>
              <a:rPr lang="en-US" sz="2800" dirty="0">
                <a:solidFill>
                  <a:srgbClr val="0070C0"/>
                </a:solidFill>
              </a:rPr>
              <a:t>no standardized language </a:t>
            </a:r>
            <a:r>
              <a:rPr lang="en-US" sz="2800" dirty="0"/>
              <a:t>for querying data cubes</a:t>
            </a:r>
          </a:p>
          <a:p>
            <a:pPr lvl="1"/>
            <a:r>
              <a:rPr lang="en-US" sz="2400" dirty="0"/>
              <a:t>Oracle uses Java and query language OLAP DML</a:t>
            </a:r>
          </a:p>
          <a:p>
            <a:pPr lvl="1"/>
            <a:r>
              <a:rPr lang="en-US" sz="2400" dirty="0"/>
              <a:t>SQL Server uses .NET and query language MDX</a:t>
            </a:r>
          </a:p>
          <a:p>
            <a:r>
              <a:rPr lang="en-US" sz="2800" dirty="0"/>
              <a:t>XMLA (XML for Analysis) aims at providing a common language for exchanging multidimensional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20000" cy="990600"/>
          </a:xfrm>
        </p:spPr>
        <p:txBody>
          <a:bodyPr/>
          <a:lstStyle/>
          <a:p>
            <a:r>
              <a:rPr lang="en-US" sz="3600" b="1" dirty="0"/>
              <a:t>Front-End 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sz="2800" dirty="0">
                <a:solidFill>
                  <a:srgbClr val="0070C0"/>
                </a:solidFill>
              </a:rPr>
              <a:t>OLAP tools</a:t>
            </a:r>
            <a:r>
              <a:rPr lang="en-US" sz="2800" dirty="0"/>
              <a:t>: Allow interactive exploration and manipulation of the warehouse data</a:t>
            </a:r>
          </a:p>
          <a:p>
            <a:pPr lvl="1"/>
            <a:r>
              <a:rPr lang="en-US" sz="2400" dirty="0"/>
              <a:t>Facilitate formulation of </a:t>
            </a:r>
            <a:r>
              <a:rPr lang="en-US" sz="2400" dirty="0">
                <a:solidFill>
                  <a:srgbClr val="0070C0"/>
                </a:solidFill>
              </a:rPr>
              <a:t>ad hoc queries </a:t>
            </a:r>
            <a:r>
              <a:rPr lang="en-US" sz="2400" dirty="0"/>
              <a:t>(no prior knowledge of them)</a:t>
            </a:r>
          </a:p>
          <a:p>
            <a:r>
              <a:rPr lang="en-US" sz="2800" dirty="0">
                <a:solidFill>
                  <a:srgbClr val="0070C0"/>
                </a:solidFill>
              </a:rPr>
              <a:t>Reporting tools</a:t>
            </a:r>
            <a:r>
              <a:rPr lang="en-US" sz="2800" dirty="0"/>
              <a:t>: Enable production, delivery and management of reports (paper and web-based)</a:t>
            </a:r>
          </a:p>
          <a:p>
            <a:pPr lvl="1"/>
            <a:r>
              <a:rPr lang="en-US" sz="2400" dirty="0"/>
              <a:t>Use </a:t>
            </a:r>
            <a:r>
              <a:rPr lang="en-US" sz="2400" dirty="0">
                <a:solidFill>
                  <a:srgbClr val="0070C0"/>
                </a:solidFill>
              </a:rPr>
              <a:t>predefined queries</a:t>
            </a:r>
          </a:p>
          <a:p>
            <a:r>
              <a:rPr lang="en-US" sz="2800" dirty="0">
                <a:solidFill>
                  <a:srgbClr val="0070C0"/>
                </a:solidFill>
              </a:rPr>
              <a:t>Statistical tools</a:t>
            </a:r>
            <a:r>
              <a:rPr lang="en-US" sz="2800" dirty="0"/>
              <a:t>: Used to analyze and visualize the cube data using statistical methods</a:t>
            </a:r>
          </a:p>
          <a:p>
            <a:r>
              <a:rPr lang="en-US" sz="2800" dirty="0">
                <a:solidFill>
                  <a:srgbClr val="0070C0"/>
                </a:solidFill>
              </a:rPr>
              <a:t>Data-mining tools</a:t>
            </a:r>
            <a:r>
              <a:rPr lang="en-US" sz="2800" dirty="0"/>
              <a:t>: Allow users to analyze data to discover patterns, trends, enable predictions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848600" cy="990600"/>
          </a:xfrm>
        </p:spPr>
        <p:txBody>
          <a:bodyPr/>
          <a:lstStyle/>
          <a:p>
            <a:r>
              <a:rPr lang="en-US" sz="3600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/>
          <a:lstStyle/>
          <a:p>
            <a:pPr eaLnBrk="1" hangingPunct="1"/>
            <a:r>
              <a:rPr lang="en-US" sz="2800" dirty="0"/>
              <a:t>Motivation for data warehouse</a:t>
            </a:r>
          </a:p>
          <a:p>
            <a:pPr eaLnBrk="1" hangingPunct="1"/>
            <a:r>
              <a:rPr lang="en-US" sz="2800" dirty="0"/>
              <a:t>Data warehouse definition</a:t>
            </a:r>
          </a:p>
          <a:p>
            <a:pPr eaLnBrk="1" hangingPunct="1"/>
            <a:r>
              <a:rPr lang="en-US" sz="2800" dirty="0"/>
              <a:t>OLTP vs. OLAP</a:t>
            </a:r>
          </a:p>
          <a:p>
            <a:pPr eaLnBrk="1" hangingPunct="1"/>
            <a:r>
              <a:rPr lang="en-US" sz="2800" dirty="0"/>
              <a:t>Multidimensional Model</a:t>
            </a:r>
          </a:p>
          <a:p>
            <a:pPr eaLnBrk="1" hangingPunct="1"/>
            <a:r>
              <a:rPr lang="en-US" sz="2800" dirty="0"/>
              <a:t>OLAP Operations</a:t>
            </a:r>
          </a:p>
          <a:p>
            <a:pPr eaLnBrk="1" hangingPunct="1"/>
            <a:r>
              <a:rPr lang="en-US" sz="2800" dirty="0"/>
              <a:t>Data warehouse architectures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6F1299B4-37D0-4CBC-AF12-B6C7177E313E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38137"/>
            <a:ext cx="5638800" cy="487363"/>
          </a:xfrm>
        </p:spPr>
        <p:txBody>
          <a:bodyPr/>
          <a:lstStyle/>
          <a:p>
            <a:r>
              <a:rPr 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Reference Books</a:t>
            </a:r>
            <a:endParaRPr lang="en-US" sz="36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72436" cy="4922424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F14276-F304-40FB-9581-40E463E3B6A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766C7-1058-4F19-8581-0A18D460B31C}"/>
              </a:ext>
            </a:extLst>
          </p:cNvPr>
          <p:cNvSpPr txBox="1"/>
          <p:nvPr/>
        </p:nvSpPr>
        <p:spPr>
          <a:xfrm>
            <a:off x="986287" y="3071004"/>
            <a:ext cx="2743200" cy="2693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150" dirty="0">
              <a:latin typeface="Times New Roman"/>
              <a:cs typeface="Times New Roman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265F64-D9A5-49CB-AAB0-26A48ABDC13B}"/>
              </a:ext>
            </a:extLst>
          </p:cNvPr>
          <p:cNvSpPr txBox="1">
            <a:spLocks/>
          </p:cNvSpPr>
          <p:nvPr/>
        </p:nvSpPr>
        <p:spPr bwMode="auto">
          <a:xfrm>
            <a:off x="64698" y="1519687"/>
            <a:ext cx="8772436" cy="454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W. H. </a:t>
            </a:r>
            <a:r>
              <a:rPr lang="en-US" kern="0" dirty="0" err="1">
                <a:latin typeface="Times New Roman"/>
                <a:ea typeface="+mn-lt"/>
                <a:cs typeface="+mn-lt"/>
              </a:rPr>
              <a:t>Inmon</a:t>
            </a:r>
            <a:r>
              <a:rPr lang="en-US" kern="0" dirty="0">
                <a:latin typeface="Times New Roman"/>
                <a:ea typeface="+mn-lt"/>
                <a:cs typeface="+mn-lt"/>
              </a:rPr>
              <a:t>, Building the Data Warehouse, 4th Edition, Wiley, 2005.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 err="1">
                <a:latin typeface="Times New Roman"/>
                <a:ea typeface="+mn-lt"/>
                <a:cs typeface="+mn-lt"/>
              </a:rPr>
              <a:t>Paulraj</a:t>
            </a:r>
            <a:r>
              <a:rPr lang="en-US" kern="0" dirty="0">
                <a:latin typeface="Times New Roman"/>
                <a:ea typeface="+mn-lt"/>
                <a:cs typeface="+mn-lt"/>
              </a:rPr>
              <a:t> Ponniah, Data Warehousing Fundamentals for IT Professionals, 2nd Edition, Wiley, 2010.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Christopher Adamson, Star Schema: The Complete Reference, McGraw Hill, 2010.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Paul Lane et al., Oracle Database Data Warehousing Guide, 12cRelease 1 (12.1), Oracle, 2014.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Matt Casters et al., Pentaho Kettle Solutions: Building Open Source ETL Solutions with Pentaho Data Integration, Wiley, 2010.</a:t>
            </a:r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kern="0" dirty="0">
                <a:latin typeface="Times New Roman"/>
                <a:ea typeface="+mn-lt"/>
                <a:cs typeface="+mn-lt"/>
              </a:rPr>
              <a:t>Roland </a:t>
            </a:r>
            <a:r>
              <a:rPr lang="en-US" kern="0" dirty="0" err="1">
                <a:latin typeface="Times New Roman"/>
                <a:ea typeface="+mn-lt"/>
                <a:cs typeface="+mn-lt"/>
              </a:rPr>
              <a:t>Bouman</a:t>
            </a:r>
            <a:r>
              <a:rPr lang="en-US" kern="0" dirty="0">
                <a:latin typeface="Times New Roman"/>
                <a:ea typeface="+mn-lt"/>
                <a:cs typeface="+mn-lt"/>
              </a:rPr>
              <a:t> and Jos van Dongen, Pentaho Solutions: Business Intelligence and Data Warehousing with Pentaho and MySQL, Wiley, 2009.</a:t>
            </a:r>
          </a:p>
        </p:txBody>
      </p:sp>
    </p:spTree>
    <p:extLst>
      <p:ext uri="{BB962C8B-B14F-4D97-AF65-F5344CB8AC3E}">
        <p14:creationId xmlns:p14="http://schemas.microsoft.com/office/powerpoint/2010/main" val="66821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390C7-8DF7-FF9C-BB5E-C58C3D53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0" y="6357938"/>
            <a:ext cx="2133600" cy="365125"/>
          </a:xfrm>
        </p:spPr>
        <p:txBody>
          <a:bodyPr/>
          <a:lstStyle/>
          <a:p>
            <a:pPr algn="ctr">
              <a:defRPr/>
            </a:pPr>
            <a:fld id="{47F04667-7EFF-4BFB-852A-325ECB45E84A}" type="datetime1">
              <a:rPr lang="en-US" smtClean="0"/>
              <a:pPr algn="ctr">
                <a:defRPr/>
              </a:pPr>
              <a:t>1/16/2024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1EE0A-3E7E-5C78-9127-A25CBE3744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221F6A-B70A-4B7B-9BF0-9ED2B394EFCD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19F80E-F644-5EE5-4DF1-6B06994BF1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52234"/>
            <a:ext cx="7924800" cy="431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2613093"/>
      </p:ext>
    </p:extLst>
  </p:cSld>
  <p:clrMapOvr>
    <a:masterClrMapping/>
  </p:clrMapOvr>
</p:sld>
</file>

<file path=ppt/theme/theme1.xml><?xml version="1.0" encoding="utf-8"?>
<a:theme xmlns:a="http://schemas.openxmlformats.org/drawingml/2006/main" name="1_cdb2004193l">
  <a:themeElements>
    <a:clrScheme name="cdb2004193l 3">
      <a:dk1>
        <a:srgbClr val="0E3558"/>
      </a:dk1>
      <a:lt1>
        <a:srgbClr val="FFFFFF"/>
      </a:lt1>
      <a:dk2>
        <a:srgbClr val="006699"/>
      </a:dk2>
      <a:lt2>
        <a:srgbClr val="969696"/>
      </a:lt2>
      <a:accent1>
        <a:srgbClr val="3B86CB"/>
      </a:accent1>
      <a:accent2>
        <a:srgbClr val="5CB68D"/>
      </a:accent2>
      <a:accent3>
        <a:srgbClr val="FFFFFF"/>
      </a:accent3>
      <a:accent4>
        <a:srgbClr val="0A2C4A"/>
      </a:accent4>
      <a:accent5>
        <a:srgbClr val="AFC3E2"/>
      </a:accent5>
      <a:accent6>
        <a:srgbClr val="53A57F"/>
      </a:accent6>
      <a:hlink>
        <a:srgbClr val="CC3300"/>
      </a:hlink>
      <a:folHlink>
        <a:srgbClr val="333399"/>
      </a:folHlink>
    </a:clrScheme>
    <a:fontScheme name="cdb2004193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db2004193l 1">
        <a:dk1>
          <a:srgbClr val="132767"/>
        </a:dk1>
        <a:lt1>
          <a:srgbClr val="FFFFFF"/>
        </a:lt1>
        <a:dk2>
          <a:srgbClr val="184BB2"/>
        </a:dk2>
        <a:lt2>
          <a:srgbClr val="C0C0C0"/>
        </a:lt2>
        <a:accent1>
          <a:srgbClr val="22A2E2"/>
        </a:accent1>
        <a:accent2>
          <a:srgbClr val="81CFEB"/>
        </a:accent2>
        <a:accent3>
          <a:srgbClr val="FFFFFF"/>
        </a:accent3>
        <a:accent4>
          <a:srgbClr val="0E2057"/>
        </a:accent4>
        <a:accent5>
          <a:srgbClr val="ABCEEE"/>
        </a:accent5>
        <a:accent6>
          <a:srgbClr val="74BBD5"/>
        </a:accent6>
        <a:hlink>
          <a:srgbClr val="55ABA9"/>
        </a:hlink>
        <a:folHlink>
          <a:srgbClr val="DCCA4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3l 2">
        <a:dk1>
          <a:srgbClr val="37175B"/>
        </a:dk1>
        <a:lt1>
          <a:srgbClr val="FFFFFF"/>
        </a:lt1>
        <a:dk2>
          <a:srgbClr val="754ECC"/>
        </a:dk2>
        <a:lt2>
          <a:srgbClr val="C0C0C0"/>
        </a:lt2>
        <a:accent1>
          <a:srgbClr val="869EEC"/>
        </a:accent1>
        <a:accent2>
          <a:srgbClr val="EFA441"/>
        </a:accent2>
        <a:accent3>
          <a:srgbClr val="FFFFFF"/>
        </a:accent3>
        <a:accent4>
          <a:srgbClr val="2D124C"/>
        </a:accent4>
        <a:accent5>
          <a:srgbClr val="C3CCF4"/>
        </a:accent5>
        <a:accent6>
          <a:srgbClr val="D9943A"/>
        </a:accent6>
        <a:hlink>
          <a:srgbClr val="33835F"/>
        </a:hlink>
        <a:folHlink>
          <a:srgbClr val="AAC85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3l 3">
        <a:dk1>
          <a:srgbClr val="0E3558"/>
        </a:dk1>
        <a:lt1>
          <a:srgbClr val="FFFFFF"/>
        </a:lt1>
        <a:dk2>
          <a:srgbClr val="006699"/>
        </a:dk2>
        <a:lt2>
          <a:srgbClr val="969696"/>
        </a:lt2>
        <a:accent1>
          <a:srgbClr val="3B86CB"/>
        </a:accent1>
        <a:accent2>
          <a:srgbClr val="5CB68D"/>
        </a:accent2>
        <a:accent3>
          <a:srgbClr val="FFFFFF"/>
        </a:accent3>
        <a:accent4>
          <a:srgbClr val="0A2C4A"/>
        </a:accent4>
        <a:accent5>
          <a:srgbClr val="AFC3E2"/>
        </a:accent5>
        <a:accent6>
          <a:srgbClr val="53A57F"/>
        </a:accent6>
        <a:hlink>
          <a:srgbClr val="CC33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db2004193l">
  <a:themeElements>
    <a:clrScheme name="cdb2004193l 3">
      <a:dk1>
        <a:srgbClr val="0E3558"/>
      </a:dk1>
      <a:lt1>
        <a:srgbClr val="FFFFFF"/>
      </a:lt1>
      <a:dk2>
        <a:srgbClr val="006699"/>
      </a:dk2>
      <a:lt2>
        <a:srgbClr val="969696"/>
      </a:lt2>
      <a:accent1>
        <a:srgbClr val="3B86CB"/>
      </a:accent1>
      <a:accent2>
        <a:srgbClr val="5CB68D"/>
      </a:accent2>
      <a:accent3>
        <a:srgbClr val="FFFFFF"/>
      </a:accent3>
      <a:accent4>
        <a:srgbClr val="0A2C4A"/>
      </a:accent4>
      <a:accent5>
        <a:srgbClr val="AFC3E2"/>
      </a:accent5>
      <a:accent6>
        <a:srgbClr val="53A57F"/>
      </a:accent6>
      <a:hlink>
        <a:srgbClr val="CC3300"/>
      </a:hlink>
      <a:folHlink>
        <a:srgbClr val="333399"/>
      </a:folHlink>
    </a:clrScheme>
    <a:fontScheme name="cdb2004193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db2004193l 1">
        <a:dk1>
          <a:srgbClr val="132767"/>
        </a:dk1>
        <a:lt1>
          <a:srgbClr val="FFFFFF"/>
        </a:lt1>
        <a:dk2>
          <a:srgbClr val="184BB2"/>
        </a:dk2>
        <a:lt2>
          <a:srgbClr val="C0C0C0"/>
        </a:lt2>
        <a:accent1>
          <a:srgbClr val="22A2E2"/>
        </a:accent1>
        <a:accent2>
          <a:srgbClr val="81CFEB"/>
        </a:accent2>
        <a:accent3>
          <a:srgbClr val="FFFFFF"/>
        </a:accent3>
        <a:accent4>
          <a:srgbClr val="0E2057"/>
        </a:accent4>
        <a:accent5>
          <a:srgbClr val="ABCEEE"/>
        </a:accent5>
        <a:accent6>
          <a:srgbClr val="74BBD5"/>
        </a:accent6>
        <a:hlink>
          <a:srgbClr val="55ABA9"/>
        </a:hlink>
        <a:folHlink>
          <a:srgbClr val="DCCA4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3l 2">
        <a:dk1>
          <a:srgbClr val="37175B"/>
        </a:dk1>
        <a:lt1>
          <a:srgbClr val="FFFFFF"/>
        </a:lt1>
        <a:dk2>
          <a:srgbClr val="754ECC"/>
        </a:dk2>
        <a:lt2>
          <a:srgbClr val="C0C0C0"/>
        </a:lt2>
        <a:accent1>
          <a:srgbClr val="869EEC"/>
        </a:accent1>
        <a:accent2>
          <a:srgbClr val="EFA441"/>
        </a:accent2>
        <a:accent3>
          <a:srgbClr val="FFFFFF"/>
        </a:accent3>
        <a:accent4>
          <a:srgbClr val="2D124C"/>
        </a:accent4>
        <a:accent5>
          <a:srgbClr val="C3CCF4"/>
        </a:accent5>
        <a:accent6>
          <a:srgbClr val="D9943A"/>
        </a:accent6>
        <a:hlink>
          <a:srgbClr val="33835F"/>
        </a:hlink>
        <a:folHlink>
          <a:srgbClr val="AAC85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3l 3">
        <a:dk1>
          <a:srgbClr val="0E3558"/>
        </a:dk1>
        <a:lt1>
          <a:srgbClr val="FFFFFF"/>
        </a:lt1>
        <a:dk2>
          <a:srgbClr val="006699"/>
        </a:dk2>
        <a:lt2>
          <a:srgbClr val="969696"/>
        </a:lt2>
        <a:accent1>
          <a:srgbClr val="3B86CB"/>
        </a:accent1>
        <a:accent2>
          <a:srgbClr val="5CB68D"/>
        </a:accent2>
        <a:accent3>
          <a:srgbClr val="FFFFFF"/>
        </a:accent3>
        <a:accent4>
          <a:srgbClr val="0A2C4A"/>
        </a:accent4>
        <a:accent5>
          <a:srgbClr val="AFC3E2"/>
        </a:accent5>
        <a:accent6>
          <a:srgbClr val="53A57F"/>
        </a:accent6>
        <a:hlink>
          <a:srgbClr val="CC33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1509</TotalTime>
  <Words>2699</Words>
  <Application>Microsoft Office PowerPoint</Application>
  <PresentationFormat>On-screen Show (4:3)</PresentationFormat>
  <Paragraphs>389</Paragraphs>
  <Slides>37</Slides>
  <Notes>17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굴림</vt:lpstr>
      <vt:lpstr>Arial</vt:lpstr>
      <vt:lpstr>Calibri</vt:lpstr>
      <vt:lpstr>Impact</vt:lpstr>
      <vt:lpstr>Times New Roman</vt:lpstr>
      <vt:lpstr>Wingdings</vt:lpstr>
      <vt:lpstr>1_cdb2004193l</vt:lpstr>
      <vt:lpstr>cdb2004193l</vt:lpstr>
      <vt:lpstr>Bitmap Image</vt:lpstr>
      <vt:lpstr>Visio</vt:lpstr>
      <vt:lpstr>VISIO</vt:lpstr>
      <vt:lpstr>PowerPoint Presentation</vt:lpstr>
      <vt:lpstr>PowerPoint Presentation</vt:lpstr>
      <vt:lpstr>Motivation for DWH</vt:lpstr>
      <vt:lpstr>Motivation for DWH</vt:lpstr>
      <vt:lpstr>Data Warehouse</vt:lpstr>
      <vt:lpstr>DWH</vt:lpstr>
      <vt:lpstr>DWH in Knowledge Discovery (KDD) Process</vt:lpstr>
      <vt:lpstr>DWH in Business Intelligence</vt:lpstr>
      <vt:lpstr>OLTP vs. OLAP</vt:lpstr>
      <vt:lpstr>OLTP vs. OLAP</vt:lpstr>
      <vt:lpstr>OLTP vs. OLAP</vt:lpstr>
      <vt:lpstr>OLTP vs. OLAP Schema Comparison</vt:lpstr>
      <vt:lpstr>Multidimensional Model</vt:lpstr>
      <vt:lpstr>Hierarchies</vt:lpstr>
      <vt:lpstr>PowerPoint Presentation</vt:lpstr>
      <vt:lpstr>Hierarchies</vt:lpstr>
      <vt:lpstr>Measure Aggregation and Summarizability</vt:lpstr>
      <vt:lpstr>Measure Classification</vt:lpstr>
      <vt:lpstr>Another Measure Classification</vt:lpstr>
      <vt:lpstr>OLAP Operations: Roll up</vt:lpstr>
      <vt:lpstr>OLAP Operations: Drill down</vt:lpstr>
      <vt:lpstr>OLAP Operations: Pivot or Rotate</vt:lpstr>
      <vt:lpstr>OLAP Operations: Slice</vt:lpstr>
      <vt:lpstr>OLAP Operations: Dice</vt:lpstr>
      <vt:lpstr>OLAP Operations – Summary</vt:lpstr>
      <vt:lpstr>Data Warehouse Architectures</vt:lpstr>
      <vt:lpstr>Bottom-up Architecture</vt:lpstr>
      <vt:lpstr>Top-Down Architecture</vt:lpstr>
      <vt:lpstr>General Architecture</vt:lpstr>
      <vt:lpstr>General Architecture</vt:lpstr>
      <vt:lpstr>Extraction-Transformation-Loading</vt:lpstr>
      <vt:lpstr>Data Warehouse Tier</vt:lpstr>
      <vt:lpstr>OLAP Tier</vt:lpstr>
      <vt:lpstr>Front-End Tier</vt:lpstr>
      <vt:lpstr>Summary</vt:lpstr>
      <vt:lpstr>Reference Books</vt:lpstr>
      <vt:lpstr>PowerPoint Presentation</vt:lpstr>
    </vt:vector>
  </TitlesOfParts>
  <Company>Coltech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TNguyen</dc:creator>
  <cp:lastModifiedBy>ngọc phụng</cp:lastModifiedBy>
  <cp:revision>462</cp:revision>
  <cp:lastPrinted>2012-11-22T10:11:58Z</cp:lastPrinted>
  <dcterms:created xsi:type="dcterms:W3CDTF">2012-11-21T22:42:14Z</dcterms:created>
  <dcterms:modified xsi:type="dcterms:W3CDTF">2024-01-16T07:46:20Z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2024-01-09T09:07:18Z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28d66c42-6d45-427a-841c-19b542e99e21</vt:lpwstr>
  </property>
  <property fmtid="{D5CDD505-2E9C-101B-9397-08002B2CF9AE}" pid="7" name="MSIP_Label_defa4170-0d19-0005-0004-bc88714345d2_ActionId">
    <vt:lpwstr>59c0ba2e-0ffa-4b09-9674-a5bd7c381b0c</vt:lpwstr>
  </property>
  <property fmtid="{D5CDD505-2E9C-101B-9397-08002B2CF9AE}" pid="8" name="MSIP_Label_defa4170-0d19-0005-0004-bc88714345d2_ContentBits">
    <vt:lpwstr>0</vt:lpwstr>
  </property>
</Properties>
</file>