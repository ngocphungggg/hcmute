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08" r:id="rId2"/>
  </p:sldMasterIdLst>
  <p:notesMasterIdLst>
    <p:notesMasterId r:id="rId54"/>
  </p:notesMasterIdLst>
  <p:handoutMasterIdLst>
    <p:handoutMasterId r:id="rId55"/>
  </p:handoutMasterIdLst>
  <p:sldIdLst>
    <p:sldId id="256" r:id="rId3"/>
    <p:sldId id="257" r:id="rId4"/>
    <p:sldId id="267" r:id="rId5"/>
    <p:sldId id="319" r:id="rId6"/>
    <p:sldId id="320" r:id="rId7"/>
    <p:sldId id="424" r:id="rId8"/>
    <p:sldId id="380" r:id="rId9"/>
    <p:sldId id="381" r:id="rId10"/>
    <p:sldId id="382" r:id="rId11"/>
    <p:sldId id="383" r:id="rId12"/>
    <p:sldId id="384" r:id="rId13"/>
    <p:sldId id="385" r:id="rId14"/>
    <p:sldId id="386" r:id="rId15"/>
    <p:sldId id="388" r:id="rId16"/>
    <p:sldId id="387" r:id="rId17"/>
    <p:sldId id="389" r:id="rId18"/>
    <p:sldId id="390" r:id="rId19"/>
    <p:sldId id="392" r:id="rId20"/>
    <p:sldId id="393" r:id="rId21"/>
    <p:sldId id="395" r:id="rId22"/>
    <p:sldId id="394" r:id="rId23"/>
    <p:sldId id="396" r:id="rId24"/>
    <p:sldId id="397" r:id="rId25"/>
    <p:sldId id="398" r:id="rId26"/>
    <p:sldId id="399" r:id="rId27"/>
    <p:sldId id="400" r:id="rId28"/>
    <p:sldId id="401" r:id="rId29"/>
    <p:sldId id="402" r:id="rId30"/>
    <p:sldId id="403" r:id="rId31"/>
    <p:sldId id="404" r:id="rId32"/>
    <p:sldId id="405" r:id="rId33"/>
    <p:sldId id="406" r:id="rId34"/>
    <p:sldId id="407" r:id="rId35"/>
    <p:sldId id="409" r:id="rId36"/>
    <p:sldId id="408" r:id="rId37"/>
    <p:sldId id="410" r:id="rId38"/>
    <p:sldId id="411" r:id="rId39"/>
    <p:sldId id="412" r:id="rId40"/>
    <p:sldId id="413" r:id="rId41"/>
    <p:sldId id="414" r:id="rId42"/>
    <p:sldId id="415" r:id="rId43"/>
    <p:sldId id="416" r:id="rId44"/>
    <p:sldId id="417" r:id="rId45"/>
    <p:sldId id="418" r:id="rId46"/>
    <p:sldId id="419" r:id="rId47"/>
    <p:sldId id="420" r:id="rId48"/>
    <p:sldId id="421" r:id="rId49"/>
    <p:sldId id="422" r:id="rId50"/>
    <p:sldId id="423" r:id="rId51"/>
    <p:sldId id="318" r:id="rId52"/>
    <p:sldId id="379" r:id="rId53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36" autoAdjust="0"/>
  </p:normalViewPr>
  <p:slideViewPr>
    <p:cSldViewPr>
      <p:cViewPr varScale="1">
        <p:scale>
          <a:sx n="73" d="100"/>
          <a:sy n="73" d="100"/>
        </p:scale>
        <p:origin x="148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h Nguyen" userId="c61a4279c1788c98" providerId="LiveId" clId="{A95755AC-BE0D-455D-836B-92C337DE4D6D}"/>
    <pc:docChg chg="undo custSel addSld delSld modSld sldOrd">
      <pc:chgData name="Thanh Nguyen" userId="c61a4279c1788c98" providerId="LiveId" clId="{A95755AC-BE0D-455D-836B-92C337DE4D6D}" dt="2023-01-26T10:58:27.638" v="517"/>
      <pc:docMkLst>
        <pc:docMk/>
      </pc:docMkLst>
      <pc:sldChg chg="addSp modSp mod">
        <pc:chgData name="Thanh Nguyen" userId="c61a4279c1788c98" providerId="LiveId" clId="{A95755AC-BE0D-455D-836B-92C337DE4D6D}" dt="2023-01-26T10:58:27.638" v="517"/>
        <pc:sldMkLst>
          <pc:docMk/>
          <pc:sldMk cId="0" sldId="256"/>
        </pc:sldMkLst>
        <pc:spChg chg="add mod">
          <ac:chgData name="Thanh Nguyen" userId="c61a4279c1788c98" providerId="LiveId" clId="{A95755AC-BE0D-455D-836B-92C337DE4D6D}" dt="2023-01-26T10:58:27.638" v="517"/>
          <ac:spMkLst>
            <pc:docMk/>
            <pc:sldMk cId="0" sldId="256"/>
            <ac:spMk id="2" creationId="{6BCD9DC4-066E-0492-0471-02E4E7201B70}"/>
          </ac:spMkLst>
        </pc:spChg>
        <pc:spChg chg="mod">
          <ac:chgData name="Thanh Nguyen" userId="c61a4279c1788c98" providerId="LiveId" clId="{A95755AC-BE0D-455D-836B-92C337DE4D6D}" dt="2023-01-26T04:33:58.775" v="10" actId="20577"/>
          <ac:spMkLst>
            <pc:docMk/>
            <pc:sldMk cId="0" sldId="256"/>
            <ac:spMk id="14" creationId="{A353FA91-F528-4ED2-A28C-F09225294E26}"/>
          </ac:spMkLst>
        </pc:spChg>
      </pc:sldChg>
      <pc:sldChg chg="modSp mod modAnim">
        <pc:chgData name="Thanh Nguyen" userId="c61a4279c1788c98" providerId="LiveId" clId="{A95755AC-BE0D-455D-836B-92C337DE4D6D}" dt="2023-01-26T04:34:58.140" v="23" actId="1035"/>
        <pc:sldMkLst>
          <pc:docMk/>
          <pc:sldMk cId="0" sldId="257"/>
        </pc:sldMkLst>
        <pc:spChg chg="mod">
          <ac:chgData name="Thanh Nguyen" userId="c61a4279c1788c98" providerId="LiveId" clId="{A95755AC-BE0D-455D-836B-92C337DE4D6D}" dt="2023-01-26T04:34:58.140" v="23" actId="1035"/>
          <ac:spMkLst>
            <pc:docMk/>
            <pc:sldMk cId="0" sldId="257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34:18.625" v="17" actId="20577"/>
          <ac:spMkLst>
            <pc:docMk/>
            <pc:sldMk cId="0" sldId="257"/>
            <ac:spMk id="5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429276294" sldId="263"/>
        </pc:sldMkLst>
      </pc:sldChg>
      <pc:sldChg chg="modSp mod">
        <pc:chgData name="Thanh Nguyen" userId="c61a4279c1788c98" providerId="LiveId" clId="{A95755AC-BE0D-455D-836B-92C337DE4D6D}" dt="2023-01-26T04:37:31.929" v="65" actId="207"/>
        <pc:sldMkLst>
          <pc:docMk/>
          <pc:sldMk cId="1384187814" sldId="267"/>
        </pc:sldMkLst>
        <pc:spChg chg="mod">
          <ac:chgData name="Thanh Nguyen" userId="c61a4279c1788c98" providerId="LiveId" clId="{A95755AC-BE0D-455D-836B-92C337DE4D6D}" dt="2023-01-26T04:35:36.131" v="49" actId="14100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37:31.929" v="65" actId="207"/>
          <ac:spMkLst>
            <pc:docMk/>
            <pc:sldMk cId="1384187814" sldId="267"/>
            <ac:spMk id="3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35:07.525" v="24" actId="2696"/>
        <pc:sldMkLst>
          <pc:docMk/>
          <pc:sldMk cId="3887256078" sldId="306"/>
        </pc:sldMkLst>
      </pc:sldChg>
      <pc:sldChg chg="modSp add mod">
        <pc:chgData name="Thanh Nguyen" userId="c61a4279c1788c98" providerId="LiveId" clId="{A95755AC-BE0D-455D-836B-92C337DE4D6D}" dt="2023-01-26T10:32:31.020" v="372" actId="403"/>
        <pc:sldMkLst>
          <pc:docMk/>
          <pc:sldMk cId="0" sldId="310"/>
        </pc:sldMkLst>
        <pc:spChg chg="mod">
          <ac:chgData name="Thanh Nguyen" userId="c61a4279c1788c98" providerId="LiveId" clId="{A95755AC-BE0D-455D-836B-92C337DE4D6D}" dt="2023-01-26T10:32:31.020" v="372" actId="403"/>
          <ac:spMkLst>
            <pc:docMk/>
            <pc:sldMk cId="0" sldId="31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8:31.192" v="195"/>
          <ac:spMkLst>
            <pc:docMk/>
            <pc:sldMk cId="0" sldId="310"/>
            <ac:spMk id="4" creationId="{00000000-0000-0000-0000-000000000000}"/>
          </ac:spMkLst>
        </pc:spChg>
      </pc:sldChg>
      <pc:sldChg chg="modSp mod ord">
        <pc:chgData name="Thanh Nguyen" userId="c61a4279c1788c98" providerId="LiveId" clId="{A95755AC-BE0D-455D-836B-92C337DE4D6D}" dt="2023-01-26T04:52:59.167" v="213" actId="207"/>
        <pc:sldMkLst>
          <pc:docMk/>
          <pc:sldMk cId="2444241323" sldId="311"/>
        </pc:sldMkLst>
        <pc:spChg chg="mod">
          <ac:chgData name="Thanh Nguyen" userId="c61a4279c1788c98" providerId="LiveId" clId="{A95755AC-BE0D-455D-836B-92C337DE4D6D}" dt="2023-01-26T04:46:37.654" v="179"/>
          <ac:spMkLst>
            <pc:docMk/>
            <pc:sldMk cId="2444241323" sldId="311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2:59.167" v="213" actId="207"/>
          <ac:spMkLst>
            <pc:docMk/>
            <pc:sldMk cId="2444241323" sldId="311"/>
            <ac:spMk id="3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49:34.975" v="197" actId="2696"/>
        <pc:sldMkLst>
          <pc:docMk/>
          <pc:sldMk cId="2262845207" sldId="312"/>
        </pc:sldMkLst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035834622" sldId="313"/>
        </pc:sldMkLst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297553140" sldId="314"/>
        </pc:sldMkLst>
      </pc:sldChg>
      <pc:sldChg chg="delSp modSp add">
        <pc:chgData name="Thanh Nguyen" userId="c61a4279c1788c98" providerId="LiveId" clId="{A95755AC-BE0D-455D-836B-92C337DE4D6D}" dt="2023-01-26T10:55:03.050" v="480" actId="14100"/>
        <pc:sldMkLst>
          <pc:docMk/>
          <pc:sldMk cId="0" sldId="315"/>
        </pc:sldMkLst>
        <pc:spChg chg="mod">
          <ac:chgData name="Thanh Nguyen" userId="c61a4279c1788c98" providerId="LiveId" clId="{A95755AC-BE0D-455D-836B-92C337DE4D6D}" dt="2023-01-26T10:55:03.050" v="480" actId="14100"/>
          <ac:spMkLst>
            <pc:docMk/>
            <pc:sldMk cId="0" sldId="315"/>
            <ac:spMk id="2" creationId="{00000000-0000-0000-0000-000000000000}"/>
          </ac:spMkLst>
        </pc:spChg>
        <pc:spChg chg="del">
          <ac:chgData name="Thanh Nguyen" userId="c61a4279c1788c98" providerId="LiveId" clId="{A95755AC-BE0D-455D-836B-92C337DE4D6D}" dt="2023-01-26T10:51:40.763" v="449" actId="478"/>
          <ac:spMkLst>
            <pc:docMk/>
            <pc:sldMk cId="0" sldId="315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15"/>
            <ac:spMk id="4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1197620728" sldId="315"/>
        </pc:sldMkLst>
      </pc:sldChg>
      <pc:sldChg chg="delSp modSp add mod">
        <pc:chgData name="Thanh Nguyen" userId="c61a4279c1788c98" providerId="LiveId" clId="{A95755AC-BE0D-455D-836B-92C337DE4D6D}" dt="2023-01-26T10:55:42.056" v="488" actId="14100"/>
        <pc:sldMkLst>
          <pc:docMk/>
          <pc:sldMk cId="0" sldId="316"/>
        </pc:sldMkLst>
        <pc:spChg chg="mod">
          <ac:chgData name="Thanh Nguyen" userId="c61a4279c1788c98" providerId="LiveId" clId="{A95755AC-BE0D-455D-836B-92C337DE4D6D}" dt="2023-01-26T10:55:42.056" v="488" actId="14100"/>
          <ac:spMkLst>
            <pc:docMk/>
            <pc:sldMk cId="0" sldId="316"/>
            <ac:spMk id="2" creationId="{00000000-0000-0000-0000-000000000000}"/>
          </ac:spMkLst>
        </pc:spChg>
        <pc:spChg chg="del">
          <ac:chgData name="Thanh Nguyen" userId="c61a4279c1788c98" providerId="LiveId" clId="{A95755AC-BE0D-455D-836B-92C337DE4D6D}" dt="2023-01-26T10:51:46.704" v="450" actId="478"/>
          <ac:spMkLst>
            <pc:docMk/>
            <pc:sldMk cId="0" sldId="316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16"/>
            <ac:spMk id="4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014657522" sldId="316"/>
        </pc:sldMkLst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880528503" sldId="317"/>
        </pc:sldMkLst>
      </pc:sldChg>
      <pc:sldChg chg="mod ord modShow">
        <pc:chgData name="Thanh Nguyen" userId="c61a4279c1788c98" providerId="LiveId" clId="{A95755AC-BE0D-455D-836B-92C337DE4D6D}" dt="2023-01-26T05:30:22.192" v="330" actId="729"/>
        <pc:sldMkLst>
          <pc:docMk/>
          <pc:sldMk cId="668213252" sldId="318"/>
        </pc:sldMkLst>
      </pc:sldChg>
      <pc:sldChg chg="modSp add mod">
        <pc:chgData name="Thanh Nguyen" userId="c61a4279c1788c98" providerId="LiveId" clId="{A95755AC-BE0D-455D-836B-92C337DE4D6D}" dt="2023-01-26T04:38:49.427" v="76" actId="207"/>
        <pc:sldMkLst>
          <pc:docMk/>
          <pc:sldMk cId="3185829961" sldId="319"/>
        </pc:sldMkLst>
        <pc:spChg chg="mod">
          <ac:chgData name="Thanh Nguyen" userId="c61a4279c1788c98" providerId="LiveId" clId="{A95755AC-BE0D-455D-836B-92C337DE4D6D}" dt="2023-01-26T04:38:49.427" v="76" actId="207"/>
          <ac:spMkLst>
            <pc:docMk/>
            <pc:sldMk cId="3185829961" sldId="319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30:34.985" v="357" actId="20577"/>
        <pc:sldMkLst>
          <pc:docMk/>
          <pc:sldMk cId="2218820266" sldId="320"/>
        </pc:sldMkLst>
        <pc:spChg chg="mod">
          <ac:chgData name="Thanh Nguyen" userId="c61a4279c1788c98" providerId="LiveId" clId="{A95755AC-BE0D-455D-836B-92C337DE4D6D}" dt="2023-01-26T10:30:34.985" v="357" actId="20577"/>
          <ac:spMkLst>
            <pc:docMk/>
            <pc:sldMk cId="2218820266" sldId="32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0:55.924" v="142" actId="20577"/>
          <ac:spMkLst>
            <pc:docMk/>
            <pc:sldMk cId="2218820266" sldId="320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04:42:29.912" v="151" actId="207"/>
        <pc:sldMkLst>
          <pc:docMk/>
          <pc:sldMk cId="1471037018" sldId="321"/>
        </pc:sldMkLst>
        <pc:spChg chg="mod">
          <ac:chgData name="Thanh Nguyen" userId="c61a4279c1788c98" providerId="LiveId" clId="{A95755AC-BE0D-455D-836B-92C337DE4D6D}" dt="2023-01-26T04:42:29.912" v="151" actId="207"/>
          <ac:spMkLst>
            <pc:docMk/>
            <pc:sldMk cId="1471037018" sldId="321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5:58.864" v="492" actId="14100"/>
        <pc:sldMkLst>
          <pc:docMk/>
          <pc:sldMk cId="0" sldId="348"/>
        </pc:sldMkLst>
        <pc:spChg chg="mod">
          <ac:chgData name="Thanh Nguyen" userId="c61a4279c1788c98" providerId="LiveId" clId="{A95755AC-BE0D-455D-836B-92C337DE4D6D}" dt="2023-01-26T10:55:58.864" v="492" actId="14100"/>
          <ac:spMkLst>
            <pc:docMk/>
            <pc:sldMk cId="0" sldId="34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48"/>
            <ac:spMk id="4" creationId="{00000000-0000-0000-0000-000000000000}"/>
          </ac:spMkLst>
        </pc:spChg>
        <pc:picChg chg="mod">
          <ac:chgData name="Thanh Nguyen" userId="c61a4279c1788c98" providerId="LiveId" clId="{A95755AC-BE0D-455D-836B-92C337DE4D6D}" dt="2023-01-26T10:51:58.866" v="451" actId="14100"/>
          <ac:picMkLst>
            <pc:docMk/>
            <pc:sldMk cId="0" sldId="348"/>
            <ac:picMk id="5" creationId="{00000000-0000-0000-0000-000000000000}"/>
          </ac:picMkLst>
        </pc:picChg>
      </pc:sldChg>
      <pc:sldChg chg="modSp add mod">
        <pc:chgData name="Thanh Nguyen" userId="c61a4279c1788c98" providerId="LiveId" clId="{A95755AC-BE0D-455D-836B-92C337DE4D6D}" dt="2023-01-26T10:56:14.897" v="496" actId="14100"/>
        <pc:sldMkLst>
          <pc:docMk/>
          <pc:sldMk cId="0" sldId="349"/>
        </pc:sldMkLst>
        <pc:spChg chg="mod">
          <ac:chgData name="Thanh Nguyen" userId="c61a4279c1788c98" providerId="LiveId" clId="{A95755AC-BE0D-455D-836B-92C337DE4D6D}" dt="2023-01-26T10:56:14.897" v="496" actId="14100"/>
          <ac:spMkLst>
            <pc:docMk/>
            <pc:sldMk cId="0" sldId="349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3:35.855" v="286" actId="207"/>
          <ac:spMkLst>
            <pc:docMk/>
            <pc:sldMk cId="0" sldId="349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49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6:30.313" v="499" actId="14100"/>
        <pc:sldMkLst>
          <pc:docMk/>
          <pc:sldMk cId="0" sldId="351"/>
        </pc:sldMkLst>
        <pc:spChg chg="mod">
          <ac:chgData name="Thanh Nguyen" userId="c61a4279c1788c98" providerId="LiveId" clId="{A95755AC-BE0D-455D-836B-92C337DE4D6D}" dt="2023-01-26T10:56:30.313" v="499" actId="14100"/>
          <ac:spMkLst>
            <pc:docMk/>
            <pc:sldMk cId="0" sldId="351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4:57.406" v="302" actId="207"/>
          <ac:spMkLst>
            <pc:docMk/>
            <pc:sldMk cId="0" sldId="351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1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7:26.323" v="510" actId="403"/>
        <pc:sldMkLst>
          <pc:docMk/>
          <pc:sldMk cId="0" sldId="352"/>
        </pc:sldMkLst>
        <pc:spChg chg="mod">
          <ac:chgData name="Thanh Nguyen" userId="c61a4279c1788c98" providerId="LiveId" clId="{A95755AC-BE0D-455D-836B-92C337DE4D6D}" dt="2023-01-26T10:57:26.323" v="510" actId="403"/>
          <ac:spMkLst>
            <pc:docMk/>
            <pc:sldMk cId="0" sldId="352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30:01.987" v="328" actId="20577"/>
          <ac:spMkLst>
            <pc:docMk/>
            <pc:sldMk cId="0" sldId="352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2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6:53.395" v="503" actId="403"/>
        <pc:sldMkLst>
          <pc:docMk/>
          <pc:sldMk cId="0" sldId="353"/>
        </pc:sldMkLst>
        <pc:spChg chg="mod">
          <ac:chgData name="Thanh Nguyen" userId="c61a4279c1788c98" providerId="LiveId" clId="{A95755AC-BE0D-455D-836B-92C337DE4D6D}" dt="2023-01-26T10:56:53.395" v="503" actId="403"/>
          <ac:spMkLst>
            <pc:docMk/>
            <pc:sldMk cId="0" sldId="353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8:11.696" v="315" actId="1035"/>
          <ac:spMkLst>
            <pc:docMk/>
            <pc:sldMk cId="0" sldId="353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3"/>
            <ac:spMk id="4" creationId="{00000000-0000-0000-0000-000000000000}"/>
          </ac:spMkLst>
        </pc:spChg>
      </pc:sldChg>
      <pc:sldChg chg="delSp modSp add mod">
        <pc:chgData name="Thanh Nguyen" userId="c61a4279c1788c98" providerId="LiveId" clId="{A95755AC-BE0D-455D-836B-92C337DE4D6D}" dt="2023-01-26T10:55:26.951" v="484" actId="14100"/>
        <pc:sldMkLst>
          <pc:docMk/>
          <pc:sldMk cId="0" sldId="354"/>
        </pc:sldMkLst>
        <pc:spChg chg="mod">
          <ac:chgData name="Thanh Nguyen" userId="c61a4279c1788c98" providerId="LiveId" clId="{A95755AC-BE0D-455D-836B-92C337DE4D6D}" dt="2023-01-26T10:55:26.951" v="484" actId="14100"/>
          <ac:spMkLst>
            <pc:docMk/>
            <pc:sldMk cId="0" sldId="354"/>
            <ac:spMk id="2" creationId="{00000000-0000-0000-0000-000000000000}"/>
          </ac:spMkLst>
        </pc:spChg>
        <pc:spChg chg="del">
          <ac:chgData name="Thanh Nguyen" userId="c61a4279c1788c98" providerId="LiveId" clId="{A95755AC-BE0D-455D-836B-92C337DE4D6D}" dt="2023-01-26T10:51:32.312" v="448" actId="478"/>
          <ac:spMkLst>
            <pc:docMk/>
            <pc:sldMk cId="0" sldId="354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4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7:07.257" v="505" actId="14100"/>
        <pc:sldMkLst>
          <pc:docMk/>
          <pc:sldMk cId="0" sldId="355"/>
        </pc:sldMkLst>
        <pc:spChg chg="mod">
          <ac:chgData name="Thanh Nguyen" userId="c61a4279c1788c98" providerId="LiveId" clId="{A95755AC-BE0D-455D-836B-92C337DE4D6D}" dt="2023-01-26T10:57:07.257" v="505" actId="14100"/>
          <ac:spMkLst>
            <pc:docMk/>
            <pc:sldMk cId="0" sldId="355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7:38.884" v="312" actId="14100"/>
          <ac:spMkLst>
            <pc:docMk/>
            <pc:sldMk cId="0" sldId="355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5"/>
            <ac:spMk id="4" creationId="{00000000-0000-0000-0000-000000000000}"/>
          </ac:spMkLst>
        </pc:spChg>
      </pc:sldChg>
      <pc:sldChg chg="modSp add">
        <pc:chgData name="Thanh Nguyen" userId="c61a4279c1788c98" providerId="LiveId" clId="{A95755AC-BE0D-455D-836B-92C337DE4D6D}" dt="2023-01-26T10:57:48.180" v="516" actId="403"/>
        <pc:sldMkLst>
          <pc:docMk/>
          <pc:sldMk cId="0" sldId="358"/>
        </pc:sldMkLst>
        <pc:spChg chg="mod">
          <ac:chgData name="Thanh Nguyen" userId="c61a4279c1788c98" providerId="LiveId" clId="{A95755AC-BE0D-455D-836B-92C337DE4D6D}" dt="2023-01-26T10:57:48.180" v="516" actId="403"/>
          <ac:spMkLst>
            <pc:docMk/>
            <pc:sldMk cId="0" sldId="35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8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45:06.858" v="418" actId="12"/>
        <pc:sldMkLst>
          <pc:docMk/>
          <pc:sldMk cId="1643373164" sldId="359"/>
        </pc:sldMkLst>
        <pc:spChg chg="mod">
          <ac:chgData name="Thanh Nguyen" userId="c61a4279c1788c98" providerId="LiveId" clId="{A95755AC-BE0D-455D-836B-92C337DE4D6D}" dt="2023-01-26T10:41:18.098" v="399" actId="14100"/>
          <ac:spMkLst>
            <pc:docMk/>
            <pc:sldMk cId="1643373164" sldId="359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06.858" v="418" actId="12"/>
          <ac:spMkLst>
            <pc:docMk/>
            <pc:sldMk cId="1643373164" sldId="359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9:26.822" v="196"/>
          <ac:spMkLst>
            <pc:docMk/>
            <pc:sldMk cId="1643373164" sldId="359"/>
            <ac:spMk id="4" creationId="{00000000-0000-0000-0000-000000000000}"/>
          </ac:spMkLst>
        </pc:spChg>
        <pc:picChg chg="mod">
          <ac:chgData name="Thanh Nguyen" userId="c61a4279c1788c98" providerId="LiveId" clId="{A95755AC-BE0D-455D-836B-92C337DE4D6D}" dt="2023-01-26T10:36:57.047" v="387" actId="1036"/>
          <ac:picMkLst>
            <pc:docMk/>
            <pc:sldMk cId="1643373164" sldId="359"/>
            <ac:picMk id="5" creationId="{00000000-0000-0000-0000-000000000000}"/>
          </ac:picMkLst>
        </pc:picChg>
      </pc:sldChg>
      <pc:sldChg chg="modSp add mod">
        <pc:chgData name="Thanh Nguyen" userId="c61a4279c1788c98" providerId="LiveId" clId="{A95755AC-BE0D-455D-836B-92C337DE4D6D}" dt="2023-01-26T10:45:19.355" v="419" actId="12"/>
        <pc:sldMkLst>
          <pc:docMk/>
          <pc:sldMk cId="4132240441" sldId="360"/>
        </pc:sldMkLst>
        <pc:spChg chg="mod">
          <ac:chgData name="Thanh Nguyen" userId="c61a4279c1788c98" providerId="LiveId" clId="{A95755AC-BE0D-455D-836B-92C337DE4D6D}" dt="2023-01-26T10:41:37.935" v="401" actId="1037"/>
          <ac:spMkLst>
            <pc:docMk/>
            <pc:sldMk cId="4132240441" sldId="36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19.355" v="419" actId="12"/>
          <ac:spMkLst>
            <pc:docMk/>
            <pc:sldMk cId="4132240441" sldId="360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4132240441" sldId="360"/>
            <ac:spMk id="4" creationId="{00000000-0000-0000-0000-000000000000}"/>
          </ac:spMkLst>
        </pc:spChg>
      </pc:sldChg>
      <pc:sldChg chg="addSp delSp modSp add mod">
        <pc:chgData name="Thanh Nguyen" userId="c61a4279c1788c98" providerId="LiveId" clId="{A95755AC-BE0D-455D-836B-92C337DE4D6D}" dt="2023-01-26T10:45:30.087" v="420" actId="12"/>
        <pc:sldMkLst>
          <pc:docMk/>
          <pc:sldMk cId="3188492944" sldId="361"/>
        </pc:sldMkLst>
        <pc:spChg chg="del">
          <ac:chgData name="Thanh Nguyen" userId="c61a4279c1788c98" providerId="LiveId" clId="{A95755AC-BE0D-455D-836B-92C337DE4D6D}" dt="2023-01-26T10:41:58.345" v="402" actId="478"/>
          <ac:spMkLst>
            <pc:docMk/>
            <pc:sldMk cId="3188492944" sldId="361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30.087" v="420" actId="12"/>
          <ac:spMkLst>
            <pc:docMk/>
            <pc:sldMk cId="3188492944" sldId="361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3188492944" sldId="361"/>
            <ac:spMk id="4" creationId="{00000000-0000-0000-0000-000000000000}"/>
          </ac:spMkLst>
        </pc:spChg>
        <pc:spChg chg="add del mod">
          <ac:chgData name="Thanh Nguyen" userId="c61a4279c1788c98" providerId="LiveId" clId="{A95755AC-BE0D-455D-836B-92C337DE4D6D}" dt="2023-01-26T10:42:07.388" v="404" actId="478"/>
          <ac:spMkLst>
            <pc:docMk/>
            <pc:sldMk cId="3188492944" sldId="361"/>
            <ac:spMk id="6" creationId="{F260A5B8-996E-36DD-F6D9-260BA994459F}"/>
          </ac:spMkLst>
        </pc:spChg>
        <pc:spChg chg="add mod">
          <ac:chgData name="Thanh Nguyen" userId="c61a4279c1788c98" providerId="LiveId" clId="{A95755AC-BE0D-455D-836B-92C337DE4D6D}" dt="2023-01-26T10:42:01.206" v="403"/>
          <ac:spMkLst>
            <pc:docMk/>
            <pc:sldMk cId="3188492944" sldId="361"/>
            <ac:spMk id="7" creationId="{1F7A2B12-A341-0CC0-243E-C7043D0C938D}"/>
          </ac:spMkLst>
        </pc:spChg>
      </pc:sldChg>
      <pc:sldChg chg="addSp delSp modSp add mod">
        <pc:chgData name="Thanh Nguyen" userId="c61a4279c1788c98" providerId="LiveId" clId="{A95755AC-BE0D-455D-836B-92C337DE4D6D}" dt="2023-01-26T10:45:49.956" v="424" actId="12"/>
        <pc:sldMkLst>
          <pc:docMk/>
          <pc:sldMk cId="2214274498" sldId="362"/>
        </pc:sldMkLst>
        <pc:spChg chg="del">
          <ac:chgData name="Thanh Nguyen" userId="c61a4279c1788c98" providerId="LiveId" clId="{A95755AC-BE0D-455D-836B-92C337DE4D6D}" dt="2023-01-26T10:42:13.922" v="405" actId="478"/>
          <ac:spMkLst>
            <pc:docMk/>
            <pc:sldMk cId="2214274498" sldId="362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49.956" v="424" actId="12"/>
          <ac:spMkLst>
            <pc:docMk/>
            <pc:sldMk cId="2214274498" sldId="362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2214274498" sldId="362"/>
            <ac:spMk id="4" creationId="{00000000-0000-0000-0000-000000000000}"/>
          </ac:spMkLst>
        </pc:spChg>
        <pc:spChg chg="add del mod">
          <ac:chgData name="Thanh Nguyen" userId="c61a4279c1788c98" providerId="LiveId" clId="{A95755AC-BE0D-455D-836B-92C337DE4D6D}" dt="2023-01-26T10:42:23.040" v="406" actId="478"/>
          <ac:spMkLst>
            <pc:docMk/>
            <pc:sldMk cId="2214274498" sldId="362"/>
            <ac:spMk id="6" creationId="{8E42036F-EFE9-E3AA-A0EE-A5D3F3AF6057}"/>
          </ac:spMkLst>
        </pc:spChg>
        <pc:spChg chg="add mod">
          <ac:chgData name="Thanh Nguyen" userId="c61a4279c1788c98" providerId="LiveId" clId="{A95755AC-BE0D-455D-836B-92C337DE4D6D}" dt="2023-01-26T10:42:24.175" v="407"/>
          <ac:spMkLst>
            <pc:docMk/>
            <pc:sldMk cId="2214274498" sldId="362"/>
            <ac:spMk id="7" creationId="{F91F7562-A1E6-AE15-AFB1-8C4FACFF42E2}"/>
          </ac:spMkLst>
        </pc:spChg>
      </pc:sldChg>
      <pc:sldChg chg="modSp add mod">
        <pc:chgData name="Thanh Nguyen" userId="c61a4279c1788c98" providerId="LiveId" clId="{A95755AC-BE0D-455D-836B-92C337DE4D6D}" dt="2023-01-26T10:48:30.351" v="437" actId="20577"/>
        <pc:sldMkLst>
          <pc:docMk/>
          <pc:sldMk cId="4059528358" sldId="363"/>
        </pc:sldMkLst>
        <pc:spChg chg="mod">
          <ac:chgData name="Thanh Nguyen" userId="c61a4279c1788c98" providerId="LiveId" clId="{A95755AC-BE0D-455D-836B-92C337DE4D6D}" dt="2023-01-26T04:58:15.735" v="245" actId="404"/>
          <ac:spMkLst>
            <pc:docMk/>
            <pc:sldMk cId="4059528358" sldId="363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8:30.351" v="437" actId="20577"/>
          <ac:spMkLst>
            <pc:docMk/>
            <pc:sldMk cId="4059528358" sldId="363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4059528358" sldId="363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47:23.505" v="429" actId="12"/>
        <pc:sldMkLst>
          <pc:docMk/>
          <pc:sldMk cId="515027113" sldId="364"/>
        </pc:sldMkLst>
        <pc:spChg chg="mod">
          <ac:chgData name="Thanh Nguyen" userId="c61a4279c1788c98" providerId="LiveId" clId="{A95755AC-BE0D-455D-836B-92C337DE4D6D}" dt="2023-01-26T10:43:11.392" v="410" actId="14100"/>
          <ac:spMkLst>
            <pc:docMk/>
            <pc:sldMk cId="515027113" sldId="364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7:23.505" v="429" actId="12"/>
          <ac:spMkLst>
            <pc:docMk/>
            <pc:sldMk cId="515027113" sldId="364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01:32.317" v="269" actId="14100"/>
          <ac:spMkLst>
            <pc:docMk/>
            <pc:sldMk cId="515027113" sldId="364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2:44.034" v="456" actId="14100"/>
        <pc:sldMkLst>
          <pc:docMk/>
          <pc:sldMk cId="3146541153" sldId="365"/>
        </pc:sldMkLst>
        <pc:spChg chg="mod">
          <ac:chgData name="Thanh Nguyen" userId="c61a4279c1788c98" providerId="LiveId" clId="{A95755AC-BE0D-455D-836B-92C337DE4D6D}" dt="2023-01-26T10:52:44.034" v="456" actId="14100"/>
          <ac:spMkLst>
            <pc:docMk/>
            <pc:sldMk cId="3146541153" sldId="365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0:43.642" v="443" actId="12"/>
          <ac:spMkLst>
            <pc:docMk/>
            <pc:sldMk cId="3146541153" sldId="365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3146541153" sldId="365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34.130" v="276" actId="207"/>
          <ac:spMkLst>
            <pc:docMk/>
            <pc:sldMk cId="3146541153" sldId="365"/>
            <ac:spMk id="7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3:08.001" v="460" actId="14100"/>
        <pc:sldMkLst>
          <pc:docMk/>
          <pc:sldMk cId="1069414697" sldId="366"/>
        </pc:sldMkLst>
        <pc:spChg chg="mod">
          <ac:chgData name="Thanh Nguyen" userId="c61a4279c1788c98" providerId="LiveId" clId="{A95755AC-BE0D-455D-836B-92C337DE4D6D}" dt="2023-01-26T10:53:08.001" v="460" actId="14100"/>
          <ac:spMkLst>
            <pc:docMk/>
            <pc:sldMk cId="1069414697" sldId="366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0:56.674" v="444" actId="12"/>
          <ac:spMkLst>
            <pc:docMk/>
            <pc:sldMk cId="1069414697" sldId="366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1069414697" sldId="366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43.583" v="277" actId="207"/>
          <ac:spMkLst>
            <pc:docMk/>
            <pc:sldMk cId="1069414697" sldId="366"/>
            <ac:spMk id="6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3:43.209" v="465" actId="403"/>
        <pc:sldMkLst>
          <pc:docMk/>
          <pc:sldMk cId="1917276131" sldId="367"/>
        </pc:sldMkLst>
        <pc:spChg chg="mod">
          <ac:chgData name="Thanh Nguyen" userId="c61a4279c1788c98" providerId="LiveId" clId="{A95755AC-BE0D-455D-836B-92C337DE4D6D}" dt="2023-01-26T10:53:43.209" v="465" actId="403"/>
          <ac:spMkLst>
            <pc:docMk/>
            <pc:sldMk cId="1917276131" sldId="367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1:04.099" v="445" actId="12"/>
          <ac:spMkLst>
            <pc:docMk/>
            <pc:sldMk cId="1917276131" sldId="367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1917276131" sldId="367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4:01.195" v="469" actId="14100"/>
        <pc:sldMkLst>
          <pc:docMk/>
          <pc:sldMk cId="2208513169" sldId="368"/>
        </pc:sldMkLst>
        <pc:spChg chg="mod">
          <ac:chgData name="Thanh Nguyen" userId="c61a4279c1788c98" providerId="LiveId" clId="{A95755AC-BE0D-455D-836B-92C337DE4D6D}" dt="2023-01-26T10:54:01.195" v="469" actId="14100"/>
          <ac:spMkLst>
            <pc:docMk/>
            <pc:sldMk cId="2208513169" sldId="36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1:10.134" v="446" actId="12"/>
          <ac:spMkLst>
            <pc:docMk/>
            <pc:sldMk cId="2208513169" sldId="368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2208513169" sldId="368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49.760" v="278" actId="207"/>
          <ac:spMkLst>
            <pc:docMk/>
            <pc:sldMk cId="2208513169" sldId="368"/>
            <ac:spMk id="7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4:20.246" v="473" actId="403"/>
        <pc:sldMkLst>
          <pc:docMk/>
          <pc:sldMk cId="1285681636" sldId="369"/>
        </pc:sldMkLst>
        <pc:spChg chg="mod">
          <ac:chgData name="Thanh Nguyen" userId="c61a4279c1788c98" providerId="LiveId" clId="{A95755AC-BE0D-455D-836B-92C337DE4D6D}" dt="2023-01-26T10:54:20.246" v="473" actId="403"/>
          <ac:spMkLst>
            <pc:docMk/>
            <pc:sldMk cId="1285681636" sldId="369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1:15.528" v="447" actId="12"/>
          <ac:spMkLst>
            <pc:docMk/>
            <pc:sldMk cId="1285681636" sldId="369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1285681636" sldId="369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55.962" v="279" actId="207"/>
          <ac:spMkLst>
            <pc:docMk/>
            <pc:sldMk cId="1285681636" sldId="369"/>
            <ac:spMk id="7" creationId="{00000000-0000-0000-0000-000000000000}"/>
          </ac:spMkLst>
        </pc:spChg>
      </pc:sldChg>
      <pc:sldChg chg="modSp add">
        <pc:chgData name="Thanh Nguyen" userId="c61a4279c1788c98" providerId="LiveId" clId="{A95755AC-BE0D-455D-836B-92C337DE4D6D}" dt="2023-01-26T10:54:39.177" v="477" actId="403"/>
        <pc:sldMkLst>
          <pc:docMk/>
          <pc:sldMk cId="4100547314" sldId="370"/>
        </pc:sldMkLst>
        <pc:spChg chg="mod">
          <ac:chgData name="Thanh Nguyen" userId="c61a4279c1788c98" providerId="LiveId" clId="{A95755AC-BE0D-455D-836B-92C337DE4D6D}" dt="2023-01-26T10:54:39.177" v="477" actId="403"/>
          <ac:spMkLst>
            <pc:docMk/>
            <pc:sldMk cId="4100547314" sldId="37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4100547314" sldId="370"/>
            <ac:spMk id="4" creationId="{00000000-0000-0000-0000-000000000000}"/>
          </ac:spMkLst>
        </pc:spChg>
      </pc:sldChg>
      <pc:sldChg chg="modSp mod">
        <pc:chgData name="Thanh Nguyen" userId="c61a4279c1788c98" providerId="LiveId" clId="{A95755AC-BE0D-455D-836B-92C337DE4D6D}" dt="2023-01-26T10:31:08.283" v="370" actId="20577"/>
        <pc:sldMkLst>
          <pc:docMk/>
          <pc:sldMk cId="1830303342" sldId="374"/>
        </pc:sldMkLst>
        <pc:spChg chg="mod">
          <ac:chgData name="Thanh Nguyen" userId="c61a4279c1788c98" providerId="LiveId" clId="{A95755AC-BE0D-455D-836B-92C337DE4D6D}" dt="2023-01-26T10:31:08.283" v="370" actId="20577"/>
          <ac:spMkLst>
            <pc:docMk/>
            <pc:sldMk cId="1830303342" sldId="374"/>
            <ac:spMk id="2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04:45:45.137" v="176" actId="14100"/>
        <pc:sldMkLst>
          <pc:docMk/>
          <pc:sldMk cId="758957271" sldId="375"/>
        </pc:sldMkLst>
        <pc:spChg chg="mod">
          <ac:chgData name="Thanh Nguyen" userId="c61a4279c1788c98" providerId="LiveId" clId="{A95755AC-BE0D-455D-836B-92C337DE4D6D}" dt="2023-01-26T04:45:45.137" v="176" actId="14100"/>
          <ac:spMkLst>
            <pc:docMk/>
            <pc:sldMk cId="758957271" sldId="375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5:20.094" v="160"/>
          <ac:spMkLst>
            <pc:docMk/>
            <pc:sldMk cId="758957271" sldId="375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32:43.982" v="374" actId="403"/>
        <pc:sldMkLst>
          <pc:docMk/>
          <pc:sldMk cId="0" sldId="376"/>
        </pc:sldMkLst>
        <pc:spChg chg="mod">
          <ac:chgData name="Thanh Nguyen" userId="c61a4279c1788c98" providerId="LiveId" clId="{A95755AC-BE0D-455D-836B-92C337DE4D6D}" dt="2023-01-26T10:32:43.982" v="374" actId="403"/>
          <ac:spMkLst>
            <pc:docMk/>
            <pc:sldMk cId="0" sldId="376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9:26.822" v="196"/>
          <ac:spMkLst>
            <pc:docMk/>
            <pc:sldMk cId="0" sldId="376"/>
            <ac:spMk id="4" creationId="{00000000-0000-0000-0000-000000000000}"/>
          </ac:spMkLst>
        </pc:spChg>
        <pc:graphicFrameChg chg="mod modGraphic">
          <ac:chgData name="Thanh Nguyen" userId="c61a4279c1788c98" providerId="LiveId" clId="{A95755AC-BE0D-455D-836B-92C337DE4D6D}" dt="2023-01-26T04:50:12.156" v="200" actId="1076"/>
          <ac:graphicFrameMkLst>
            <pc:docMk/>
            <pc:sldMk cId="0" sldId="376"/>
            <ac:graphicFrameMk id="5" creationId="{00000000-0000-0000-0000-000000000000}"/>
          </ac:graphicFrameMkLst>
        </pc:graphicFrameChg>
      </pc:sldChg>
      <pc:sldChg chg="modSp add mod">
        <pc:chgData name="Thanh Nguyen" userId="c61a4279c1788c98" providerId="LiveId" clId="{A95755AC-BE0D-455D-836B-92C337DE4D6D}" dt="2023-01-26T10:33:33.045" v="379" actId="1035"/>
        <pc:sldMkLst>
          <pc:docMk/>
          <pc:sldMk cId="0" sldId="377"/>
        </pc:sldMkLst>
        <pc:spChg chg="mod">
          <ac:chgData name="Thanh Nguyen" userId="c61a4279c1788c98" providerId="LiveId" clId="{A95755AC-BE0D-455D-836B-92C337DE4D6D}" dt="2023-01-26T10:33:33.045" v="379" actId="1035"/>
          <ac:spMkLst>
            <pc:docMk/>
            <pc:sldMk cId="0" sldId="377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9:26.822" v="196"/>
          <ac:spMkLst>
            <pc:docMk/>
            <pc:sldMk cId="0" sldId="377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0:26.441" v="442" actId="255"/>
        <pc:sldMkLst>
          <pc:docMk/>
          <pc:sldMk cId="2043795212" sldId="378"/>
        </pc:sldMkLst>
        <pc:spChg chg="mod">
          <ac:chgData name="Thanh Nguyen" userId="c61a4279c1788c98" providerId="LiveId" clId="{A95755AC-BE0D-455D-836B-92C337DE4D6D}" dt="2023-01-26T10:43:36.553" v="412" actId="14100"/>
          <ac:spMkLst>
            <pc:docMk/>
            <pc:sldMk cId="2043795212" sldId="37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0:26.441" v="442" actId="255"/>
          <ac:spMkLst>
            <pc:docMk/>
            <pc:sldMk cId="2043795212" sldId="378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2043795212" sldId="378"/>
            <ac:spMk id="4" creationId="{00000000-0000-0000-0000-000000000000}"/>
          </ac:spMkLst>
        </pc:spChg>
      </pc:sldChg>
      <pc:sldChg chg="add">
        <pc:chgData name="Thanh Nguyen" userId="c61a4279c1788c98" providerId="LiveId" clId="{A95755AC-BE0D-455D-836B-92C337DE4D6D}" dt="2023-01-26T10:25:59.214" v="332"/>
        <pc:sldMkLst>
          <pc:docMk/>
          <pc:sldMk cId="1962613093" sldId="379"/>
        </pc:sldMkLst>
      </pc:sldChg>
    </pc:docChg>
  </pc:docChgLst>
  <pc:docChgLst>
    <pc:chgData name="Thanh Nguyen" userId="c61a4279c1788c98" providerId="LiveId" clId="{3D1C71BD-AACE-4AEE-B5D0-79DB83ED9857}"/>
    <pc:docChg chg="modSld modNotesMaster modHandout">
      <pc:chgData name="Thanh Nguyen" userId="c61a4279c1788c98" providerId="LiveId" clId="{3D1C71BD-AACE-4AEE-B5D0-79DB83ED9857}" dt="2023-02-23T00:20:13.212" v="2" actId="20577"/>
      <pc:docMkLst>
        <pc:docMk/>
      </pc:docMkLst>
      <pc:sldChg chg="modSp mod">
        <pc:chgData name="Thanh Nguyen" userId="c61a4279c1788c98" providerId="LiveId" clId="{3D1C71BD-AACE-4AEE-B5D0-79DB83ED9857}" dt="2023-02-23T00:20:13.212" v="2" actId="20577"/>
        <pc:sldMkLst>
          <pc:docMk/>
          <pc:sldMk cId="0" sldId="256"/>
        </pc:sldMkLst>
        <pc:spChg chg="mod">
          <ac:chgData name="Thanh Nguyen" userId="c61a4279c1788c98" providerId="LiveId" clId="{3D1C71BD-AACE-4AEE-B5D0-79DB83ED9857}" dt="2023-02-23T00:20:13.212" v="2" actId="20577"/>
          <ac:spMkLst>
            <pc:docMk/>
            <pc:sldMk cId="0" sldId="256"/>
            <ac:spMk id="13" creationId="{53790325-B58E-4728-B24E-554BE1BF63C8}"/>
          </ac:spMkLst>
        </pc:spChg>
      </pc:sldChg>
    </pc:docChg>
  </pc:docChgLst>
  <pc:docChgLst>
    <pc:chgData name="Thanh Nguyen" userId="c61a4279c1788c98" providerId="LiveId" clId="{BC31FEDF-53C9-4212-BF3E-229B77C17DC6}"/>
    <pc:docChg chg="undo custSel addSld delSld modSld sldOrd modMainMaster">
      <pc:chgData name="Thanh Nguyen" userId="c61a4279c1788c98" providerId="LiveId" clId="{BC31FEDF-53C9-4212-BF3E-229B77C17DC6}" dt="2023-01-26T04:28:47.274" v="696" actId="20577"/>
      <pc:docMkLst>
        <pc:docMk/>
      </pc:docMkLst>
      <pc:sldChg chg="delSp modSp mod">
        <pc:chgData name="Thanh Nguyen" userId="c61a4279c1788c98" providerId="LiveId" clId="{BC31FEDF-53C9-4212-BF3E-229B77C17DC6}" dt="2023-01-26T02:42:07.898" v="348" actId="20577"/>
        <pc:sldMkLst>
          <pc:docMk/>
          <pc:sldMk cId="0" sldId="256"/>
        </pc:sldMkLst>
        <pc:spChg chg="del">
          <ac:chgData name="Thanh Nguyen" userId="c61a4279c1788c98" providerId="LiveId" clId="{BC31FEDF-53C9-4212-BF3E-229B77C17DC6}" dt="2023-01-26T02:33:34.888" v="282" actId="478"/>
          <ac:spMkLst>
            <pc:docMk/>
            <pc:sldMk cId="0" sldId="256"/>
            <ac:spMk id="10" creationId="{8393CB39-6597-4707-A01B-E37DA55F759D}"/>
          </ac:spMkLst>
        </pc:spChg>
        <pc:spChg chg="mod">
          <ac:chgData name="Thanh Nguyen" userId="c61a4279c1788c98" providerId="LiveId" clId="{BC31FEDF-53C9-4212-BF3E-229B77C17DC6}" dt="2023-01-26T02:42:07.898" v="348" actId="20577"/>
          <ac:spMkLst>
            <pc:docMk/>
            <pc:sldMk cId="0" sldId="256"/>
            <ac:spMk id="13" creationId="{53790325-B58E-4728-B24E-554BE1BF63C8}"/>
          </ac:spMkLst>
        </pc:spChg>
        <pc:spChg chg="mod">
          <ac:chgData name="Thanh Nguyen" userId="c61a4279c1788c98" providerId="LiveId" clId="{BC31FEDF-53C9-4212-BF3E-229B77C17DC6}" dt="2023-01-26T02:36:06.356" v="314" actId="20577"/>
          <ac:spMkLst>
            <pc:docMk/>
            <pc:sldMk cId="0" sldId="256"/>
            <ac:spMk id="14" creationId="{A353FA91-F528-4ED2-A28C-F09225294E26}"/>
          </ac:spMkLst>
        </pc:spChg>
      </pc:sldChg>
      <pc:sldChg chg="delSp modSp mod addAnim delAnim modAnim">
        <pc:chgData name="Thanh Nguyen" userId="c61a4279c1788c98" providerId="LiveId" clId="{BC31FEDF-53C9-4212-BF3E-229B77C17DC6}" dt="2023-01-26T02:33:37.971" v="283" actId="478"/>
        <pc:sldMkLst>
          <pc:docMk/>
          <pc:sldMk cId="0" sldId="257"/>
        </pc:sldMkLst>
        <pc:spChg chg="mod">
          <ac:chgData name="Thanh Nguyen" userId="c61a4279c1788c98" providerId="LiveId" clId="{BC31FEDF-53C9-4212-BF3E-229B77C17DC6}" dt="2023-01-26T02:30:21.235" v="20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Thanh Nguyen" userId="c61a4279c1788c98" providerId="LiveId" clId="{BC31FEDF-53C9-4212-BF3E-229B77C17DC6}" dt="2023-01-26T02:27:02.648" v="19" actId="20577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Thanh Nguyen" userId="c61a4279c1788c98" providerId="LiveId" clId="{BC31FEDF-53C9-4212-BF3E-229B77C17DC6}" dt="2023-01-26T02:33:37.971" v="283" actId="478"/>
          <ac:spMkLst>
            <pc:docMk/>
            <pc:sldMk cId="0" sldId="257"/>
            <ac:spMk id="6" creationId="{C0BF6B80-D72A-26A6-B2B0-D69A2F6F6CD0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0" sldId="258"/>
        </pc:sldMkLst>
      </pc:sldChg>
      <pc:sldChg chg="delSp modSp mod modAnim">
        <pc:chgData name="Thanh Nguyen" userId="c61a4279c1788c98" providerId="LiveId" clId="{BC31FEDF-53C9-4212-BF3E-229B77C17DC6}" dt="2023-01-26T04:28:47.274" v="696" actId="20577"/>
        <pc:sldMkLst>
          <pc:docMk/>
          <pc:sldMk cId="429276294" sldId="263"/>
        </pc:sldMkLst>
        <pc:spChg chg="mod">
          <ac:chgData name="Thanh Nguyen" userId="c61a4279c1788c98" providerId="LiveId" clId="{BC31FEDF-53C9-4212-BF3E-229B77C17DC6}" dt="2023-01-26T04:28:47.274" v="696" actId="20577"/>
          <ac:spMkLst>
            <pc:docMk/>
            <pc:sldMk cId="429276294" sldId="263"/>
            <ac:spMk id="2" creationId="{00000000-0000-0000-0000-000000000000}"/>
          </ac:spMkLst>
        </pc:spChg>
        <pc:spChg chg="del">
          <ac:chgData name="Thanh Nguyen" userId="c61a4279c1788c98" providerId="LiveId" clId="{BC31FEDF-53C9-4212-BF3E-229B77C17DC6}" dt="2023-01-26T02:33:55.406" v="289" actId="478"/>
          <ac:spMkLst>
            <pc:docMk/>
            <pc:sldMk cId="429276294" sldId="263"/>
            <ac:spMk id="7" creationId="{5DFEBD0B-9FC9-D012-F4BE-1C6F2261D426}"/>
          </ac:spMkLst>
        </pc:spChg>
        <pc:spChg chg="mod">
          <ac:chgData name="Thanh Nguyen" userId="c61a4279c1788c98" providerId="LiveId" clId="{BC31FEDF-53C9-4212-BF3E-229B77C17DC6}" dt="2023-01-26T04:25:41.079" v="646" actId="20577"/>
          <ac:spMkLst>
            <pc:docMk/>
            <pc:sldMk cId="429276294" sldId="263"/>
            <ac:spMk id="8" creationId="{89265F64-D9A5-49CB-AAB0-26A48ABDC13B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087816203" sldId="264"/>
        </pc:sldMkLst>
      </pc:sldChg>
      <pc:sldChg chg="delSp modSp mod">
        <pc:chgData name="Thanh Nguyen" userId="c61a4279c1788c98" providerId="LiveId" clId="{BC31FEDF-53C9-4212-BF3E-229B77C17DC6}" dt="2023-01-26T04:09:41.262" v="373" actId="403"/>
        <pc:sldMkLst>
          <pc:docMk/>
          <pc:sldMk cId="1384187814" sldId="267"/>
        </pc:sldMkLst>
        <pc:spChg chg="mod">
          <ac:chgData name="Thanh Nguyen" userId="c61a4279c1788c98" providerId="LiveId" clId="{BC31FEDF-53C9-4212-BF3E-229B77C17DC6}" dt="2023-01-26T04:08:38.574" v="349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09:41.262" v="373" actId="403"/>
          <ac:spMkLst>
            <pc:docMk/>
            <pc:sldMk cId="1384187814" sldId="267"/>
            <ac:spMk id="3" creationId="{00000000-0000-0000-0000-000000000000}"/>
          </ac:spMkLst>
        </pc:spChg>
        <pc:spChg chg="del">
          <ac:chgData name="Thanh Nguyen" userId="c61a4279c1788c98" providerId="LiveId" clId="{BC31FEDF-53C9-4212-BF3E-229B77C17DC6}" dt="2023-01-26T02:33:43.015" v="285" actId="478"/>
          <ac:spMkLst>
            <pc:docMk/>
            <pc:sldMk cId="1384187814" sldId="267"/>
            <ac:spMk id="5" creationId="{C206792D-69DD-80D7-D84F-5E291F0A8F89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00284186" sldId="29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054597614" sldId="29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229650231" sldId="29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00684410" sldId="30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88461917" sldId="30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27811506" sldId="305"/>
        </pc:sldMkLst>
      </pc:sldChg>
      <pc:sldChg chg="delSp modSp mod modAnim">
        <pc:chgData name="Thanh Nguyen" userId="c61a4279c1788c98" providerId="LiveId" clId="{BC31FEDF-53C9-4212-BF3E-229B77C17DC6}" dt="2023-01-26T02:33:40.534" v="284" actId="478"/>
        <pc:sldMkLst>
          <pc:docMk/>
          <pc:sldMk cId="3887256078" sldId="306"/>
        </pc:sldMkLst>
        <pc:spChg chg="mod">
          <ac:chgData name="Thanh Nguyen" userId="c61a4279c1788c98" providerId="LiveId" clId="{BC31FEDF-53C9-4212-BF3E-229B77C17DC6}" dt="2023-01-26T02:31:17.442" v="278" actId="20577"/>
          <ac:spMkLst>
            <pc:docMk/>
            <pc:sldMk cId="3887256078" sldId="306"/>
            <ac:spMk id="3" creationId="{00000000-0000-0000-0000-000000000000}"/>
          </ac:spMkLst>
        </pc:spChg>
        <pc:spChg chg="mod">
          <ac:chgData name="Thanh Nguyen" userId="c61a4279c1788c98" providerId="LiveId" clId="{BC31FEDF-53C9-4212-BF3E-229B77C17DC6}" dt="2023-01-26T02:31:34.407" v="279"/>
          <ac:spMkLst>
            <pc:docMk/>
            <pc:sldMk cId="3887256078" sldId="306"/>
            <ac:spMk id="5" creationId="{00000000-0000-0000-0000-000000000000}"/>
          </ac:spMkLst>
        </pc:spChg>
        <pc:spChg chg="del">
          <ac:chgData name="Thanh Nguyen" userId="c61a4279c1788c98" providerId="LiveId" clId="{BC31FEDF-53C9-4212-BF3E-229B77C17DC6}" dt="2023-01-26T02:33:40.534" v="284" actId="478"/>
          <ac:spMkLst>
            <pc:docMk/>
            <pc:sldMk cId="3887256078" sldId="306"/>
            <ac:spMk id="6" creationId="{C0BF6B80-D72A-26A6-B2B0-D69A2F6F6CD0}"/>
          </ac:spMkLst>
        </pc:spChg>
      </pc:sldChg>
      <pc:sldChg chg="delSp del mod">
        <pc:chgData name="Thanh Nguyen" userId="c61a4279c1788c98" providerId="LiveId" clId="{BC31FEDF-53C9-4212-BF3E-229B77C17DC6}" dt="2023-01-26T04:09:54.041" v="374" actId="2696"/>
        <pc:sldMkLst>
          <pc:docMk/>
          <pc:sldMk cId="225097260" sldId="307"/>
        </pc:sldMkLst>
        <pc:spChg chg="del">
          <ac:chgData name="Thanh Nguyen" userId="c61a4279c1788c98" providerId="LiveId" clId="{BC31FEDF-53C9-4212-BF3E-229B77C17DC6}" dt="2023-01-26T02:33:46.489" v="286" actId="478"/>
          <ac:spMkLst>
            <pc:docMk/>
            <pc:sldMk cId="225097260" sldId="307"/>
            <ac:spMk id="5" creationId="{C206792D-69DD-80D7-D84F-5E291F0A8F89}"/>
          </ac:spMkLst>
        </pc:spChg>
      </pc:sldChg>
      <pc:sldChg chg="delSp del mod">
        <pc:chgData name="Thanh Nguyen" userId="c61a4279c1788c98" providerId="LiveId" clId="{BC31FEDF-53C9-4212-BF3E-229B77C17DC6}" dt="2023-01-26T04:09:56.171" v="375" actId="2696"/>
        <pc:sldMkLst>
          <pc:docMk/>
          <pc:sldMk cId="1251429579" sldId="308"/>
        </pc:sldMkLst>
        <pc:spChg chg="del">
          <ac:chgData name="Thanh Nguyen" userId="c61a4279c1788c98" providerId="LiveId" clId="{BC31FEDF-53C9-4212-BF3E-229B77C17DC6}" dt="2023-01-26T02:33:49.819" v="287" actId="478"/>
          <ac:spMkLst>
            <pc:docMk/>
            <pc:sldMk cId="1251429579" sldId="308"/>
            <ac:spMk id="5" creationId="{C206792D-69DD-80D7-D84F-5E291F0A8F89}"/>
          </ac:spMkLst>
        </pc:spChg>
      </pc:sldChg>
      <pc:sldChg chg="delSp del mod">
        <pc:chgData name="Thanh Nguyen" userId="c61a4279c1788c98" providerId="LiveId" clId="{BC31FEDF-53C9-4212-BF3E-229B77C17DC6}" dt="2023-01-26T04:25:06.759" v="635" actId="2696"/>
        <pc:sldMkLst>
          <pc:docMk/>
          <pc:sldMk cId="3009149985" sldId="310"/>
        </pc:sldMkLst>
        <pc:spChg chg="del">
          <ac:chgData name="Thanh Nguyen" userId="c61a4279c1788c98" providerId="LiveId" clId="{BC31FEDF-53C9-4212-BF3E-229B77C17DC6}" dt="2023-01-26T02:33:52.665" v="288" actId="478"/>
          <ac:spMkLst>
            <pc:docMk/>
            <pc:sldMk cId="3009149985" sldId="310"/>
            <ac:spMk id="5" creationId="{C206792D-69DD-80D7-D84F-5E291F0A8F89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436113224" sldId="311"/>
        </pc:sldMkLst>
      </pc:sldChg>
      <pc:sldChg chg="modSp add mod">
        <pc:chgData name="Thanh Nguyen" userId="c61a4279c1788c98" providerId="LiveId" clId="{BC31FEDF-53C9-4212-BF3E-229B77C17DC6}" dt="2023-01-26T04:15:15.247" v="529" actId="255"/>
        <pc:sldMkLst>
          <pc:docMk/>
          <pc:sldMk cId="2444241323" sldId="311"/>
        </pc:sldMkLst>
        <pc:spChg chg="mod">
          <ac:chgData name="Thanh Nguyen" userId="c61a4279c1788c98" providerId="LiveId" clId="{BC31FEDF-53C9-4212-BF3E-229B77C17DC6}" dt="2023-01-26T04:15:15.247" v="529" actId="255"/>
          <ac:spMkLst>
            <pc:docMk/>
            <pc:sldMk cId="2444241323" sldId="311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1:50.419" v="413" actId="20577"/>
          <ac:spMkLst>
            <pc:docMk/>
            <pc:sldMk cId="2444241323" sldId="311"/>
            <ac:spMk id="3" creationId="{00000000-0000-0000-0000-000000000000}"/>
          </ac:spMkLst>
        </pc:spChg>
      </pc:sldChg>
      <pc:sldChg chg="new del">
        <pc:chgData name="Thanh Nguyen" userId="c61a4279c1788c98" providerId="LiveId" clId="{BC31FEDF-53C9-4212-BF3E-229B77C17DC6}" dt="2023-01-26T02:34:54.540" v="294" actId="680"/>
        <pc:sldMkLst>
          <pc:docMk/>
          <pc:sldMk cId="4176872973" sldId="31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551898818" sldId="312"/>
        </pc:sldMkLst>
      </pc:sldChg>
      <pc:sldChg chg="modSp add mod">
        <pc:chgData name="Thanh Nguyen" userId="c61a4279c1788c98" providerId="LiveId" clId="{BC31FEDF-53C9-4212-BF3E-229B77C17DC6}" dt="2023-01-26T04:15:29.452" v="530" actId="255"/>
        <pc:sldMkLst>
          <pc:docMk/>
          <pc:sldMk cId="2262845207" sldId="312"/>
        </pc:sldMkLst>
        <pc:spChg chg="mod">
          <ac:chgData name="Thanh Nguyen" userId="c61a4279c1788c98" providerId="LiveId" clId="{BC31FEDF-53C9-4212-BF3E-229B77C17DC6}" dt="2023-01-26T04:15:29.452" v="530" actId="255"/>
          <ac:spMkLst>
            <pc:docMk/>
            <pc:sldMk cId="2262845207" sldId="312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4:22.807" v="526" actId="20577"/>
          <ac:spMkLst>
            <pc:docMk/>
            <pc:sldMk cId="2262845207" sldId="312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BC31FEDF-53C9-4212-BF3E-229B77C17DC6}" dt="2023-01-26T04:16:46.614" v="544" actId="15"/>
        <pc:sldMkLst>
          <pc:docMk/>
          <pc:sldMk cId="3035834622" sldId="313"/>
        </pc:sldMkLst>
        <pc:spChg chg="mod">
          <ac:chgData name="Thanh Nguyen" userId="c61a4279c1788c98" providerId="LiveId" clId="{BC31FEDF-53C9-4212-BF3E-229B77C17DC6}" dt="2023-01-26T04:16:09.454" v="532"/>
          <ac:spMkLst>
            <pc:docMk/>
            <pc:sldMk cId="3035834622" sldId="313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6:46.614" v="544" actId="15"/>
          <ac:spMkLst>
            <pc:docMk/>
            <pc:sldMk cId="3035834622" sldId="313"/>
            <ac:spMk id="3" creationId="{00000000-0000-0000-0000-000000000000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715053001" sldId="313"/>
        </pc:sldMkLst>
      </pc:sldChg>
      <pc:sldChg chg="addSp modSp add mod">
        <pc:chgData name="Thanh Nguyen" userId="c61a4279c1788c98" providerId="LiveId" clId="{BC31FEDF-53C9-4212-BF3E-229B77C17DC6}" dt="2023-01-26T04:19:57.594" v="578" actId="20577"/>
        <pc:sldMkLst>
          <pc:docMk/>
          <pc:sldMk cId="3297553140" sldId="314"/>
        </pc:sldMkLst>
        <pc:spChg chg="mod">
          <ac:chgData name="Thanh Nguyen" userId="c61a4279c1788c98" providerId="LiveId" clId="{BC31FEDF-53C9-4212-BF3E-229B77C17DC6}" dt="2023-01-26T04:17:20.209" v="546"/>
          <ac:spMkLst>
            <pc:docMk/>
            <pc:sldMk cId="3297553140" sldId="314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9:57.594" v="578" actId="20577"/>
          <ac:spMkLst>
            <pc:docMk/>
            <pc:sldMk cId="3297553140" sldId="314"/>
            <ac:spMk id="3" creationId="{00000000-0000-0000-0000-000000000000}"/>
          </ac:spMkLst>
        </pc:spChg>
        <pc:spChg chg="add mod">
          <ac:chgData name="Thanh Nguyen" userId="c61a4279c1788c98" providerId="LiveId" clId="{BC31FEDF-53C9-4212-BF3E-229B77C17DC6}" dt="2023-01-26T04:18:37.806" v="574" actId="15"/>
          <ac:spMkLst>
            <pc:docMk/>
            <pc:sldMk cId="3297553140" sldId="314"/>
            <ac:spMk id="5" creationId="{9AB75155-F515-9D80-9EA4-08E05253D4D6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105975231" sldId="315"/>
        </pc:sldMkLst>
      </pc:sldChg>
      <pc:sldChg chg="modSp add mod ord">
        <pc:chgData name="Thanh Nguyen" userId="c61a4279c1788c98" providerId="LiveId" clId="{BC31FEDF-53C9-4212-BF3E-229B77C17DC6}" dt="2023-01-26T04:24:40.359" v="634" actId="15"/>
        <pc:sldMkLst>
          <pc:docMk/>
          <pc:sldMk cId="1197620728" sldId="315"/>
        </pc:sldMkLst>
        <pc:spChg chg="mod">
          <ac:chgData name="Thanh Nguyen" userId="c61a4279c1788c98" providerId="LiveId" clId="{BC31FEDF-53C9-4212-BF3E-229B77C17DC6}" dt="2023-01-26T04:24:14.167" v="628" actId="403"/>
          <ac:spMkLst>
            <pc:docMk/>
            <pc:sldMk cId="1197620728" sldId="315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4:40.359" v="634" actId="15"/>
          <ac:spMkLst>
            <pc:docMk/>
            <pc:sldMk cId="1197620728" sldId="315"/>
            <ac:spMk id="3" creationId="{00000000-0000-0000-0000-000000000000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655598868" sldId="316"/>
        </pc:sldMkLst>
      </pc:sldChg>
      <pc:sldChg chg="addSp delSp modSp add mod">
        <pc:chgData name="Thanh Nguyen" userId="c61a4279c1788c98" providerId="LiveId" clId="{BC31FEDF-53C9-4212-BF3E-229B77C17DC6}" dt="2023-01-26T04:23:45.037" v="617" actId="27636"/>
        <pc:sldMkLst>
          <pc:docMk/>
          <pc:sldMk cId="3014657522" sldId="316"/>
        </pc:sldMkLst>
        <pc:spChg chg="del">
          <ac:chgData name="Thanh Nguyen" userId="c61a4279c1788c98" providerId="LiveId" clId="{BC31FEDF-53C9-4212-BF3E-229B77C17DC6}" dt="2023-01-26T04:22:17.369" v="594" actId="478"/>
          <ac:spMkLst>
            <pc:docMk/>
            <pc:sldMk cId="3014657522" sldId="316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2:58.893" v="605" actId="404"/>
          <ac:spMkLst>
            <pc:docMk/>
            <pc:sldMk cId="3014657522" sldId="316"/>
            <ac:spMk id="3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3:45.037" v="617" actId="27636"/>
          <ac:spMkLst>
            <pc:docMk/>
            <pc:sldMk cId="3014657522" sldId="316"/>
            <ac:spMk id="5" creationId="{9AB75155-F515-9D80-9EA4-08E05253D4D6}"/>
          </ac:spMkLst>
        </pc:spChg>
        <pc:spChg chg="add del mod">
          <ac:chgData name="Thanh Nguyen" userId="c61a4279c1788c98" providerId="LiveId" clId="{BC31FEDF-53C9-4212-BF3E-229B77C17DC6}" dt="2023-01-26T04:22:21.508" v="597"/>
          <ac:spMkLst>
            <pc:docMk/>
            <pc:sldMk cId="3014657522" sldId="316"/>
            <ac:spMk id="6" creationId="{5DD7882F-350A-ED1F-F10F-D2E6F82294B1}"/>
          </ac:spMkLst>
        </pc:spChg>
        <pc:spChg chg="add mod">
          <ac:chgData name="Thanh Nguyen" userId="c61a4279c1788c98" providerId="LiveId" clId="{BC31FEDF-53C9-4212-BF3E-229B77C17DC6}" dt="2023-01-26T04:22:32.470" v="601" actId="1037"/>
          <ac:spMkLst>
            <pc:docMk/>
            <pc:sldMk cId="3014657522" sldId="316"/>
            <ac:spMk id="7" creationId="{42AFDF38-D581-8CFD-D89C-82B285FF1FBF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20969724" sldId="317"/>
        </pc:sldMkLst>
      </pc:sldChg>
      <pc:sldChg chg="modSp add mod modAnim">
        <pc:chgData name="Thanh Nguyen" userId="c61a4279c1788c98" providerId="LiveId" clId="{BC31FEDF-53C9-4212-BF3E-229B77C17DC6}" dt="2023-01-26T04:27:33.529" v="677" actId="313"/>
        <pc:sldMkLst>
          <pc:docMk/>
          <pc:sldMk cId="3880528503" sldId="317"/>
        </pc:sldMkLst>
        <pc:spChg chg="mod">
          <ac:chgData name="Thanh Nguyen" userId="c61a4279c1788c98" providerId="LiveId" clId="{BC31FEDF-53C9-4212-BF3E-229B77C17DC6}" dt="2023-01-26T04:27:15.680" v="676" actId="20577"/>
          <ac:spMkLst>
            <pc:docMk/>
            <pc:sldMk cId="3880528503" sldId="317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7:33.529" v="677" actId="313"/>
          <ac:spMkLst>
            <pc:docMk/>
            <pc:sldMk cId="3880528503" sldId="317"/>
            <ac:spMk id="8" creationId="{89265F64-D9A5-49CB-AAB0-26A48ABDC13B}"/>
          </ac:spMkLst>
        </pc:spChg>
      </pc:sldChg>
      <pc:sldChg chg="modSp add mod modAnim">
        <pc:chgData name="Thanh Nguyen" userId="c61a4279c1788c98" providerId="LiveId" clId="{BC31FEDF-53C9-4212-BF3E-229B77C17DC6}" dt="2023-01-26T04:28:18.945" v="680" actId="20577"/>
        <pc:sldMkLst>
          <pc:docMk/>
          <pc:sldMk cId="668213252" sldId="318"/>
        </pc:sldMkLst>
        <pc:spChg chg="mod">
          <ac:chgData name="Thanh Nguyen" userId="c61a4279c1788c98" providerId="LiveId" clId="{BC31FEDF-53C9-4212-BF3E-229B77C17DC6}" dt="2023-01-26T04:28:18.945" v="680" actId="20577"/>
          <ac:spMkLst>
            <pc:docMk/>
            <pc:sldMk cId="668213252" sldId="318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6:42.048" v="653" actId="21"/>
          <ac:spMkLst>
            <pc:docMk/>
            <pc:sldMk cId="668213252" sldId="318"/>
            <ac:spMk id="8" creationId="{89265F64-D9A5-49CB-AAB0-26A48ABDC13B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4238968016" sldId="31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875367198" sldId="31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404306659" sldId="32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672463977" sldId="32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30984575" sldId="32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245499410" sldId="32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553347847" sldId="32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535144643" sldId="32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16760387" sldId="32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69590013" sldId="32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934474886" sldId="32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4163037705" sldId="32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53696190" sldId="33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51261425" sldId="33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962142168" sldId="33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812091844" sldId="33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327785566" sldId="33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263217572" sldId="33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436442063" sldId="33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29972440" sldId="33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738238661" sldId="33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80317185" sldId="33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38243478" sldId="34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200686389" sldId="34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16650239" sldId="34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804478841" sldId="34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09818389" sldId="34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33521514" sldId="34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459852743" sldId="34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922293616" sldId="34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42678861" sldId="34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82964815" sldId="34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04040751" sldId="35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535742545" sldId="35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662748965" sldId="35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58133719" sldId="35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65122371" sldId="35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65888596" sldId="35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71706796" sldId="35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837844863" sldId="35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140042177" sldId="35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802068087" sldId="35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24878260" sldId="36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461150465" sldId="36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409225551" sldId="36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713966798" sldId="36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242096209" sldId="36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62959455" sldId="36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491659695" sldId="366"/>
        </pc:sldMkLst>
      </pc:sldChg>
      <pc:sldMasterChg chg="addSp modSp modSldLayout">
        <pc:chgData name="Thanh Nguyen" userId="c61a4279c1788c98" providerId="LiveId" clId="{BC31FEDF-53C9-4212-BF3E-229B77C17DC6}" dt="2023-01-26T02:35:13.300" v="298"/>
        <pc:sldMasterMkLst>
          <pc:docMk/>
          <pc:sldMasterMk cId="2680105183" sldId="2147483720"/>
        </pc:sldMasterMkLst>
        <pc:spChg chg="add mod">
          <ac:chgData name="Thanh Nguyen" userId="c61a4279c1788c98" providerId="LiveId" clId="{BC31FEDF-53C9-4212-BF3E-229B77C17DC6}" dt="2023-01-26T02:34:17.197" v="292"/>
          <ac:spMkLst>
            <pc:docMk/>
            <pc:sldMasterMk cId="2680105183" sldId="2147483720"/>
            <ac:spMk id="3" creationId="{770FB194-9E0F-22F1-42EE-6836BD2C8D66}"/>
          </ac:spMkLst>
        </pc:spChg>
        <pc:sldLayoutChg chg="addSp modSp">
          <pc:chgData name="Thanh Nguyen" userId="c61a4279c1788c98" providerId="LiveId" clId="{BC31FEDF-53C9-4212-BF3E-229B77C17DC6}" dt="2023-01-26T02:35:06.219" v="295"/>
          <pc:sldLayoutMkLst>
            <pc:docMk/>
            <pc:sldMasterMk cId="2680105183" sldId="2147483720"/>
            <pc:sldLayoutMk cId="3340417711" sldId="2147483721"/>
          </pc:sldLayoutMkLst>
          <pc:spChg chg="add mod">
            <ac:chgData name="Thanh Nguyen" userId="c61a4279c1788c98" providerId="LiveId" clId="{BC31FEDF-53C9-4212-BF3E-229B77C17DC6}" dt="2023-01-26T02:35:06.219" v="295"/>
            <ac:spMkLst>
              <pc:docMk/>
              <pc:sldMasterMk cId="2680105183" sldId="2147483720"/>
              <pc:sldLayoutMk cId="3340417711" sldId="2147483721"/>
              <ac:spMk id="2" creationId="{DD0D501D-D85D-8EF2-12A2-7CED582A8E9F}"/>
            </ac:spMkLst>
          </pc:spChg>
        </pc:sldLayoutChg>
        <pc:sldLayoutChg chg="addSp delSp modSp">
          <pc:chgData name="Thanh Nguyen" userId="c61a4279c1788c98" providerId="LiveId" clId="{BC31FEDF-53C9-4212-BF3E-229B77C17DC6}" dt="2023-01-26T02:35:09.156" v="296"/>
          <pc:sldLayoutMkLst>
            <pc:docMk/>
            <pc:sldMasterMk cId="2680105183" sldId="2147483720"/>
            <pc:sldLayoutMk cId="2512392872" sldId="2147483722"/>
          </pc:sldLayoutMkLst>
          <pc:spChg chg="add del mod">
            <ac:chgData name="Thanh Nguyen" userId="c61a4279c1788c98" providerId="LiveId" clId="{BC31FEDF-53C9-4212-BF3E-229B77C17DC6}" dt="2023-01-26T02:34:12.715" v="291"/>
            <ac:spMkLst>
              <pc:docMk/>
              <pc:sldMasterMk cId="2680105183" sldId="2147483720"/>
              <pc:sldLayoutMk cId="2512392872" sldId="2147483722"/>
              <ac:spMk id="8" creationId="{1CCD321F-A0CC-0150-3DDF-189316937ECF}"/>
            </ac:spMkLst>
          </pc:spChg>
          <pc:spChg chg="add mod">
            <ac:chgData name="Thanh Nguyen" userId="c61a4279c1788c98" providerId="LiveId" clId="{BC31FEDF-53C9-4212-BF3E-229B77C17DC6}" dt="2023-01-26T02:35:09.156" v="296"/>
            <ac:spMkLst>
              <pc:docMk/>
              <pc:sldMasterMk cId="2680105183" sldId="2147483720"/>
              <pc:sldLayoutMk cId="2512392872" sldId="2147483722"/>
              <ac:spMk id="8" creationId="{1FFBBB34-1B41-2A10-CED7-11D27CE8CC7D}"/>
            </ac:spMkLst>
          </pc:spChg>
        </pc:sldLayoutChg>
        <pc:sldLayoutChg chg="addSp modSp">
          <pc:chgData name="Thanh Nguyen" userId="c61a4279c1788c98" providerId="LiveId" clId="{BC31FEDF-53C9-4212-BF3E-229B77C17DC6}" dt="2023-01-26T02:35:11.049" v="297"/>
          <pc:sldLayoutMkLst>
            <pc:docMk/>
            <pc:sldMasterMk cId="2680105183" sldId="2147483720"/>
            <pc:sldLayoutMk cId="2931287146" sldId="2147483723"/>
          </pc:sldLayoutMkLst>
          <pc:spChg chg="add mod">
            <ac:chgData name="Thanh Nguyen" userId="c61a4279c1788c98" providerId="LiveId" clId="{BC31FEDF-53C9-4212-BF3E-229B77C17DC6}" dt="2023-01-26T02:35:11.049" v="297"/>
            <ac:spMkLst>
              <pc:docMk/>
              <pc:sldMasterMk cId="2680105183" sldId="2147483720"/>
              <pc:sldLayoutMk cId="2931287146" sldId="2147483723"/>
              <ac:spMk id="9" creationId="{8BE61F11-BF78-9B25-3F11-414C9EF579DC}"/>
            </ac:spMkLst>
          </pc:spChg>
        </pc:sldLayoutChg>
        <pc:sldLayoutChg chg="addSp modSp">
          <pc:chgData name="Thanh Nguyen" userId="c61a4279c1788c98" providerId="LiveId" clId="{BC31FEDF-53C9-4212-BF3E-229B77C17DC6}" dt="2023-01-26T02:35:13.300" v="298"/>
          <pc:sldLayoutMkLst>
            <pc:docMk/>
            <pc:sldMasterMk cId="2680105183" sldId="2147483720"/>
            <pc:sldLayoutMk cId="1310263177" sldId="2147483724"/>
          </pc:sldLayoutMkLst>
          <pc:spChg chg="add mod">
            <ac:chgData name="Thanh Nguyen" userId="c61a4279c1788c98" providerId="LiveId" clId="{BC31FEDF-53C9-4212-BF3E-229B77C17DC6}" dt="2023-01-26T02:35:13.300" v="298"/>
            <ac:spMkLst>
              <pc:docMk/>
              <pc:sldMasterMk cId="2680105183" sldId="2147483720"/>
              <pc:sldLayoutMk cId="1310263177" sldId="2147483724"/>
              <ac:spMk id="11" creationId="{F4E0B635-FC67-200E-2B8C-11BC28F49559}"/>
            </ac:spMkLst>
          </pc:spChg>
        </pc:sldLayoutChg>
      </pc:sldMasterChg>
    </pc:docChg>
  </pc:docChgLst>
  <pc:docChgLst>
    <pc:chgData name="Thanh Nguyen" userId="c61a4279c1788c98" providerId="LiveId" clId="{971BA8A5-35FF-42B0-9871-77A94ADF94F5}"/>
    <pc:docChg chg="undo redo custSel addSld delSld modSld sldOrd">
      <pc:chgData name="Thanh Nguyen" userId="c61a4279c1788c98" providerId="LiveId" clId="{971BA8A5-35FF-42B0-9871-77A94ADF94F5}" dt="2023-01-28T13:46:15.427" v="2061" actId="14100"/>
      <pc:docMkLst>
        <pc:docMk/>
      </pc:docMkLst>
      <pc:sldChg chg="modSp mod">
        <pc:chgData name="Thanh Nguyen" userId="c61a4279c1788c98" providerId="LiveId" clId="{971BA8A5-35FF-42B0-9871-77A94ADF94F5}" dt="2023-01-27T23:36:13.698" v="40" actId="20577"/>
        <pc:sldMkLst>
          <pc:docMk/>
          <pc:sldMk cId="0" sldId="256"/>
        </pc:sldMkLst>
        <pc:spChg chg="mod">
          <ac:chgData name="Thanh Nguyen" userId="c61a4279c1788c98" providerId="LiveId" clId="{971BA8A5-35FF-42B0-9871-77A94ADF94F5}" dt="2023-01-27T23:36:13.698" v="40" actId="20577"/>
          <ac:spMkLst>
            <pc:docMk/>
            <pc:sldMk cId="0" sldId="256"/>
            <ac:spMk id="14" creationId="{A353FA91-F528-4ED2-A28C-F09225294E26}"/>
          </ac:spMkLst>
        </pc:spChg>
      </pc:sldChg>
      <pc:sldChg chg="modSp modAnim">
        <pc:chgData name="Thanh Nguyen" userId="c61a4279c1788c98" providerId="LiveId" clId="{971BA8A5-35FF-42B0-9871-77A94ADF94F5}" dt="2023-01-27T23:36:44.075" v="43" actId="20577"/>
        <pc:sldMkLst>
          <pc:docMk/>
          <pc:sldMk cId="0" sldId="257"/>
        </pc:sldMkLst>
        <pc:spChg chg="mod">
          <ac:chgData name="Thanh Nguyen" userId="c61a4279c1788c98" providerId="LiveId" clId="{971BA8A5-35FF-42B0-9871-77A94ADF94F5}" dt="2023-01-27T23:36:44.075" v="4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Thanh Nguyen" userId="c61a4279c1788c98" providerId="LiveId" clId="{971BA8A5-35FF-42B0-9871-77A94ADF94F5}" dt="2023-01-27T23:37:38.705" v="47" actId="27636"/>
        <pc:sldMkLst>
          <pc:docMk/>
          <pc:sldMk cId="1384187814" sldId="267"/>
        </pc:sldMkLst>
        <pc:spChg chg="mod">
          <ac:chgData name="Thanh Nguyen" userId="c61a4279c1788c98" providerId="LiveId" clId="{971BA8A5-35FF-42B0-9871-77A94ADF94F5}" dt="2023-01-27T23:37:20.003" v="45" actId="404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7T23:37:38.705" v="47" actId="27636"/>
          <ac:spMkLst>
            <pc:docMk/>
            <pc:sldMk cId="1384187814" sldId="267"/>
            <ac:spMk id="3" creationId="{00000000-0000-0000-0000-000000000000}"/>
          </ac:spMkLst>
        </pc:spChg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10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2444241323" sldId="311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15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16"/>
        </pc:sldMkLst>
      </pc:sldChg>
      <pc:sldChg chg="addSp modSp mod">
        <pc:chgData name="Thanh Nguyen" userId="c61a4279c1788c98" providerId="LiveId" clId="{971BA8A5-35FF-42B0-9871-77A94ADF94F5}" dt="2023-01-28T09:47:33.896" v="1852" actId="114"/>
        <pc:sldMkLst>
          <pc:docMk/>
          <pc:sldMk cId="3185829961" sldId="319"/>
        </pc:sldMkLst>
        <pc:spChg chg="mod">
          <ac:chgData name="Thanh Nguyen" userId="c61a4279c1788c98" providerId="LiveId" clId="{971BA8A5-35FF-42B0-9871-77A94ADF94F5}" dt="2023-01-27T23:39:11.934" v="52" actId="255"/>
          <ac:spMkLst>
            <pc:docMk/>
            <pc:sldMk cId="3185829961" sldId="319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47:33.896" v="1852" actId="114"/>
          <ac:spMkLst>
            <pc:docMk/>
            <pc:sldMk cId="3185829961" sldId="319"/>
            <ac:spMk id="3" creationId="{00000000-0000-0000-0000-000000000000}"/>
          </ac:spMkLst>
        </pc:spChg>
        <pc:picChg chg="add mod">
          <ac:chgData name="Thanh Nguyen" userId="c61a4279c1788c98" providerId="LiveId" clId="{971BA8A5-35FF-42B0-9871-77A94ADF94F5}" dt="2023-01-28T09:46:35.607" v="1849" actId="1035"/>
          <ac:picMkLst>
            <pc:docMk/>
            <pc:sldMk cId="3185829961" sldId="319"/>
            <ac:picMk id="5" creationId="{1AD4B209-7035-CEC2-4EC2-567A243FA27E}"/>
          </ac:picMkLst>
        </pc:picChg>
      </pc:sldChg>
      <pc:sldChg chg="addSp modSp mod">
        <pc:chgData name="Thanh Nguyen" userId="c61a4279c1788c98" providerId="LiveId" clId="{971BA8A5-35FF-42B0-9871-77A94ADF94F5}" dt="2023-01-28T09:51:02.141" v="1884" actId="14100"/>
        <pc:sldMkLst>
          <pc:docMk/>
          <pc:sldMk cId="2218820266" sldId="320"/>
        </pc:sldMkLst>
        <pc:spChg chg="mod">
          <ac:chgData name="Thanh Nguyen" userId="c61a4279c1788c98" providerId="LiveId" clId="{971BA8A5-35FF-42B0-9871-77A94ADF94F5}" dt="2023-01-27T23:42:31.571" v="92" actId="404"/>
          <ac:spMkLst>
            <pc:docMk/>
            <pc:sldMk cId="2218820266" sldId="320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51:02.141" v="1884" actId="14100"/>
          <ac:spMkLst>
            <pc:docMk/>
            <pc:sldMk cId="2218820266" sldId="320"/>
            <ac:spMk id="3" creationId="{00000000-0000-0000-0000-000000000000}"/>
          </ac:spMkLst>
        </pc:spChg>
        <pc:picChg chg="add mod">
          <ac:chgData name="Thanh Nguyen" userId="c61a4279c1788c98" providerId="LiveId" clId="{971BA8A5-35FF-42B0-9871-77A94ADF94F5}" dt="2023-01-28T09:50:50.426" v="1883" actId="1035"/>
          <ac:picMkLst>
            <pc:docMk/>
            <pc:sldMk cId="2218820266" sldId="320"/>
            <ac:picMk id="5" creationId="{6FEF158C-0211-067B-AFF7-787F6D2C09D5}"/>
          </ac:picMkLst>
        </pc:picChg>
      </pc:sldChg>
      <pc:sldChg chg="addSp modSp del mod">
        <pc:chgData name="Thanh Nguyen" userId="c61a4279c1788c98" providerId="LiveId" clId="{971BA8A5-35FF-42B0-9871-77A94ADF94F5}" dt="2023-01-27T23:53:01.815" v="229" actId="2696"/>
        <pc:sldMkLst>
          <pc:docMk/>
          <pc:sldMk cId="1471037018" sldId="321"/>
        </pc:sldMkLst>
        <pc:spChg chg="mod">
          <ac:chgData name="Thanh Nguyen" userId="c61a4279c1788c98" providerId="LiveId" clId="{971BA8A5-35FF-42B0-9871-77A94ADF94F5}" dt="2023-01-27T23:45:11.738" v="128" actId="404"/>
          <ac:spMkLst>
            <pc:docMk/>
            <pc:sldMk cId="1471037018" sldId="321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7T23:47:02.575" v="165" actId="404"/>
          <ac:spMkLst>
            <pc:docMk/>
            <pc:sldMk cId="1471037018" sldId="321"/>
            <ac:spMk id="3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7T23:51:05.678" v="217" actId="1035"/>
          <ac:spMkLst>
            <pc:docMk/>
            <pc:sldMk cId="1471037018" sldId="321"/>
            <ac:spMk id="5" creationId="{9C371262-B503-0811-35A1-125175961A8F}"/>
          </ac:spMkLst>
        </pc:spChg>
        <pc:spChg chg="add mod">
          <ac:chgData name="Thanh Nguyen" userId="c61a4279c1788c98" providerId="LiveId" clId="{971BA8A5-35FF-42B0-9871-77A94ADF94F5}" dt="2023-01-27T23:52:20.242" v="228" actId="1035"/>
          <ac:spMkLst>
            <pc:docMk/>
            <pc:sldMk cId="1471037018" sldId="321"/>
            <ac:spMk id="7" creationId="{CA67A389-BF02-506A-8779-C7016471D805}"/>
          </ac:spMkLst>
        </pc:spChg>
        <pc:spChg chg="add mod">
          <ac:chgData name="Thanh Nguyen" userId="c61a4279c1788c98" providerId="LiveId" clId="{971BA8A5-35FF-42B0-9871-77A94ADF94F5}" dt="2023-01-27T23:52:20.242" v="228" actId="1035"/>
          <ac:spMkLst>
            <pc:docMk/>
            <pc:sldMk cId="1471037018" sldId="321"/>
            <ac:spMk id="8" creationId="{C3101A8B-104D-DC1E-7354-7073516AFAE5}"/>
          </ac:spMkLst>
        </pc:spChg>
        <pc:spChg chg="add mod">
          <ac:chgData name="Thanh Nguyen" userId="c61a4279c1788c98" providerId="LiveId" clId="{971BA8A5-35FF-42B0-9871-77A94ADF94F5}" dt="2023-01-27T23:52:20.242" v="228" actId="1035"/>
          <ac:spMkLst>
            <pc:docMk/>
            <pc:sldMk cId="1471037018" sldId="321"/>
            <ac:spMk id="9" creationId="{0850807C-ECD2-8B65-72E2-73AC5D6DE9E1}"/>
          </ac:spMkLst>
        </pc:spChg>
        <pc:spChg chg="add mod">
          <ac:chgData name="Thanh Nguyen" userId="c61a4279c1788c98" providerId="LiveId" clId="{971BA8A5-35FF-42B0-9871-77A94ADF94F5}" dt="2023-01-27T23:52:20.242" v="228" actId="1035"/>
          <ac:spMkLst>
            <pc:docMk/>
            <pc:sldMk cId="1471037018" sldId="321"/>
            <ac:spMk id="10" creationId="{17177FD1-445C-B054-47C7-DB4B9491A8B1}"/>
          </ac:spMkLst>
        </pc:spChg>
        <pc:spChg chg="add mod">
          <ac:chgData name="Thanh Nguyen" userId="c61a4279c1788c98" providerId="LiveId" clId="{971BA8A5-35FF-42B0-9871-77A94ADF94F5}" dt="2023-01-27T23:52:20.242" v="228" actId="1035"/>
          <ac:spMkLst>
            <pc:docMk/>
            <pc:sldMk cId="1471037018" sldId="321"/>
            <ac:spMk id="11" creationId="{25456599-4FDD-5775-9669-63183ECA5CF8}"/>
          </ac:spMkLst>
        </pc:spChg>
        <pc:spChg chg="add mod">
          <ac:chgData name="Thanh Nguyen" userId="c61a4279c1788c98" providerId="LiveId" clId="{971BA8A5-35FF-42B0-9871-77A94ADF94F5}" dt="2023-01-27T23:52:20.242" v="228" actId="1035"/>
          <ac:spMkLst>
            <pc:docMk/>
            <pc:sldMk cId="1471037018" sldId="321"/>
            <ac:spMk id="12" creationId="{0D3332B6-99C8-8EC0-CF85-DAB8C0CA53CF}"/>
          </ac:spMkLst>
        </pc:spChg>
        <pc:picChg chg="add mod">
          <ac:chgData name="Thanh Nguyen" userId="c61a4279c1788c98" providerId="LiveId" clId="{971BA8A5-35FF-42B0-9871-77A94ADF94F5}" dt="2023-01-27T23:49:44.173" v="201" actId="1035"/>
          <ac:picMkLst>
            <pc:docMk/>
            <pc:sldMk cId="1471037018" sldId="321"/>
            <ac:picMk id="6" creationId="{BD06CBCE-6563-A43D-3BAF-7498F0EB7AE1}"/>
          </ac:picMkLst>
        </pc:picChg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48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49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51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52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53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54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55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58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1643373164" sldId="359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4132240441" sldId="360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3188492944" sldId="361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2214274498" sldId="362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4059528358" sldId="363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515027113" sldId="364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3146541153" sldId="365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1069414697" sldId="366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1917276131" sldId="367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2208513169" sldId="368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1285681636" sldId="369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4100547314" sldId="370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1830303342" sldId="374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758957271" sldId="375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76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0" sldId="377"/>
        </pc:sldMkLst>
      </pc:sldChg>
      <pc:sldChg chg="del">
        <pc:chgData name="Thanh Nguyen" userId="c61a4279c1788c98" providerId="LiveId" clId="{971BA8A5-35FF-42B0-9871-77A94ADF94F5}" dt="2023-01-27T23:53:01.815" v="229" actId="2696"/>
        <pc:sldMkLst>
          <pc:docMk/>
          <pc:sldMk cId="2043795212" sldId="378"/>
        </pc:sldMkLst>
      </pc:sldChg>
      <pc:sldChg chg="addSp delSp modSp add mod">
        <pc:chgData name="Thanh Nguyen" userId="c61a4279c1788c98" providerId="LiveId" clId="{971BA8A5-35FF-42B0-9871-77A94ADF94F5}" dt="2023-01-28T09:58:59.164" v="2019" actId="207"/>
        <pc:sldMkLst>
          <pc:docMk/>
          <pc:sldMk cId="1848403653" sldId="380"/>
        </pc:sldMkLst>
        <pc:spChg chg="mod">
          <ac:chgData name="Thanh Nguyen" userId="c61a4279c1788c98" providerId="LiveId" clId="{971BA8A5-35FF-42B0-9871-77A94ADF94F5}" dt="2023-01-27T23:53:16.499" v="231"/>
          <ac:spMkLst>
            <pc:docMk/>
            <pc:sldMk cId="1848403653" sldId="380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58:59.164" v="2019" actId="207"/>
          <ac:spMkLst>
            <pc:docMk/>
            <pc:sldMk cId="1848403653" sldId="380"/>
            <ac:spMk id="3" creationId="{00000000-0000-0000-0000-000000000000}"/>
          </ac:spMkLst>
        </pc:spChg>
        <pc:picChg chg="del">
          <ac:chgData name="Thanh Nguyen" userId="c61a4279c1788c98" providerId="LiveId" clId="{971BA8A5-35FF-42B0-9871-77A94ADF94F5}" dt="2023-01-27T23:53:28.678" v="232" actId="478"/>
          <ac:picMkLst>
            <pc:docMk/>
            <pc:sldMk cId="1848403653" sldId="380"/>
            <ac:picMk id="5" creationId="{6FEF158C-0211-067B-AFF7-787F6D2C09D5}"/>
          </ac:picMkLst>
        </pc:picChg>
        <pc:picChg chg="add mod">
          <ac:chgData name="Thanh Nguyen" userId="c61a4279c1788c98" providerId="LiveId" clId="{971BA8A5-35FF-42B0-9871-77A94ADF94F5}" dt="2023-01-27T23:55:27.065" v="256" actId="1035"/>
          <ac:picMkLst>
            <pc:docMk/>
            <pc:sldMk cId="1848403653" sldId="380"/>
            <ac:picMk id="6" creationId="{7743F28D-B968-4D84-473C-347027F6AF16}"/>
          </ac:picMkLst>
        </pc:picChg>
      </pc:sldChg>
      <pc:sldChg chg="addSp delSp modSp add mod">
        <pc:chgData name="Thanh Nguyen" userId="c61a4279c1788c98" providerId="LiveId" clId="{971BA8A5-35FF-42B0-9871-77A94ADF94F5}" dt="2023-01-28T10:00:06.338" v="2041" actId="403"/>
        <pc:sldMkLst>
          <pc:docMk/>
          <pc:sldMk cId="3256639433" sldId="381"/>
        </pc:sldMkLst>
        <pc:spChg chg="mod">
          <ac:chgData name="Thanh Nguyen" userId="c61a4279c1788c98" providerId="LiveId" clId="{971BA8A5-35FF-42B0-9871-77A94ADF94F5}" dt="2023-01-28T10:00:06.338" v="2041" actId="403"/>
          <ac:spMkLst>
            <pc:docMk/>
            <pc:sldMk cId="3256639433" sldId="381"/>
            <ac:spMk id="2" creationId="{00000000-0000-0000-0000-000000000000}"/>
          </ac:spMkLst>
        </pc:spChg>
        <pc:spChg chg="del">
          <ac:chgData name="Thanh Nguyen" userId="c61a4279c1788c98" providerId="LiveId" clId="{971BA8A5-35FF-42B0-9871-77A94ADF94F5}" dt="2023-01-27T23:56:51.673" v="270" actId="478"/>
          <ac:spMkLst>
            <pc:docMk/>
            <pc:sldMk cId="3256639433" sldId="381"/>
            <ac:spMk id="3" creationId="{00000000-0000-0000-0000-000000000000}"/>
          </ac:spMkLst>
        </pc:spChg>
        <pc:spChg chg="add del mod">
          <ac:chgData name="Thanh Nguyen" userId="c61a4279c1788c98" providerId="LiveId" clId="{971BA8A5-35FF-42B0-9871-77A94ADF94F5}" dt="2023-01-27T23:56:56.560" v="271" actId="478"/>
          <ac:spMkLst>
            <pc:docMk/>
            <pc:sldMk cId="3256639433" sldId="381"/>
            <ac:spMk id="5" creationId="{1E0B3104-3972-B8F5-2506-029732020960}"/>
          </ac:spMkLst>
        </pc:spChg>
        <pc:picChg chg="del">
          <ac:chgData name="Thanh Nguyen" userId="c61a4279c1788c98" providerId="LiveId" clId="{971BA8A5-35FF-42B0-9871-77A94ADF94F5}" dt="2023-01-27T23:56:57.680" v="272" actId="478"/>
          <ac:picMkLst>
            <pc:docMk/>
            <pc:sldMk cId="3256639433" sldId="381"/>
            <ac:picMk id="6" creationId="{7743F28D-B968-4D84-473C-347027F6AF16}"/>
          </ac:picMkLst>
        </pc:picChg>
        <pc:picChg chg="add mod">
          <ac:chgData name="Thanh Nguyen" userId="c61a4279c1788c98" providerId="LiveId" clId="{971BA8A5-35FF-42B0-9871-77A94ADF94F5}" dt="2023-01-27T23:57:11.781" v="274" actId="14100"/>
          <ac:picMkLst>
            <pc:docMk/>
            <pc:sldMk cId="3256639433" sldId="381"/>
            <ac:picMk id="7" creationId="{BDB4E067-5AF3-82B2-36EE-955EF0D4782C}"/>
          </ac:picMkLst>
        </pc:picChg>
      </pc:sldChg>
      <pc:sldChg chg="addSp delSp modSp add mod ord">
        <pc:chgData name="Thanh Nguyen" userId="c61a4279c1788c98" providerId="LiveId" clId="{971BA8A5-35FF-42B0-9871-77A94ADF94F5}" dt="2023-01-27T23:58:43.721" v="287"/>
        <pc:sldMkLst>
          <pc:docMk/>
          <pc:sldMk cId="1401722109" sldId="382"/>
        </pc:sldMkLst>
        <pc:spChg chg="mod">
          <ac:chgData name="Thanh Nguyen" userId="c61a4279c1788c98" providerId="LiveId" clId="{971BA8A5-35FF-42B0-9871-77A94ADF94F5}" dt="2023-01-27T23:58:43.721" v="287"/>
          <ac:spMkLst>
            <pc:docMk/>
            <pc:sldMk cId="1401722109" sldId="382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7T23:58:26.315" v="286" actId="207"/>
          <ac:spMkLst>
            <pc:docMk/>
            <pc:sldMk cId="1401722109" sldId="382"/>
            <ac:spMk id="3" creationId="{00000000-0000-0000-0000-000000000000}"/>
          </ac:spMkLst>
        </pc:spChg>
        <pc:picChg chg="add mod">
          <ac:chgData name="Thanh Nguyen" userId="c61a4279c1788c98" providerId="LiveId" clId="{971BA8A5-35FF-42B0-9871-77A94ADF94F5}" dt="2023-01-27T23:58:19.646" v="285" actId="1038"/>
          <ac:picMkLst>
            <pc:docMk/>
            <pc:sldMk cId="1401722109" sldId="382"/>
            <ac:picMk id="5" creationId="{10A13448-8A8A-6BAC-177D-6974AE85FBA3}"/>
          </ac:picMkLst>
        </pc:picChg>
        <pc:picChg chg="del">
          <ac:chgData name="Thanh Nguyen" userId="c61a4279c1788c98" providerId="LiveId" clId="{971BA8A5-35FF-42B0-9871-77A94ADF94F5}" dt="2023-01-27T23:57:43.723" v="278" actId="478"/>
          <ac:picMkLst>
            <pc:docMk/>
            <pc:sldMk cId="1401722109" sldId="382"/>
            <ac:picMk id="6" creationId="{7743F28D-B968-4D84-473C-347027F6AF16}"/>
          </ac:picMkLst>
        </pc:picChg>
      </pc:sldChg>
      <pc:sldChg chg="delSp modSp add mod">
        <pc:chgData name="Thanh Nguyen" userId="c61a4279c1788c98" providerId="LiveId" clId="{971BA8A5-35FF-42B0-9871-77A94ADF94F5}" dt="2023-01-28T10:01:00.861" v="2042" actId="12"/>
        <pc:sldMkLst>
          <pc:docMk/>
          <pc:sldMk cId="800932655" sldId="383"/>
        </pc:sldMkLst>
        <pc:spChg chg="mod">
          <ac:chgData name="Thanh Nguyen" userId="c61a4279c1788c98" providerId="LiveId" clId="{971BA8A5-35FF-42B0-9871-77A94ADF94F5}" dt="2023-01-27T23:59:34.904" v="291"/>
          <ac:spMkLst>
            <pc:docMk/>
            <pc:sldMk cId="800932655" sldId="383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10:01:00.861" v="2042" actId="12"/>
          <ac:spMkLst>
            <pc:docMk/>
            <pc:sldMk cId="800932655" sldId="383"/>
            <ac:spMk id="3" creationId="{00000000-0000-0000-0000-000000000000}"/>
          </ac:spMkLst>
        </pc:spChg>
        <pc:picChg chg="del">
          <ac:chgData name="Thanh Nguyen" userId="c61a4279c1788c98" providerId="LiveId" clId="{971BA8A5-35FF-42B0-9871-77A94ADF94F5}" dt="2023-01-27T23:59:16.608" v="289" actId="478"/>
          <ac:picMkLst>
            <pc:docMk/>
            <pc:sldMk cId="800932655" sldId="383"/>
            <ac:picMk id="5" creationId="{10A13448-8A8A-6BAC-177D-6974AE85FBA3}"/>
          </ac:picMkLst>
        </pc:picChg>
      </pc:sldChg>
      <pc:sldChg chg="modSp add mod">
        <pc:chgData name="Thanh Nguyen" userId="c61a4279c1788c98" providerId="LiveId" clId="{971BA8A5-35FF-42B0-9871-77A94ADF94F5}" dt="2023-01-28T00:04:08.263" v="333" actId="207"/>
        <pc:sldMkLst>
          <pc:docMk/>
          <pc:sldMk cId="3927021238" sldId="384"/>
        </pc:sldMkLst>
        <pc:spChg chg="mod">
          <ac:chgData name="Thanh Nguyen" userId="c61a4279c1788c98" providerId="LiveId" clId="{971BA8A5-35FF-42B0-9871-77A94ADF94F5}" dt="2023-01-28T00:02:07.844" v="311" actId="404"/>
          <ac:spMkLst>
            <pc:docMk/>
            <pc:sldMk cId="3927021238" sldId="384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04:08.263" v="333" actId="207"/>
          <ac:spMkLst>
            <pc:docMk/>
            <pc:sldMk cId="3927021238" sldId="384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971BA8A5-35FF-42B0-9871-77A94ADF94F5}" dt="2023-01-28T00:06:02.837" v="349" actId="1038"/>
        <pc:sldMkLst>
          <pc:docMk/>
          <pc:sldMk cId="2862002997" sldId="385"/>
        </pc:sldMkLst>
        <pc:spChg chg="mod">
          <ac:chgData name="Thanh Nguyen" userId="c61a4279c1788c98" providerId="LiveId" clId="{971BA8A5-35FF-42B0-9871-77A94ADF94F5}" dt="2023-01-28T00:04:39.856" v="335"/>
          <ac:spMkLst>
            <pc:docMk/>
            <pc:sldMk cId="2862002997" sldId="385"/>
            <ac:spMk id="2" creationId="{00000000-0000-0000-0000-000000000000}"/>
          </ac:spMkLst>
        </pc:spChg>
        <pc:spChg chg="del">
          <ac:chgData name="Thanh Nguyen" userId="c61a4279c1788c98" providerId="LiveId" clId="{971BA8A5-35FF-42B0-9871-77A94ADF94F5}" dt="2023-01-28T00:05:08.285" v="336" actId="478"/>
          <ac:spMkLst>
            <pc:docMk/>
            <pc:sldMk cId="2862002997" sldId="385"/>
            <ac:spMk id="3" creationId="{00000000-0000-0000-0000-000000000000}"/>
          </ac:spMkLst>
        </pc:spChg>
        <pc:spChg chg="add del mod">
          <ac:chgData name="Thanh Nguyen" userId="c61a4279c1788c98" providerId="LiveId" clId="{971BA8A5-35FF-42B0-9871-77A94ADF94F5}" dt="2023-01-28T00:05:27.743" v="345" actId="478"/>
          <ac:spMkLst>
            <pc:docMk/>
            <pc:sldMk cId="2862002997" sldId="385"/>
            <ac:spMk id="5" creationId="{135A862C-8CAA-C2E6-E271-D11E82F4C7D2}"/>
          </ac:spMkLst>
        </pc:spChg>
        <pc:spChg chg="add mod">
          <ac:chgData name="Thanh Nguyen" userId="c61a4279c1788c98" providerId="LiveId" clId="{971BA8A5-35FF-42B0-9871-77A94ADF94F5}" dt="2023-01-28T00:05:51.677" v="347" actId="5793"/>
          <ac:spMkLst>
            <pc:docMk/>
            <pc:sldMk cId="2862002997" sldId="385"/>
            <ac:spMk id="6" creationId="{64259DF6-7616-7FC9-C52B-72933173A944}"/>
          </ac:spMkLst>
        </pc:spChg>
        <pc:spChg chg="add mod">
          <ac:chgData name="Thanh Nguyen" userId="c61a4279c1788c98" providerId="LiveId" clId="{971BA8A5-35FF-42B0-9871-77A94ADF94F5}" dt="2023-01-28T00:06:02.837" v="349" actId="1038"/>
          <ac:spMkLst>
            <pc:docMk/>
            <pc:sldMk cId="2862002997" sldId="385"/>
            <ac:spMk id="7" creationId="{C56022B6-B9A6-0278-CBC1-C859A7CC0AD8}"/>
          </ac:spMkLst>
        </pc:spChg>
        <pc:picChg chg="add mod">
          <ac:chgData name="Thanh Nguyen" userId="c61a4279c1788c98" providerId="LiveId" clId="{971BA8A5-35FF-42B0-9871-77A94ADF94F5}" dt="2023-01-28T00:05:19.608" v="344" actId="1037"/>
          <ac:picMkLst>
            <pc:docMk/>
            <pc:sldMk cId="2862002997" sldId="385"/>
            <ac:picMk id="8" creationId="{AA1B5C17-FDBE-B687-74A7-DB79A55B0C94}"/>
          </ac:picMkLst>
        </pc:picChg>
      </pc:sldChg>
      <pc:sldChg chg="modSp add mod ord">
        <pc:chgData name="Thanh Nguyen" userId="c61a4279c1788c98" providerId="LiveId" clId="{971BA8A5-35FF-42B0-9871-77A94ADF94F5}" dt="2023-01-28T00:16:45.186" v="457" actId="207"/>
        <pc:sldMkLst>
          <pc:docMk/>
          <pc:sldMk cId="3604208139" sldId="386"/>
        </pc:sldMkLst>
        <pc:spChg chg="mod">
          <ac:chgData name="Thanh Nguyen" userId="c61a4279c1788c98" providerId="LiveId" clId="{971BA8A5-35FF-42B0-9871-77A94ADF94F5}" dt="2023-01-28T00:06:45.963" v="355" actId="403"/>
          <ac:spMkLst>
            <pc:docMk/>
            <pc:sldMk cId="3604208139" sldId="386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16:45.186" v="457" actId="207"/>
          <ac:spMkLst>
            <pc:docMk/>
            <pc:sldMk cId="3604208139" sldId="386"/>
            <ac:spMk id="3" creationId="{00000000-0000-0000-0000-000000000000}"/>
          </ac:spMkLst>
        </pc:spChg>
      </pc:sldChg>
      <pc:sldChg chg="addSp delSp modSp add mod ord">
        <pc:chgData name="Thanh Nguyen" userId="c61a4279c1788c98" providerId="LiveId" clId="{971BA8A5-35FF-42B0-9871-77A94ADF94F5}" dt="2023-01-28T00:14:38.660" v="438" actId="403"/>
        <pc:sldMkLst>
          <pc:docMk/>
          <pc:sldMk cId="1562329351" sldId="387"/>
        </pc:sldMkLst>
        <pc:spChg chg="mod">
          <ac:chgData name="Thanh Nguyen" userId="c61a4279c1788c98" providerId="LiveId" clId="{971BA8A5-35FF-42B0-9871-77A94ADF94F5}" dt="2023-01-28T00:14:38.660" v="438" actId="403"/>
          <ac:spMkLst>
            <pc:docMk/>
            <pc:sldMk cId="1562329351" sldId="387"/>
            <ac:spMk id="2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" creationId="{724F6731-682A-E15C-7B91-B3D16462E6A0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5" creationId="{FD01A9B4-F1C2-D04E-EBAA-B4202FEBD6A3}"/>
          </ac:spMkLst>
        </pc:spChg>
        <pc:spChg chg="del">
          <ac:chgData name="Thanh Nguyen" userId="c61a4279c1788c98" providerId="LiveId" clId="{971BA8A5-35FF-42B0-9871-77A94ADF94F5}" dt="2023-01-28T00:13:12.134" v="404" actId="478"/>
          <ac:spMkLst>
            <pc:docMk/>
            <pc:sldMk cId="1562329351" sldId="387"/>
            <ac:spMk id="6" creationId="{64259DF6-7616-7FC9-C52B-72933173A944}"/>
          </ac:spMkLst>
        </pc:spChg>
        <pc:spChg chg="del">
          <ac:chgData name="Thanh Nguyen" userId="c61a4279c1788c98" providerId="LiveId" clId="{971BA8A5-35FF-42B0-9871-77A94ADF94F5}" dt="2023-01-28T00:13:15.237" v="405" actId="478"/>
          <ac:spMkLst>
            <pc:docMk/>
            <pc:sldMk cId="1562329351" sldId="387"/>
            <ac:spMk id="7" creationId="{C56022B6-B9A6-0278-CBC1-C859A7CC0AD8}"/>
          </ac:spMkLst>
        </pc:spChg>
        <pc:spChg chg="mod">
          <ac:chgData name="Thanh Nguyen" userId="c61a4279c1788c98" providerId="LiveId" clId="{971BA8A5-35FF-42B0-9871-77A94ADF94F5}" dt="2023-01-28T00:13:47.113" v="412" actId="1036"/>
          <ac:spMkLst>
            <pc:docMk/>
            <pc:sldMk cId="1562329351" sldId="387"/>
            <ac:spMk id="10" creationId="{A6EB8236-7EAB-C798-2950-F7EB5336E98E}"/>
          </ac:spMkLst>
        </pc:spChg>
        <pc:spChg chg="mod">
          <ac:chgData name="Thanh Nguyen" userId="c61a4279c1788c98" providerId="LiveId" clId="{971BA8A5-35FF-42B0-9871-77A94ADF94F5}" dt="2023-01-28T00:13:47.113" v="412" actId="1036"/>
          <ac:spMkLst>
            <pc:docMk/>
            <pc:sldMk cId="1562329351" sldId="387"/>
            <ac:spMk id="11" creationId="{EA81B657-7A0D-75C0-8A2F-6FDFE355D827}"/>
          </ac:spMkLst>
        </pc:spChg>
        <pc:spChg chg="mod">
          <ac:chgData name="Thanh Nguyen" userId="c61a4279c1788c98" providerId="LiveId" clId="{971BA8A5-35FF-42B0-9871-77A94ADF94F5}" dt="2023-01-28T00:13:04.498" v="403"/>
          <ac:spMkLst>
            <pc:docMk/>
            <pc:sldMk cId="1562329351" sldId="387"/>
            <ac:spMk id="13" creationId="{CD5688E0-E990-0F50-68B0-D2498B436289}"/>
          </ac:spMkLst>
        </pc:spChg>
        <pc:spChg chg="mod">
          <ac:chgData name="Thanh Nguyen" userId="c61a4279c1788c98" providerId="LiveId" clId="{971BA8A5-35FF-42B0-9871-77A94ADF94F5}" dt="2023-01-28T00:13:04.498" v="403"/>
          <ac:spMkLst>
            <pc:docMk/>
            <pc:sldMk cId="1562329351" sldId="387"/>
            <ac:spMk id="14" creationId="{AD780C8E-B04F-DFA9-39D8-98FC39CA94FB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15" creationId="{B2F6AE43-FF92-3118-4E90-67AF455AD0ED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16" creationId="{ABF43794-A7A4-4272-3245-8573A77B6C59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17" creationId="{ADE3D9D8-4482-6253-4929-C90663C8138A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18" creationId="{FE6895FC-C66B-6DDD-C2DF-884830A65B20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19" creationId="{1E044CE1-4342-56CB-365C-79A4CB23A08F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0" creationId="{9C72DB15-D32E-EB32-2F3C-E8196CDB3D46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1" creationId="{6D82F758-0C1B-CFEB-55CB-03FCAF027CFF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2" creationId="{B943EBF0-F0B6-6761-739C-84B342047950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3" creationId="{EC2A26DE-AAFB-9697-74CE-6A26D2861336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4" creationId="{12E1F3D8-3A8D-727B-B280-D450D38B2D7A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5" creationId="{A096A097-EF32-439B-2F88-FAF1FC46BEAE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6" creationId="{4A8BAA02-E3EA-4B7D-DD39-C4DD54080A9B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7" creationId="{01ED52DA-60E4-70F1-373B-6204A7F10F13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28" creationId="{37A6D9E8-8F97-8206-1BD1-6BCD4BBB7FC7}"/>
          </ac:spMkLst>
        </pc:spChg>
        <pc:spChg chg="add mod">
          <ac:chgData name="Thanh Nguyen" userId="c61a4279c1788c98" providerId="LiveId" clId="{971BA8A5-35FF-42B0-9871-77A94ADF94F5}" dt="2023-01-28T00:13:55.085" v="413" actId="1035"/>
          <ac:spMkLst>
            <pc:docMk/>
            <pc:sldMk cId="1562329351" sldId="387"/>
            <ac:spMk id="29" creationId="{B9FD0232-D0A6-DBBA-0788-18C89A875133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0" creationId="{5BC7EBC1-E5DB-C637-0AB1-9CCCB594EF5D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1" creationId="{DE2A76EB-A3AD-D781-A719-738CDB57236D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2" creationId="{B94427A5-FC78-C5E9-688E-C182619AC704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3" creationId="{A729D514-6B1B-DF5D-168E-6990CC8AC56C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4" creationId="{182F817E-BE15-8EF0-CD69-70AF606ACE12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5" creationId="{53F5FA6D-6E8C-BA34-64C7-20E2248BE8B4}"/>
          </ac:spMkLst>
        </pc:spChg>
        <pc:spChg chg="add mod">
          <ac:chgData name="Thanh Nguyen" userId="c61a4279c1788c98" providerId="LiveId" clId="{971BA8A5-35FF-42B0-9871-77A94ADF94F5}" dt="2023-01-28T00:13:32.373" v="408" actId="1035"/>
          <ac:spMkLst>
            <pc:docMk/>
            <pc:sldMk cId="1562329351" sldId="387"/>
            <ac:spMk id="36" creationId="{55BECB0B-3BCD-ABF2-9B46-78CA13655DC1}"/>
          </ac:spMkLst>
        </pc:spChg>
        <pc:spChg chg="mod">
          <ac:chgData name="Thanh Nguyen" userId="c61a4279c1788c98" providerId="LiveId" clId="{971BA8A5-35FF-42B0-9871-77A94ADF94F5}" dt="2023-01-28T00:13:04.498" v="403"/>
          <ac:spMkLst>
            <pc:docMk/>
            <pc:sldMk cId="1562329351" sldId="387"/>
            <ac:spMk id="38" creationId="{46B7E23B-C74F-88A7-F397-E820B2E5B1A3}"/>
          </ac:spMkLst>
        </pc:spChg>
        <pc:spChg chg="mod">
          <ac:chgData name="Thanh Nguyen" userId="c61a4279c1788c98" providerId="LiveId" clId="{971BA8A5-35FF-42B0-9871-77A94ADF94F5}" dt="2023-01-28T00:13:04.498" v="403"/>
          <ac:spMkLst>
            <pc:docMk/>
            <pc:sldMk cId="1562329351" sldId="387"/>
            <ac:spMk id="39" creationId="{287D1504-D5C9-CD23-C133-635845047A56}"/>
          </ac:spMkLst>
        </pc:spChg>
        <pc:spChg chg="mod">
          <ac:chgData name="Thanh Nguyen" userId="c61a4279c1788c98" providerId="LiveId" clId="{971BA8A5-35FF-42B0-9871-77A94ADF94F5}" dt="2023-01-28T00:13:04.498" v="403"/>
          <ac:spMkLst>
            <pc:docMk/>
            <pc:sldMk cId="1562329351" sldId="387"/>
            <ac:spMk id="41" creationId="{87FDAC1F-F059-E6F1-D3A6-96BB02E47D41}"/>
          </ac:spMkLst>
        </pc:spChg>
        <pc:spChg chg="mod">
          <ac:chgData name="Thanh Nguyen" userId="c61a4279c1788c98" providerId="LiveId" clId="{971BA8A5-35FF-42B0-9871-77A94ADF94F5}" dt="2023-01-28T00:13:04.498" v="403"/>
          <ac:spMkLst>
            <pc:docMk/>
            <pc:sldMk cId="1562329351" sldId="387"/>
            <ac:spMk id="42" creationId="{270AF2B6-7EA2-A5C9-F340-CA52FC8572D1}"/>
          </ac:spMkLst>
        </pc:spChg>
        <pc:grpChg chg="add mod">
          <ac:chgData name="Thanh Nguyen" userId="c61a4279c1788c98" providerId="LiveId" clId="{971BA8A5-35FF-42B0-9871-77A94ADF94F5}" dt="2023-01-28T00:13:32.373" v="408" actId="1035"/>
          <ac:grpSpMkLst>
            <pc:docMk/>
            <pc:sldMk cId="1562329351" sldId="387"/>
            <ac:grpSpMk id="9" creationId="{94F94C1C-5559-4D6F-99FD-6E965BE1CECC}"/>
          </ac:grpSpMkLst>
        </pc:grpChg>
        <pc:grpChg chg="add mod">
          <ac:chgData name="Thanh Nguyen" userId="c61a4279c1788c98" providerId="LiveId" clId="{971BA8A5-35FF-42B0-9871-77A94ADF94F5}" dt="2023-01-28T00:13:32.373" v="408" actId="1035"/>
          <ac:grpSpMkLst>
            <pc:docMk/>
            <pc:sldMk cId="1562329351" sldId="387"/>
            <ac:grpSpMk id="12" creationId="{E6172DA9-7F26-B9EC-D198-B34BEACCD0F8}"/>
          </ac:grpSpMkLst>
        </pc:grpChg>
        <pc:grpChg chg="add mod">
          <ac:chgData name="Thanh Nguyen" userId="c61a4279c1788c98" providerId="LiveId" clId="{971BA8A5-35FF-42B0-9871-77A94ADF94F5}" dt="2023-01-28T00:13:32.373" v="408" actId="1035"/>
          <ac:grpSpMkLst>
            <pc:docMk/>
            <pc:sldMk cId="1562329351" sldId="387"/>
            <ac:grpSpMk id="37" creationId="{47068FE5-6214-6CBA-B325-D6A46146A21D}"/>
          </ac:grpSpMkLst>
        </pc:grpChg>
        <pc:grpChg chg="add mod">
          <ac:chgData name="Thanh Nguyen" userId="c61a4279c1788c98" providerId="LiveId" clId="{971BA8A5-35FF-42B0-9871-77A94ADF94F5}" dt="2023-01-28T00:13:32.373" v="408" actId="1035"/>
          <ac:grpSpMkLst>
            <pc:docMk/>
            <pc:sldMk cId="1562329351" sldId="387"/>
            <ac:grpSpMk id="40" creationId="{15D0A3EF-BAF2-9C05-BD0D-60B74D74CA13}"/>
          </ac:grpSpMkLst>
        </pc:grpChg>
        <pc:picChg chg="del">
          <ac:chgData name="Thanh Nguyen" userId="c61a4279c1788c98" providerId="LiveId" clId="{971BA8A5-35FF-42B0-9871-77A94ADF94F5}" dt="2023-01-28T00:13:02.943" v="402" actId="478"/>
          <ac:picMkLst>
            <pc:docMk/>
            <pc:sldMk cId="1562329351" sldId="387"/>
            <ac:picMk id="8" creationId="{AA1B5C17-FDBE-B687-74A7-DB79A55B0C94}"/>
          </ac:picMkLst>
        </pc:picChg>
      </pc:sldChg>
      <pc:sldChg chg="modSp add mod">
        <pc:chgData name="Thanh Nguyen" userId="c61a4279c1788c98" providerId="LiveId" clId="{971BA8A5-35FF-42B0-9871-77A94ADF94F5}" dt="2023-01-28T10:04:42.323" v="2043" actId="207"/>
        <pc:sldMkLst>
          <pc:docMk/>
          <pc:sldMk cId="3262937165" sldId="388"/>
        </pc:sldMkLst>
        <pc:spChg chg="mod">
          <ac:chgData name="Thanh Nguyen" userId="c61a4279c1788c98" providerId="LiveId" clId="{971BA8A5-35FF-42B0-9871-77A94ADF94F5}" dt="2023-01-28T10:04:42.323" v="2043" actId="207"/>
          <ac:spMkLst>
            <pc:docMk/>
            <pc:sldMk cId="3262937165" sldId="388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971BA8A5-35FF-42B0-9871-77A94ADF94F5}" dt="2023-01-28T00:17:44.889" v="475" actId="20577"/>
        <pc:sldMkLst>
          <pc:docMk/>
          <pc:sldMk cId="401654152" sldId="389"/>
        </pc:sldMkLst>
        <pc:spChg chg="mod">
          <ac:chgData name="Thanh Nguyen" userId="c61a4279c1788c98" providerId="LiveId" clId="{971BA8A5-35FF-42B0-9871-77A94ADF94F5}" dt="2023-01-28T00:17:44.889" v="475" actId="20577"/>
          <ac:spMkLst>
            <pc:docMk/>
            <pc:sldMk cId="401654152" sldId="389"/>
            <ac:spMk id="2" creationId="{00000000-0000-0000-0000-000000000000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" creationId="{724F6731-682A-E15C-7B91-B3D16462E6A0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5" creationId="{FD01A9B4-F1C2-D04E-EBAA-B4202FEBD6A3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" creationId="{D3C76375-E0F3-2B54-0724-9E572982B59C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8" creationId="{E603A5FE-EC40-88F9-7B56-A4C7BD1E3D47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15" creationId="{B2F6AE43-FF92-3118-4E90-67AF455AD0ED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16" creationId="{ABF43794-A7A4-4272-3245-8573A77B6C59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17" creationId="{ADE3D9D8-4482-6253-4929-C90663C8138A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18" creationId="{FE6895FC-C66B-6DDD-C2DF-884830A65B20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19" creationId="{1E044CE1-4342-56CB-365C-79A4CB23A08F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0" creationId="{9C72DB15-D32E-EB32-2F3C-E8196CDB3D46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1" creationId="{6D82F758-0C1B-CFEB-55CB-03FCAF027CFF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2" creationId="{B943EBF0-F0B6-6761-739C-84B342047950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3" creationId="{EC2A26DE-AAFB-9697-74CE-6A26D2861336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4" creationId="{12E1F3D8-3A8D-727B-B280-D450D38B2D7A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5" creationId="{A096A097-EF32-439B-2F88-FAF1FC46BEAE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6" creationId="{4A8BAA02-E3EA-4B7D-DD39-C4DD54080A9B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7" creationId="{01ED52DA-60E4-70F1-373B-6204A7F10F13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8" creationId="{37A6D9E8-8F97-8206-1BD1-6BCD4BBB7FC7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29" creationId="{B9FD0232-D0A6-DBBA-0788-18C89A875133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0" creationId="{5BC7EBC1-E5DB-C637-0AB1-9CCCB594EF5D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1" creationId="{DE2A76EB-A3AD-D781-A719-738CDB57236D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2" creationId="{B94427A5-FC78-C5E9-688E-C182619AC704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3" creationId="{A729D514-6B1B-DF5D-168E-6990CC8AC56C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4" creationId="{182F817E-BE15-8EF0-CD69-70AF606ACE12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5" creationId="{53F5FA6D-6E8C-BA34-64C7-20E2248BE8B4}"/>
          </ac:spMkLst>
        </pc:spChg>
        <pc:spChg chg="del">
          <ac:chgData name="Thanh Nguyen" userId="c61a4279c1788c98" providerId="LiveId" clId="{971BA8A5-35FF-42B0-9871-77A94ADF94F5}" dt="2023-01-28T00:17:23.859" v="459" actId="478"/>
          <ac:spMkLst>
            <pc:docMk/>
            <pc:sldMk cId="401654152" sldId="389"/>
            <ac:spMk id="36" creationId="{55BECB0B-3BCD-ABF2-9B46-78CA13655DC1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43" creationId="{2FB3B814-3E32-E128-67BB-77025C6701B6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45" creationId="{76578C92-BAFE-30D9-90D9-6DE9E479F148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46" creationId="{55B1B5C5-465A-4B63-5165-22A19EA4DA32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47" creationId="{5E397422-CF15-BEAD-81C6-FC778A16D6C7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48" creationId="{24BEAA93-3877-0504-EDEC-BA899842FF00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49" creationId="{6101BCB4-1927-AC2D-3D99-282512CE5893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0" creationId="{C77C51C8-A7F3-A433-FE40-490206AFFDB7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1" creationId="{8F4AB0F5-9B0D-DBDD-BC71-EF26FEE483EE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2" creationId="{1E327BA5-69F0-3024-BA04-696039840700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3" creationId="{22A52B51-DCE5-EA7E-E110-C047F22E82CB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4" creationId="{B6778B2D-51C4-17E6-2682-66726DF5C016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5" creationId="{FC9D6F25-DE74-8E09-0FD6-638E5BAB1000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6" creationId="{AF512220-C288-7D92-8879-61E2A812D096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7" creationId="{CBE25573-8141-5C91-4424-3A1886CAAE97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8" creationId="{8D7F8FD9-3632-1C17-74E7-8A724DA3076F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59" creationId="{CE8EEA22-CA6D-9398-6BC3-75F83F058966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0" creationId="{1857C96E-E2C8-2FAF-62F7-7E526425CE44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1" creationId="{2C785D0F-8C5F-2AE8-70B0-FB85FCE5229B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2" creationId="{687025F8-F953-C5C2-C876-80782E5BD9D8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3" creationId="{CD71950F-DAD5-1C75-D6EE-58F62E52409F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4" creationId="{7CB48DDC-9D39-D00C-341B-FA361DCADA1D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5" creationId="{07C8EAE6-052C-AB61-6C99-DA7574A84184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6" creationId="{7F28102B-337D-BC3C-F666-9339E88BBD66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7" creationId="{F45ED610-F3CC-14B0-49A4-8E6F5AD2E388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68" creationId="{F1501D50-DFAA-0616-B699-810ABEE8C7B0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0" creationId="{B7244076-F8A2-2CFD-3D99-B77EFC5299B4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1" creationId="{00936643-9ABB-3E25-CFE8-1C955B00B359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3" creationId="{2B32A7C7-8839-22FD-584E-E9DC07141D8F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4" creationId="{E0FFEFE7-AF77-5963-E10D-B1FA8341F519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6" creationId="{B31FF505-6EF0-70AF-8177-7D709D7DBBDC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7" creationId="{7237FF8D-EB43-2FBA-0005-ACA847B351FF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78" creationId="{1DFF9B08-32EE-AFF9-9E91-DC4248440716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80" creationId="{768CFB5D-D85C-6AFE-7F5B-11C04DBACD28}"/>
          </ac:spMkLst>
        </pc:spChg>
        <pc:spChg chg="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81" creationId="{00DA09FE-EC35-C9F4-4C4C-E17B3231894E}"/>
          </ac:spMkLst>
        </pc:spChg>
        <pc:spChg chg="add mod">
          <ac:chgData name="Thanh Nguyen" userId="c61a4279c1788c98" providerId="LiveId" clId="{971BA8A5-35FF-42B0-9871-77A94ADF94F5}" dt="2023-01-28T00:17:25.245" v="460"/>
          <ac:spMkLst>
            <pc:docMk/>
            <pc:sldMk cId="401654152" sldId="389"/>
            <ac:spMk id="82" creationId="{6BFB7982-3BFC-A93E-DE97-CC44749279C5}"/>
          </ac:spMkLst>
        </pc:spChg>
        <pc:grpChg chg="add mod">
          <ac:chgData name="Thanh Nguyen" userId="c61a4279c1788c98" providerId="LiveId" clId="{971BA8A5-35FF-42B0-9871-77A94ADF94F5}" dt="2023-01-28T00:17:25.245" v="460"/>
          <ac:grpSpMkLst>
            <pc:docMk/>
            <pc:sldMk cId="401654152" sldId="389"/>
            <ac:grpSpMk id="7" creationId="{C2317562-285D-0E06-E685-C27FC15406DA}"/>
          </ac:grpSpMkLst>
        </pc:grpChg>
        <pc:grpChg chg="del">
          <ac:chgData name="Thanh Nguyen" userId="c61a4279c1788c98" providerId="LiveId" clId="{971BA8A5-35FF-42B0-9871-77A94ADF94F5}" dt="2023-01-28T00:17:23.859" v="459" actId="478"/>
          <ac:grpSpMkLst>
            <pc:docMk/>
            <pc:sldMk cId="401654152" sldId="389"/>
            <ac:grpSpMk id="9" creationId="{94F94C1C-5559-4D6F-99FD-6E965BE1CECC}"/>
          </ac:grpSpMkLst>
        </pc:grpChg>
        <pc:grpChg chg="del">
          <ac:chgData name="Thanh Nguyen" userId="c61a4279c1788c98" providerId="LiveId" clId="{971BA8A5-35FF-42B0-9871-77A94ADF94F5}" dt="2023-01-28T00:17:23.859" v="459" actId="478"/>
          <ac:grpSpMkLst>
            <pc:docMk/>
            <pc:sldMk cId="401654152" sldId="389"/>
            <ac:grpSpMk id="12" creationId="{E6172DA9-7F26-B9EC-D198-B34BEACCD0F8}"/>
          </ac:grpSpMkLst>
        </pc:grpChg>
        <pc:grpChg chg="del">
          <ac:chgData name="Thanh Nguyen" userId="c61a4279c1788c98" providerId="LiveId" clId="{971BA8A5-35FF-42B0-9871-77A94ADF94F5}" dt="2023-01-28T00:17:23.859" v="459" actId="478"/>
          <ac:grpSpMkLst>
            <pc:docMk/>
            <pc:sldMk cId="401654152" sldId="389"/>
            <ac:grpSpMk id="37" creationId="{47068FE5-6214-6CBA-B325-D6A46146A21D}"/>
          </ac:grpSpMkLst>
        </pc:grpChg>
        <pc:grpChg chg="del">
          <ac:chgData name="Thanh Nguyen" userId="c61a4279c1788c98" providerId="LiveId" clId="{971BA8A5-35FF-42B0-9871-77A94ADF94F5}" dt="2023-01-28T00:17:23.859" v="459" actId="478"/>
          <ac:grpSpMkLst>
            <pc:docMk/>
            <pc:sldMk cId="401654152" sldId="389"/>
            <ac:grpSpMk id="40" creationId="{15D0A3EF-BAF2-9C05-BD0D-60B74D74CA13}"/>
          </ac:grpSpMkLst>
        </pc:grpChg>
        <pc:grpChg chg="add mod">
          <ac:chgData name="Thanh Nguyen" userId="c61a4279c1788c98" providerId="LiveId" clId="{971BA8A5-35FF-42B0-9871-77A94ADF94F5}" dt="2023-01-28T00:17:25.245" v="460"/>
          <ac:grpSpMkLst>
            <pc:docMk/>
            <pc:sldMk cId="401654152" sldId="389"/>
            <ac:grpSpMk id="44" creationId="{6AB1B2A4-C9B4-075F-DBC4-0857C2B132E3}"/>
          </ac:grpSpMkLst>
        </pc:grpChg>
        <pc:grpChg chg="add mod">
          <ac:chgData name="Thanh Nguyen" userId="c61a4279c1788c98" providerId="LiveId" clId="{971BA8A5-35FF-42B0-9871-77A94ADF94F5}" dt="2023-01-28T00:17:25.245" v="460"/>
          <ac:grpSpMkLst>
            <pc:docMk/>
            <pc:sldMk cId="401654152" sldId="389"/>
            <ac:grpSpMk id="69" creationId="{FFDB45E6-A069-F8EB-8552-9D4428B71C5E}"/>
          </ac:grpSpMkLst>
        </pc:grpChg>
        <pc:grpChg chg="add mod">
          <ac:chgData name="Thanh Nguyen" userId="c61a4279c1788c98" providerId="LiveId" clId="{971BA8A5-35FF-42B0-9871-77A94ADF94F5}" dt="2023-01-28T00:17:25.245" v="460"/>
          <ac:grpSpMkLst>
            <pc:docMk/>
            <pc:sldMk cId="401654152" sldId="389"/>
            <ac:grpSpMk id="72" creationId="{BD399D08-A8B5-B118-3333-597FAAE2B122}"/>
          </ac:grpSpMkLst>
        </pc:grpChg>
        <pc:grpChg chg="add mod">
          <ac:chgData name="Thanh Nguyen" userId="c61a4279c1788c98" providerId="LiveId" clId="{971BA8A5-35FF-42B0-9871-77A94ADF94F5}" dt="2023-01-28T00:17:25.245" v="460"/>
          <ac:grpSpMkLst>
            <pc:docMk/>
            <pc:sldMk cId="401654152" sldId="389"/>
            <ac:grpSpMk id="75" creationId="{DD49058D-DFDF-8D79-96EE-BDE45440E246}"/>
          </ac:grpSpMkLst>
        </pc:grpChg>
        <pc:grpChg chg="add mod">
          <ac:chgData name="Thanh Nguyen" userId="c61a4279c1788c98" providerId="LiveId" clId="{971BA8A5-35FF-42B0-9871-77A94ADF94F5}" dt="2023-01-28T00:17:25.245" v="460"/>
          <ac:grpSpMkLst>
            <pc:docMk/>
            <pc:sldMk cId="401654152" sldId="389"/>
            <ac:grpSpMk id="79" creationId="{084B5E85-8200-8A04-5DBD-6B4B0D01F4E0}"/>
          </ac:grpSpMkLst>
        </pc:grpChg>
      </pc:sldChg>
      <pc:sldChg chg="addSp delSp modSp add mod">
        <pc:chgData name="Thanh Nguyen" userId="c61a4279c1788c98" providerId="LiveId" clId="{971BA8A5-35FF-42B0-9871-77A94ADF94F5}" dt="2023-01-28T00:18:48.188" v="509" actId="20577"/>
        <pc:sldMkLst>
          <pc:docMk/>
          <pc:sldMk cId="239806431" sldId="390"/>
        </pc:sldMkLst>
        <pc:spChg chg="mod">
          <ac:chgData name="Thanh Nguyen" userId="c61a4279c1788c98" providerId="LiveId" clId="{971BA8A5-35FF-42B0-9871-77A94ADF94F5}" dt="2023-01-28T00:18:48.188" v="509" actId="20577"/>
          <ac:spMkLst>
            <pc:docMk/>
            <pc:sldMk cId="239806431" sldId="390"/>
            <ac:spMk id="2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" creationId="{3D054C44-DCB1-0246-90CE-8C260716A1CD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" creationId="{D3C76375-E0F3-2B54-0724-9E572982B59C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" creationId="{EC355966-A558-C7E8-30CD-B0535CE2FE3D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" creationId="{C9B21293-E2DC-DAB2-DB16-78CEB315F6F5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2" creationId="{F015738C-F7E4-B657-339C-1D11853D958C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3" creationId="{078806BC-1AEF-422A-6EBC-38F03F39D5E6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4" creationId="{C210946E-95F5-4115-4CFE-9863FE33BC5D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5" creationId="{19E4291B-9ADE-3E91-3E26-515BDFF83695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6" creationId="{D60C6780-9A0F-C5BB-AE6A-5DC15FE2C17B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7" creationId="{DD2EB419-20AD-590E-C0CC-9959C9A10D61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8" creationId="{A8D3204C-7ABA-A38A-1E94-CEED9B0D466C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9" creationId="{2A2063F3-0716-1863-DAD5-30B9EF206172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0" creationId="{7475EE95-2BB4-C1F1-B6D6-30BF53E614A4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1" creationId="{F3CBC45B-C124-9756-39D6-3704CE3C0FF5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2" creationId="{4EFA5858-E1D9-DBD9-B69E-ED5A5D87A1AA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3" creationId="{C2593837-EC99-F566-22E6-BF39572F558F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4" creationId="{C735B615-BC24-4DB5-1658-A0777D42EDCC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5" creationId="{941E124F-D79D-C584-FF2C-2DF90B5A5F03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6" creationId="{4AB38D23-69F3-0BA2-3508-E7DFDE853907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7" creationId="{984E9D2C-B50E-B05A-1306-5038D4DC5C3C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8" creationId="{546ABE12-0582-0C10-5D05-A134A84F50AF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29" creationId="{497345FA-01CE-4901-01B6-D49635307FB7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0" creationId="{79D2199A-BC39-F013-5FF8-6449625E60D8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1" creationId="{B805513B-2B72-97D0-4F87-A21BE69CAE3C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2" creationId="{E73B85BD-C632-A72F-4A5D-00DD063A2EEB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3" creationId="{A4FCA20E-D39F-8131-074E-B49E06F1D941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4" creationId="{B8B02F74-0846-9768-2CB4-8063A5B76FF2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5" creationId="{3FB1B810-DBBF-F753-27D5-DC7508338F4C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7" creationId="{5C725A94-8777-A10C-4F8D-C0E5FCB60B97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38" creationId="{6D8564CB-90BA-38FD-4246-04621A082F1F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40" creationId="{0FF28188-D8BD-539E-89F6-A54B075F9A7F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41" creationId="{F391A456-3254-3EEC-CD7A-A9A8438BC39C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42" creationId="{171A643A-6A82-BAB4-8976-A4EDCD78A789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47" creationId="{5E397422-CF15-BEAD-81C6-FC778A16D6C7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48" creationId="{24BEAA93-3877-0504-EDEC-BA899842FF00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49" creationId="{6101BCB4-1927-AC2D-3D99-282512CE5893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0" creationId="{C77C51C8-A7F3-A433-FE40-490206AFFDB7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1" creationId="{8F4AB0F5-9B0D-DBDD-BC71-EF26FEE483EE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2" creationId="{1E327BA5-69F0-3024-BA04-696039840700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3" creationId="{22A52B51-DCE5-EA7E-E110-C047F22E82CB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4" creationId="{B6778B2D-51C4-17E6-2682-66726DF5C016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5" creationId="{FC9D6F25-DE74-8E09-0FD6-638E5BAB1000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6" creationId="{AF512220-C288-7D92-8879-61E2A812D096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7" creationId="{CBE25573-8141-5C91-4424-3A1886CAAE97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8" creationId="{8D7F8FD9-3632-1C17-74E7-8A724DA3076F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59" creationId="{CE8EEA22-CA6D-9398-6BC3-75F83F058966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0" creationId="{1857C96E-E2C8-2FAF-62F7-7E526425CE44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1" creationId="{2C785D0F-8C5F-2AE8-70B0-FB85FCE5229B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2" creationId="{687025F8-F953-C5C2-C876-80782E5BD9D8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3" creationId="{CD71950F-DAD5-1C75-D6EE-58F62E52409F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4" creationId="{7CB48DDC-9D39-D00C-341B-FA361DCADA1D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5" creationId="{07C8EAE6-052C-AB61-6C99-DA7574A84184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6" creationId="{7F28102B-337D-BC3C-F666-9339E88BBD66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7" creationId="{F45ED610-F3CC-14B0-49A4-8E6F5AD2E388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68" creationId="{F1501D50-DFAA-0616-B699-810ABEE8C7B0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78" creationId="{1DFF9B08-32EE-AFF9-9E91-DC4248440716}"/>
          </ac:spMkLst>
        </pc:spChg>
        <pc:spChg chg="del">
          <ac:chgData name="Thanh Nguyen" userId="c61a4279c1788c98" providerId="LiveId" clId="{971BA8A5-35FF-42B0-9871-77A94ADF94F5}" dt="2023-01-28T00:18:23.705" v="477" actId="478"/>
          <ac:spMkLst>
            <pc:docMk/>
            <pc:sldMk cId="239806431" sldId="390"/>
            <ac:spMk id="82" creationId="{6BFB7982-3BFC-A93E-DE97-CC44749279C5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3" creationId="{A40D7160-5DDD-5299-A4D0-DBB79C594DC7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4" creationId="{10C5B786-B743-AC1C-4DCA-B0BCFF100053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5" creationId="{ADA11D94-CBA0-2E60-3FF8-6711B937468B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6" creationId="{967F3C15-69C4-CA46-1735-73D95CE1E4BF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7" creationId="{50E49D5D-E0EA-D8F0-68DD-5E308045C116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8" creationId="{AB442275-CB03-789A-0742-174B5D14E827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89" creationId="{B2B04023-4BAF-935D-3945-339665AB6F11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0" creationId="{750B8501-7618-845F-199E-75BD5261DD74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1" creationId="{EDF14860-7D97-CF56-A8D2-CD6AAF616BD5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2" creationId="{6CE91A5E-DF30-F36F-92F3-F1AA2DE9F046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3" creationId="{D271E30C-A763-9E44-8D39-5D19EBA66E86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4" creationId="{7530F5CD-9D22-5A6C-6BC1-2CDAD64ECC30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5" creationId="{9C63D2D0-18FF-90B0-6D42-E0F4A177BE0F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6" creationId="{1D26BED9-F975-33B2-3290-47DCB404BAE2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7" creationId="{6CB7CECF-0FCA-7A31-0E89-F996CCD3FF6A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8" creationId="{11D3C4CE-F205-B8F2-15B2-F9BCFBD67495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99" creationId="{F8F9B19E-634F-BA44-A086-BBC82280E060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0" creationId="{754E00FC-4752-E1F6-8E8D-B81D1F6C1F0D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1" creationId="{A7E87AE5-077E-5F23-AF3E-C29E037C1E36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2" creationId="{6C95DAF6-C742-781F-7649-D512A21FE688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3" creationId="{6498EFBD-DC09-67B5-8C49-78585B2E52AC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5" creationId="{D4F2A4C9-E34D-9B11-E129-474C962F0722}"/>
          </ac:spMkLst>
        </pc:spChg>
        <pc:spChg chg="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6" creationId="{9C3357E3-428F-FFA1-BE7C-A6694F6FFCD6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7" creationId="{5C135538-5FF5-F52A-05C1-B78BD76F98D8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8" creationId="{26C2F342-1CC6-F0ED-F1F4-74199346B290}"/>
          </ac:spMkLst>
        </pc:spChg>
        <pc:spChg chg="add mod">
          <ac:chgData name="Thanh Nguyen" userId="c61a4279c1788c98" providerId="LiveId" clId="{971BA8A5-35FF-42B0-9871-77A94ADF94F5}" dt="2023-01-28T00:18:27.872" v="479"/>
          <ac:spMkLst>
            <pc:docMk/>
            <pc:sldMk cId="239806431" sldId="390"/>
            <ac:spMk id="109" creationId="{7B1360E5-B99E-B9BE-9C1A-013BBE84F51F}"/>
          </ac:spMkLst>
        </pc:spChg>
        <pc:grpChg chg="add mod">
          <ac:chgData name="Thanh Nguyen" userId="c61a4279c1788c98" providerId="LiveId" clId="{971BA8A5-35FF-42B0-9871-77A94ADF94F5}" dt="2023-01-28T00:18:27.872" v="479"/>
          <ac:grpSpMkLst>
            <pc:docMk/>
            <pc:sldMk cId="239806431" sldId="390"/>
            <ac:grpSpMk id="5" creationId="{26893CE2-535F-E74F-48D4-CDFD3FEA1169}"/>
          </ac:grpSpMkLst>
        </pc:grpChg>
        <pc:grpChg chg="del">
          <ac:chgData name="Thanh Nguyen" userId="c61a4279c1788c98" providerId="LiveId" clId="{971BA8A5-35FF-42B0-9871-77A94ADF94F5}" dt="2023-01-28T00:18:23.705" v="477" actId="478"/>
          <ac:grpSpMkLst>
            <pc:docMk/>
            <pc:sldMk cId="239806431" sldId="390"/>
            <ac:grpSpMk id="7" creationId="{C2317562-285D-0E06-E685-C27FC15406DA}"/>
          </ac:grpSpMkLst>
        </pc:grpChg>
        <pc:grpChg chg="add mod">
          <ac:chgData name="Thanh Nguyen" userId="c61a4279c1788c98" providerId="LiveId" clId="{971BA8A5-35FF-42B0-9871-77A94ADF94F5}" dt="2023-01-28T00:18:27.872" v="479"/>
          <ac:grpSpMkLst>
            <pc:docMk/>
            <pc:sldMk cId="239806431" sldId="390"/>
            <ac:grpSpMk id="11" creationId="{01F4CCAE-84B4-E08F-08A6-6323A91F43B2}"/>
          </ac:grpSpMkLst>
        </pc:grpChg>
        <pc:grpChg chg="add mod">
          <ac:chgData name="Thanh Nguyen" userId="c61a4279c1788c98" providerId="LiveId" clId="{971BA8A5-35FF-42B0-9871-77A94ADF94F5}" dt="2023-01-28T00:18:27.872" v="479"/>
          <ac:grpSpMkLst>
            <pc:docMk/>
            <pc:sldMk cId="239806431" sldId="390"/>
            <ac:grpSpMk id="36" creationId="{04B158E9-E92A-9F76-BD1D-B72E1038B6B3}"/>
          </ac:grpSpMkLst>
        </pc:grpChg>
        <pc:grpChg chg="add mod">
          <ac:chgData name="Thanh Nguyen" userId="c61a4279c1788c98" providerId="LiveId" clId="{971BA8A5-35FF-42B0-9871-77A94ADF94F5}" dt="2023-01-28T00:18:27.872" v="479"/>
          <ac:grpSpMkLst>
            <pc:docMk/>
            <pc:sldMk cId="239806431" sldId="390"/>
            <ac:grpSpMk id="39" creationId="{B38F9001-D5C8-9835-4C10-241B5A5032C8}"/>
          </ac:grpSpMkLst>
        </pc:grpChg>
        <pc:grpChg chg="del">
          <ac:chgData name="Thanh Nguyen" userId="c61a4279c1788c98" providerId="LiveId" clId="{971BA8A5-35FF-42B0-9871-77A94ADF94F5}" dt="2023-01-28T00:18:23.705" v="477" actId="478"/>
          <ac:grpSpMkLst>
            <pc:docMk/>
            <pc:sldMk cId="239806431" sldId="390"/>
            <ac:grpSpMk id="44" creationId="{6AB1B2A4-C9B4-075F-DBC4-0857C2B132E3}"/>
          </ac:grpSpMkLst>
        </pc:grpChg>
        <pc:grpChg chg="del">
          <ac:chgData name="Thanh Nguyen" userId="c61a4279c1788c98" providerId="LiveId" clId="{971BA8A5-35FF-42B0-9871-77A94ADF94F5}" dt="2023-01-28T00:18:23.705" v="477" actId="478"/>
          <ac:grpSpMkLst>
            <pc:docMk/>
            <pc:sldMk cId="239806431" sldId="390"/>
            <ac:grpSpMk id="69" creationId="{FFDB45E6-A069-F8EB-8552-9D4428B71C5E}"/>
          </ac:grpSpMkLst>
        </pc:grpChg>
        <pc:grpChg chg="del">
          <ac:chgData name="Thanh Nguyen" userId="c61a4279c1788c98" providerId="LiveId" clId="{971BA8A5-35FF-42B0-9871-77A94ADF94F5}" dt="2023-01-28T00:18:23.705" v="477" actId="478"/>
          <ac:grpSpMkLst>
            <pc:docMk/>
            <pc:sldMk cId="239806431" sldId="390"/>
            <ac:grpSpMk id="72" creationId="{BD399D08-A8B5-B118-3333-597FAAE2B122}"/>
          </ac:grpSpMkLst>
        </pc:grpChg>
        <pc:grpChg chg="del">
          <ac:chgData name="Thanh Nguyen" userId="c61a4279c1788c98" providerId="LiveId" clId="{971BA8A5-35FF-42B0-9871-77A94ADF94F5}" dt="2023-01-28T00:18:23.705" v="477" actId="478"/>
          <ac:grpSpMkLst>
            <pc:docMk/>
            <pc:sldMk cId="239806431" sldId="390"/>
            <ac:grpSpMk id="75" creationId="{DD49058D-DFDF-8D79-96EE-BDE45440E246}"/>
          </ac:grpSpMkLst>
        </pc:grpChg>
        <pc:grpChg chg="del">
          <ac:chgData name="Thanh Nguyen" userId="c61a4279c1788c98" providerId="LiveId" clId="{971BA8A5-35FF-42B0-9871-77A94ADF94F5}" dt="2023-01-28T00:18:25.582" v="478" actId="478"/>
          <ac:grpSpMkLst>
            <pc:docMk/>
            <pc:sldMk cId="239806431" sldId="390"/>
            <ac:grpSpMk id="79" creationId="{084B5E85-8200-8A04-5DBD-6B4B0D01F4E0}"/>
          </ac:grpSpMkLst>
        </pc:grpChg>
        <pc:grpChg chg="add mod">
          <ac:chgData name="Thanh Nguyen" userId="c61a4279c1788c98" providerId="LiveId" clId="{971BA8A5-35FF-42B0-9871-77A94ADF94F5}" dt="2023-01-28T00:18:27.872" v="479"/>
          <ac:grpSpMkLst>
            <pc:docMk/>
            <pc:sldMk cId="239806431" sldId="390"/>
            <ac:grpSpMk id="104" creationId="{A8202462-095A-395C-AD11-46C6F9426125}"/>
          </ac:grpSpMkLst>
        </pc:grpChg>
      </pc:sldChg>
      <pc:sldChg chg="add del">
        <pc:chgData name="Thanh Nguyen" userId="c61a4279c1788c98" providerId="LiveId" clId="{971BA8A5-35FF-42B0-9871-77A94ADF94F5}" dt="2023-01-28T10:05:23.289" v="2044" actId="2696"/>
        <pc:sldMkLst>
          <pc:docMk/>
          <pc:sldMk cId="84397772" sldId="391"/>
        </pc:sldMkLst>
      </pc:sldChg>
      <pc:sldChg chg="modSp add mod ord">
        <pc:chgData name="Thanh Nguyen" userId="c61a4279c1788c98" providerId="LiveId" clId="{971BA8A5-35FF-42B0-9871-77A94ADF94F5}" dt="2023-01-28T10:06:53.267" v="2045" actId="114"/>
        <pc:sldMkLst>
          <pc:docMk/>
          <pc:sldMk cId="706995707" sldId="392"/>
        </pc:sldMkLst>
        <pc:spChg chg="mod">
          <ac:chgData name="Thanh Nguyen" userId="c61a4279c1788c98" providerId="LiveId" clId="{971BA8A5-35FF-42B0-9871-77A94ADF94F5}" dt="2023-01-28T00:20:13.401" v="563" actId="20577"/>
          <ac:spMkLst>
            <pc:docMk/>
            <pc:sldMk cId="706995707" sldId="392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10:06:53.267" v="2045" actId="114"/>
          <ac:spMkLst>
            <pc:docMk/>
            <pc:sldMk cId="706995707" sldId="392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971BA8A5-35FF-42B0-9871-77A94ADF94F5}" dt="2023-01-28T10:08:09.060" v="2051" actId="20577"/>
        <pc:sldMkLst>
          <pc:docMk/>
          <pc:sldMk cId="3964980823" sldId="393"/>
        </pc:sldMkLst>
        <pc:spChg chg="mod">
          <ac:chgData name="Thanh Nguyen" userId="c61a4279c1788c98" providerId="LiveId" clId="{971BA8A5-35FF-42B0-9871-77A94ADF94F5}" dt="2023-01-28T00:21:59.620" v="581" actId="255"/>
          <ac:spMkLst>
            <pc:docMk/>
            <pc:sldMk cId="3964980823" sldId="393"/>
            <ac:spMk id="2" creationId="{00000000-0000-0000-0000-000000000000}"/>
          </ac:spMkLst>
        </pc:spChg>
        <pc:spChg chg="add del mod">
          <ac:chgData name="Thanh Nguyen" userId="c61a4279c1788c98" providerId="LiveId" clId="{971BA8A5-35FF-42B0-9871-77A94ADF94F5}" dt="2023-01-28T00:24:45.967" v="613" actId="12084"/>
          <ac:spMkLst>
            <pc:docMk/>
            <pc:sldMk cId="3964980823" sldId="393"/>
            <ac:spMk id="3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8T10:08:09.060" v="2051" actId="20577"/>
          <ac:spMkLst>
            <pc:docMk/>
            <pc:sldMk cId="3964980823" sldId="393"/>
            <ac:spMk id="7" creationId="{4B6369A0-6144-D191-9617-9D808D6D2E3F}"/>
          </ac:spMkLst>
        </pc:spChg>
        <pc:graphicFrameChg chg="add del mod">
          <ac:chgData name="Thanh Nguyen" userId="c61a4279c1788c98" providerId="LiveId" clId="{971BA8A5-35FF-42B0-9871-77A94ADF94F5}" dt="2023-01-28T00:24:19.604" v="592" actId="12084"/>
          <ac:graphicFrameMkLst>
            <pc:docMk/>
            <pc:sldMk cId="3964980823" sldId="393"/>
            <ac:graphicFrameMk id="5" creationId="{6543326D-D9DD-064C-2390-213E122FB090}"/>
          </ac:graphicFrameMkLst>
        </pc:graphicFrameChg>
        <pc:graphicFrameChg chg="add mod">
          <ac:chgData name="Thanh Nguyen" userId="c61a4279c1788c98" providerId="LiveId" clId="{971BA8A5-35FF-42B0-9871-77A94ADF94F5}" dt="2023-01-28T00:29:32.454" v="644" actId="12100"/>
          <ac:graphicFrameMkLst>
            <pc:docMk/>
            <pc:sldMk cId="3964980823" sldId="393"/>
            <ac:graphicFrameMk id="6" creationId="{6BA29BC1-0863-083C-94A2-052F3BD99FFA}"/>
          </ac:graphicFrameMkLst>
        </pc:graphicFrameChg>
      </pc:sldChg>
      <pc:sldChg chg="addSp delSp modSp add mod ord">
        <pc:chgData name="Thanh Nguyen" userId="c61a4279c1788c98" providerId="LiveId" clId="{971BA8A5-35FF-42B0-9871-77A94ADF94F5}" dt="2023-01-28T00:30:33.219" v="651" actId="1035"/>
        <pc:sldMkLst>
          <pc:docMk/>
          <pc:sldMk cId="2337717264" sldId="394"/>
        </pc:sldMkLst>
        <pc:spChg chg="mod">
          <ac:chgData name="Thanh Nguyen" userId="c61a4279c1788c98" providerId="LiveId" clId="{971BA8A5-35FF-42B0-9871-77A94ADF94F5}" dt="2023-01-28T00:30:12.783" v="648"/>
          <ac:spMkLst>
            <pc:docMk/>
            <pc:sldMk cId="2337717264" sldId="394"/>
            <ac:spMk id="2" creationId="{00000000-0000-0000-0000-000000000000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" creationId="{3D054C44-DCB1-0246-90CE-8C260716A1CD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4" creationId="{00000000-0000-0000-0000-000000000000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4" creationId="{C210946E-95F5-4115-4CFE-9863FE33BC5D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5" creationId="{19E4291B-9ADE-3E91-3E26-515BDFF83695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6" creationId="{D60C6780-9A0F-C5BB-AE6A-5DC15FE2C17B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7" creationId="{DD2EB419-20AD-590E-C0CC-9959C9A10D61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8" creationId="{A8D3204C-7ABA-A38A-1E94-CEED9B0D466C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9" creationId="{2A2063F3-0716-1863-DAD5-30B9EF206172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0" creationId="{7475EE95-2BB4-C1F1-B6D6-30BF53E614A4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1" creationId="{F3CBC45B-C124-9756-39D6-3704CE3C0FF5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2" creationId="{4EFA5858-E1D9-DBD9-B69E-ED5A5D87A1AA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3" creationId="{C2593837-EC99-F566-22E6-BF39572F558F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4" creationId="{C735B615-BC24-4DB5-1658-A0777D42EDCC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5" creationId="{941E124F-D79D-C584-FF2C-2DF90B5A5F03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6" creationId="{4AB38D23-69F3-0BA2-3508-E7DFDE853907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7" creationId="{984E9D2C-B50E-B05A-1306-5038D4DC5C3C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8" creationId="{546ABE12-0582-0C10-5D05-A134A84F50AF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29" creationId="{497345FA-01CE-4901-01B6-D49635307FB7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0" creationId="{79D2199A-BC39-F013-5FF8-6449625E60D8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1" creationId="{B805513B-2B72-97D0-4F87-A21BE69CAE3C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2" creationId="{E73B85BD-C632-A72F-4A5D-00DD063A2EEB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3" creationId="{A4FCA20E-D39F-8131-074E-B49E06F1D941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4" creationId="{B8B02F74-0846-9768-2CB4-8063A5B76FF2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35" creationId="{3FB1B810-DBBF-F753-27D5-DC7508338F4C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42" creationId="{171A643A-6A82-BAB4-8976-A4EDCD78A789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3" creationId="{A40D7160-5DDD-5299-A4D0-DBB79C594DC7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4" creationId="{10C5B786-B743-AC1C-4DCA-B0BCFF100053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5" creationId="{ADA11D94-CBA0-2E60-3FF8-6711B937468B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6" creationId="{967F3C15-69C4-CA46-1735-73D95CE1E4BF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7" creationId="{50E49D5D-E0EA-D8F0-68DD-5E308045C116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8" creationId="{AB442275-CB03-789A-0742-174B5D14E827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89" creationId="{B2B04023-4BAF-935D-3945-339665AB6F11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0" creationId="{750B8501-7618-845F-199E-75BD5261DD74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1" creationId="{EDF14860-7D97-CF56-A8D2-CD6AAF616BD5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2" creationId="{6CE91A5E-DF30-F36F-92F3-F1AA2DE9F046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3" creationId="{D271E30C-A763-9E44-8D39-5D19EBA66E86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4" creationId="{7530F5CD-9D22-5A6C-6BC1-2CDAD64ECC30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5" creationId="{9C63D2D0-18FF-90B0-6D42-E0F4A177BE0F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6" creationId="{1D26BED9-F975-33B2-3290-47DCB404BAE2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7" creationId="{6CB7CECF-0FCA-7A31-0E89-F996CCD3FF6A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8" creationId="{11D3C4CE-F205-B8F2-15B2-F9BCFBD67495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99" creationId="{F8F9B19E-634F-BA44-A086-BBC82280E060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0" creationId="{754E00FC-4752-E1F6-8E8D-B81D1F6C1F0D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1" creationId="{A7E87AE5-077E-5F23-AF3E-C29E037C1E36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2" creationId="{6C95DAF6-C742-781F-7649-D512A21FE688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3" creationId="{6498EFBD-DC09-67B5-8C49-78585B2E52AC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7" creationId="{5C135538-5FF5-F52A-05C1-B78BD76F98D8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8" creationId="{26C2F342-1CC6-F0ED-F1F4-74199346B290}"/>
          </ac:spMkLst>
        </pc:spChg>
        <pc:spChg chg="del">
          <ac:chgData name="Thanh Nguyen" userId="c61a4279c1788c98" providerId="LiveId" clId="{971BA8A5-35FF-42B0-9871-77A94ADF94F5}" dt="2023-01-28T00:30:27.701" v="649" actId="478"/>
          <ac:spMkLst>
            <pc:docMk/>
            <pc:sldMk cId="2337717264" sldId="394"/>
            <ac:spMk id="109" creationId="{7B1360E5-B99E-B9BE-9C1A-013BBE84F51F}"/>
          </ac:spMkLst>
        </pc:spChg>
        <pc:grpChg chg="del">
          <ac:chgData name="Thanh Nguyen" userId="c61a4279c1788c98" providerId="LiveId" clId="{971BA8A5-35FF-42B0-9871-77A94ADF94F5}" dt="2023-01-28T00:30:27.701" v="649" actId="478"/>
          <ac:grpSpMkLst>
            <pc:docMk/>
            <pc:sldMk cId="2337717264" sldId="394"/>
            <ac:grpSpMk id="5" creationId="{26893CE2-535F-E74F-48D4-CDFD3FEA1169}"/>
          </ac:grpSpMkLst>
        </pc:grpChg>
        <pc:grpChg chg="del">
          <ac:chgData name="Thanh Nguyen" userId="c61a4279c1788c98" providerId="LiveId" clId="{971BA8A5-35FF-42B0-9871-77A94ADF94F5}" dt="2023-01-28T00:30:27.701" v="649" actId="478"/>
          <ac:grpSpMkLst>
            <pc:docMk/>
            <pc:sldMk cId="2337717264" sldId="394"/>
            <ac:grpSpMk id="11" creationId="{01F4CCAE-84B4-E08F-08A6-6323A91F43B2}"/>
          </ac:grpSpMkLst>
        </pc:grpChg>
        <pc:grpChg chg="del">
          <ac:chgData name="Thanh Nguyen" userId="c61a4279c1788c98" providerId="LiveId" clId="{971BA8A5-35FF-42B0-9871-77A94ADF94F5}" dt="2023-01-28T00:30:27.701" v="649" actId="478"/>
          <ac:grpSpMkLst>
            <pc:docMk/>
            <pc:sldMk cId="2337717264" sldId="394"/>
            <ac:grpSpMk id="36" creationId="{04B158E9-E92A-9F76-BD1D-B72E1038B6B3}"/>
          </ac:grpSpMkLst>
        </pc:grpChg>
        <pc:grpChg chg="del">
          <ac:chgData name="Thanh Nguyen" userId="c61a4279c1788c98" providerId="LiveId" clId="{971BA8A5-35FF-42B0-9871-77A94ADF94F5}" dt="2023-01-28T00:30:27.701" v="649" actId="478"/>
          <ac:grpSpMkLst>
            <pc:docMk/>
            <pc:sldMk cId="2337717264" sldId="394"/>
            <ac:grpSpMk id="39" creationId="{B38F9001-D5C8-9835-4C10-241B5A5032C8}"/>
          </ac:grpSpMkLst>
        </pc:grpChg>
        <pc:grpChg chg="del">
          <ac:chgData name="Thanh Nguyen" userId="c61a4279c1788c98" providerId="LiveId" clId="{971BA8A5-35FF-42B0-9871-77A94ADF94F5}" dt="2023-01-28T00:30:27.701" v="649" actId="478"/>
          <ac:grpSpMkLst>
            <pc:docMk/>
            <pc:sldMk cId="2337717264" sldId="394"/>
            <ac:grpSpMk id="104" creationId="{A8202462-095A-395C-AD11-46C6F9426125}"/>
          </ac:grpSpMkLst>
        </pc:grpChg>
        <pc:picChg chg="add mod">
          <ac:chgData name="Thanh Nguyen" userId="c61a4279c1788c98" providerId="LiveId" clId="{971BA8A5-35FF-42B0-9871-77A94ADF94F5}" dt="2023-01-28T00:30:33.219" v="651" actId="1035"/>
          <ac:picMkLst>
            <pc:docMk/>
            <pc:sldMk cId="2337717264" sldId="394"/>
            <ac:picMk id="6" creationId="{E68442BE-524B-1F70-447F-088FB3F01627}"/>
          </ac:picMkLst>
        </pc:picChg>
      </pc:sldChg>
      <pc:sldChg chg="modSp add mod ord">
        <pc:chgData name="Thanh Nguyen" userId="c61a4279c1788c98" providerId="LiveId" clId="{971BA8A5-35FF-42B0-9871-77A94ADF94F5}" dt="2023-01-28T00:32:08.478" v="710" actId="20577"/>
        <pc:sldMkLst>
          <pc:docMk/>
          <pc:sldMk cId="2250230559" sldId="395"/>
        </pc:sldMkLst>
        <pc:spChg chg="mod">
          <ac:chgData name="Thanh Nguyen" userId="c61a4279c1788c98" providerId="LiveId" clId="{971BA8A5-35FF-42B0-9871-77A94ADF94F5}" dt="2023-01-28T00:31:15.641" v="702" actId="20577"/>
          <ac:spMkLst>
            <pc:docMk/>
            <pc:sldMk cId="2250230559" sldId="395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32:08.478" v="710" actId="20577"/>
          <ac:spMkLst>
            <pc:docMk/>
            <pc:sldMk cId="2250230559" sldId="395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971BA8A5-35FF-42B0-9871-77A94ADF94F5}" dt="2023-01-28T10:09:23.803" v="2052" actId="207"/>
        <pc:sldMkLst>
          <pc:docMk/>
          <pc:sldMk cId="980131188" sldId="396"/>
        </pc:sldMkLst>
        <pc:spChg chg="mod">
          <ac:chgData name="Thanh Nguyen" userId="c61a4279c1788c98" providerId="LiveId" clId="{971BA8A5-35FF-42B0-9871-77A94ADF94F5}" dt="2023-01-28T00:32:48.012" v="739" actId="20577"/>
          <ac:spMkLst>
            <pc:docMk/>
            <pc:sldMk cId="980131188" sldId="396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10:09:23.803" v="2052" actId="207"/>
          <ac:spMkLst>
            <pc:docMk/>
            <pc:sldMk cId="980131188" sldId="396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971BA8A5-35FF-42B0-9871-77A94ADF94F5}" dt="2023-01-28T00:35:38.497" v="774" actId="27636"/>
        <pc:sldMkLst>
          <pc:docMk/>
          <pc:sldMk cId="3050061963" sldId="397"/>
        </pc:sldMkLst>
        <pc:spChg chg="mod">
          <ac:chgData name="Thanh Nguyen" userId="c61a4279c1788c98" providerId="LiveId" clId="{971BA8A5-35FF-42B0-9871-77A94ADF94F5}" dt="2023-01-28T00:34:45.223" v="762" actId="20577"/>
          <ac:spMkLst>
            <pc:docMk/>
            <pc:sldMk cId="3050061963" sldId="397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35:38.497" v="774" actId="27636"/>
          <ac:spMkLst>
            <pc:docMk/>
            <pc:sldMk cId="3050061963" sldId="397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971BA8A5-35FF-42B0-9871-77A94ADF94F5}" dt="2023-01-28T00:37:10.066" v="809" actId="20577"/>
        <pc:sldMkLst>
          <pc:docMk/>
          <pc:sldMk cId="2005305146" sldId="398"/>
        </pc:sldMkLst>
        <pc:spChg chg="mod">
          <ac:chgData name="Thanh Nguyen" userId="c61a4279c1788c98" providerId="LiveId" clId="{971BA8A5-35FF-42B0-9871-77A94ADF94F5}" dt="2023-01-28T00:36:39.707" v="798" actId="20577"/>
          <ac:spMkLst>
            <pc:docMk/>
            <pc:sldMk cId="2005305146" sldId="398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37:10.066" v="809" actId="20577"/>
          <ac:spMkLst>
            <pc:docMk/>
            <pc:sldMk cId="2005305146" sldId="398"/>
            <ac:spMk id="7" creationId="{4B6369A0-6144-D191-9617-9D808D6D2E3F}"/>
          </ac:spMkLst>
        </pc:spChg>
      </pc:sldChg>
      <pc:sldChg chg="addSp delSp modSp add mod ord">
        <pc:chgData name="Thanh Nguyen" userId="c61a4279c1788c98" providerId="LiveId" clId="{971BA8A5-35FF-42B0-9871-77A94ADF94F5}" dt="2023-01-28T10:10:50.621" v="2056" actId="207"/>
        <pc:sldMkLst>
          <pc:docMk/>
          <pc:sldMk cId="3138762528" sldId="399"/>
        </pc:sldMkLst>
        <pc:spChg chg="mod">
          <ac:chgData name="Thanh Nguyen" userId="c61a4279c1788c98" providerId="LiveId" clId="{971BA8A5-35FF-42B0-9871-77A94ADF94F5}" dt="2023-01-28T00:37:57.494" v="835" actId="20577"/>
          <ac:spMkLst>
            <pc:docMk/>
            <pc:sldMk cId="3138762528" sldId="399"/>
            <ac:spMk id="2" creationId="{00000000-0000-0000-0000-000000000000}"/>
          </ac:spMkLst>
        </pc:spChg>
        <pc:spChg chg="add del mod">
          <ac:chgData name="Thanh Nguyen" userId="c61a4279c1788c98" providerId="LiveId" clId="{971BA8A5-35FF-42B0-9871-77A94ADF94F5}" dt="2023-01-28T00:38:41.393" v="844" actId="478"/>
          <ac:spMkLst>
            <pc:docMk/>
            <pc:sldMk cId="3138762528" sldId="399"/>
            <ac:spMk id="5" creationId="{E42D332B-7CA5-4267-0F75-E354FEA74EE1}"/>
          </ac:spMkLst>
        </pc:spChg>
        <pc:spChg chg="mod">
          <ac:chgData name="Thanh Nguyen" userId="c61a4279c1788c98" providerId="LiveId" clId="{971BA8A5-35FF-42B0-9871-77A94ADF94F5}" dt="2023-01-28T10:10:50.621" v="2056" actId="207"/>
          <ac:spMkLst>
            <pc:docMk/>
            <pc:sldMk cId="3138762528" sldId="399"/>
            <ac:spMk id="7" creationId="{4B6369A0-6144-D191-9617-9D808D6D2E3F}"/>
          </ac:spMkLst>
        </pc:spChg>
        <pc:graphicFrameChg chg="del">
          <ac:chgData name="Thanh Nguyen" userId="c61a4279c1788c98" providerId="LiveId" clId="{971BA8A5-35FF-42B0-9871-77A94ADF94F5}" dt="2023-01-28T00:38:29.119" v="842" actId="478"/>
          <ac:graphicFrameMkLst>
            <pc:docMk/>
            <pc:sldMk cId="3138762528" sldId="399"/>
            <ac:graphicFrameMk id="6" creationId="{6BA29BC1-0863-083C-94A2-052F3BD99FFA}"/>
          </ac:graphicFrameMkLst>
        </pc:graphicFrameChg>
      </pc:sldChg>
      <pc:sldChg chg="modSp add mod">
        <pc:chgData name="Thanh Nguyen" userId="c61a4279c1788c98" providerId="LiveId" clId="{971BA8A5-35FF-42B0-9871-77A94ADF94F5}" dt="2023-01-28T00:41:21.740" v="887" actId="20577"/>
        <pc:sldMkLst>
          <pc:docMk/>
          <pc:sldMk cId="1211032832" sldId="400"/>
        </pc:sldMkLst>
        <pc:spChg chg="mod">
          <ac:chgData name="Thanh Nguyen" userId="c61a4279c1788c98" providerId="LiveId" clId="{971BA8A5-35FF-42B0-9871-77A94ADF94F5}" dt="2023-01-28T00:39:49.925" v="872" actId="20577"/>
          <ac:spMkLst>
            <pc:docMk/>
            <pc:sldMk cId="1211032832" sldId="400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41:21.740" v="887" actId="20577"/>
          <ac:spMkLst>
            <pc:docMk/>
            <pc:sldMk cId="1211032832" sldId="400"/>
            <ac:spMk id="7" creationId="{4B6369A0-6144-D191-9617-9D808D6D2E3F}"/>
          </ac:spMkLst>
        </pc:spChg>
      </pc:sldChg>
      <pc:sldChg chg="modSp add mod">
        <pc:chgData name="Thanh Nguyen" userId="c61a4279c1788c98" providerId="LiveId" clId="{971BA8A5-35FF-42B0-9871-77A94ADF94F5}" dt="2023-01-28T00:43:31.132" v="938" actId="207"/>
        <pc:sldMkLst>
          <pc:docMk/>
          <pc:sldMk cId="3836180146" sldId="401"/>
        </pc:sldMkLst>
        <pc:spChg chg="mod">
          <ac:chgData name="Thanh Nguyen" userId="c61a4279c1788c98" providerId="LiveId" clId="{971BA8A5-35FF-42B0-9871-77A94ADF94F5}" dt="2023-01-28T00:41:55.721" v="894" actId="20577"/>
          <ac:spMkLst>
            <pc:docMk/>
            <pc:sldMk cId="3836180146" sldId="401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43:31.132" v="938" actId="207"/>
          <ac:spMkLst>
            <pc:docMk/>
            <pc:sldMk cId="3836180146" sldId="401"/>
            <ac:spMk id="7" creationId="{4B6369A0-6144-D191-9617-9D808D6D2E3F}"/>
          </ac:spMkLst>
        </pc:spChg>
      </pc:sldChg>
      <pc:sldChg chg="modSp add mod">
        <pc:chgData name="Thanh Nguyen" userId="c61a4279c1788c98" providerId="LiveId" clId="{971BA8A5-35FF-42B0-9871-77A94ADF94F5}" dt="2023-01-28T10:12:03.655" v="2058" actId="207"/>
        <pc:sldMkLst>
          <pc:docMk/>
          <pc:sldMk cId="3652668954" sldId="402"/>
        </pc:sldMkLst>
        <pc:spChg chg="mod">
          <ac:chgData name="Thanh Nguyen" userId="c61a4279c1788c98" providerId="LiveId" clId="{971BA8A5-35FF-42B0-9871-77A94ADF94F5}" dt="2023-01-28T00:43:57.925" v="966" actId="20577"/>
          <ac:spMkLst>
            <pc:docMk/>
            <pc:sldMk cId="3652668954" sldId="402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10:12:03.655" v="2058" actId="207"/>
          <ac:spMkLst>
            <pc:docMk/>
            <pc:sldMk cId="3652668954" sldId="402"/>
            <ac:spMk id="7" creationId="{4B6369A0-6144-D191-9617-9D808D6D2E3F}"/>
          </ac:spMkLst>
        </pc:spChg>
      </pc:sldChg>
      <pc:sldChg chg="addSp delSp modSp add">
        <pc:chgData name="Thanh Nguyen" userId="c61a4279c1788c98" providerId="LiveId" clId="{971BA8A5-35FF-42B0-9871-77A94ADF94F5}" dt="2023-01-28T00:46:21.893" v="1004"/>
        <pc:sldMkLst>
          <pc:docMk/>
          <pc:sldMk cId="205618407" sldId="403"/>
        </pc:sldMkLst>
        <pc:spChg chg="del">
          <ac:chgData name="Thanh Nguyen" userId="c61a4279c1788c98" providerId="LiveId" clId="{971BA8A5-35FF-42B0-9871-77A94ADF94F5}" dt="2023-01-28T00:46:20.409" v="1003" actId="478"/>
          <ac:spMkLst>
            <pc:docMk/>
            <pc:sldMk cId="205618407" sldId="403"/>
            <ac:spMk id="7" creationId="{4B6369A0-6144-D191-9617-9D808D6D2E3F}"/>
          </ac:spMkLst>
        </pc:spChg>
        <pc:picChg chg="add mod">
          <ac:chgData name="Thanh Nguyen" userId="c61a4279c1788c98" providerId="LiveId" clId="{971BA8A5-35FF-42B0-9871-77A94ADF94F5}" dt="2023-01-28T00:46:21.893" v="1004"/>
          <ac:picMkLst>
            <pc:docMk/>
            <pc:sldMk cId="205618407" sldId="403"/>
            <ac:picMk id="3" creationId="{AC2B36E3-0EE2-4CE5-5BEA-C2ED758E7699}"/>
          </ac:picMkLst>
        </pc:picChg>
      </pc:sldChg>
      <pc:sldChg chg="addSp delSp modSp add mod ord">
        <pc:chgData name="Thanh Nguyen" userId="c61a4279c1788c98" providerId="LiveId" clId="{971BA8A5-35FF-42B0-9871-77A94ADF94F5}" dt="2023-01-28T00:48:26.384" v="1040" actId="478"/>
        <pc:sldMkLst>
          <pc:docMk/>
          <pc:sldMk cId="1070050514" sldId="404"/>
        </pc:sldMkLst>
        <pc:spChg chg="mod">
          <ac:chgData name="Thanh Nguyen" userId="c61a4279c1788c98" providerId="LiveId" clId="{971BA8A5-35FF-42B0-9871-77A94ADF94F5}" dt="2023-01-28T00:47:57.928" v="1036" actId="20577"/>
          <ac:spMkLst>
            <pc:docMk/>
            <pc:sldMk cId="1070050514" sldId="404"/>
            <ac:spMk id="2" creationId="{00000000-0000-0000-0000-000000000000}"/>
          </ac:spMkLst>
        </pc:spChg>
        <pc:spChg chg="add del mod">
          <ac:chgData name="Thanh Nguyen" userId="c61a4279c1788c98" providerId="LiveId" clId="{971BA8A5-35FF-42B0-9871-77A94ADF94F5}" dt="2023-01-28T00:48:26.384" v="1040" actId="478"/>
          <ac:spMkLst>
            <pc:docMk/>
            <pc:sldMk cId="1070050514" sldId="404"/>
            <ac:spMk id="7" creationId="{4B6369A0-6144-D191-9617-9D808D6D2E3F}"/>
          </ac:spMkLst>
        </pc:spChg>
        <pc:picChg chg="add del mod">
          <ac:chgData name="Thanh Nguyen" userId="c61a4279c1788c98" providerId="LiveId" clId="{971BA8A5-35FF-42B0-9871-77A94ADF94F5}" dt="2023-01-28T00:48:25.563" v="1039" actId="478"/>
          <ac:picMkLst>
            <pc:docMk/>
            <pc:sldMk cId="1070050514" sldId="404"/>
            <ac:picMk id="3" creationId="{6B23E3C9-57F6-8CF0-6A96-3A5227FAD1F0}"/>
          </ac:picMkLst>
        </pc:picChg>
      </pc:sldChg>
      <pc:sldChg chg="addSp delSp modSp add mod">
        <pc:chgData name="Thanh Nguyen" userId="c61a4279c1788c98" providerId="LiveId" clId="{971BA8A5-35FF-42B0-9871-77A94ADF94F5}" dt="2023-01-28T00:49:26.931" v="1051" actId="14100"/>
        <pc:sldMkLst>
          <pc:docMk/>
          <pc:sldMk cId="4141650289" sldId="405"/>
        </pc:sldMkLst>
        <pc:spChg chg="add mod">
          <ac:chgData name="Thanh Nguyen" userId="c61a4279c1788c98" providerId="LiveId" clId="{971BA8A5-35FF-42B0-9871-77A94ADF94F5}" dt="2023-01-28T00:49:15.786" v="1049" actId="14100"/>
          <ac:spMkLst>
            <pc:docMk/>
            <pc:sldMk cId="4141650289" sldId="405"/>
            <ac:spMk id="5" creationId="{E23D506F-5C6C-AA26-3C48-DBA939346DE0}"/>
          </ac:spMkLst>
        </pc:spChg>
        <pc:spChg chg="add mod">
          <ac:chgData name="Thanh Nguyen" userId="c61a4279c1788c98" providerId="LiveId" clId="{971BA8A5-35FF-42B0-9871-77A94ADF94F5}" dt="2023-01-28T00:49:20.005" v="1050" actId="14100"/>
          <ac:spMkLst>
            <pc:docMk/>
            <pc:sldMk cId="4141650289" sldId="405"/>
            <ac:spMk id="6" creationId="{2AA24A9D-42F1-0EA2-20B7-C22255FD8509}"/>
          </ac:spMkLst>
        </pc:spChg>
        <pc:spChg chg="del">
          <ac:chgData name="Thanh Nguyen" userId="c61a4279c1788c98" providerId="LiveId" clId="{971BA8A5-35FF-42B0-9871-77A94ADF94F5}" dt="2023-01-28T00:48:34.450" v="1042" actId="478"/>
          <ac:spMkLst>
            <pc:docMk/>
            <pc:sldMk cId="4141650289" sldId="405"/>
            <ac:spMk id="7" creationId="{4B6369A0-6144-D191-9617-9D808D6D2E3F}"/>
          </ac:spMkLst>
        </pc:spChg>
        <pc:picChg chg="del">
          <ac:chgData name="Thanh Nguyen" userId="c61a4279c1788c98" providerId="LiveId" clId="{971BA8A5-35FF-42B0-9871-77A94ADF94F5}" dt="2023-01-28T00:48:34.450" v="1042" actId="478"/>
          <ac:picMkLst>
            <pc:docMk/>
            <pc:sldMk cId="4141650289" sldId="405"/>
            <ac:picMk id="3" creationId="{6B23E3C9-57F6-8CF0-6A96-3A5227FAD1F0}"/>
          </ac:picMkLst>
        </pc:picChg>
        <pc:picChg chg="add mod">
          <ac:chgData name="Thanh Nguyen" userId="c61a4279c1788c98" providerId="LiveId" clId="{971BA8A5-35FF-42B0-9871-77A94ADF94F5}" dt="2023-01-28T00:49:26.931" v="1051" actId="14100"/>
          <ac:picMkLst>
            <pc:docMk/>
            <pc:sldMk cId="4141650289" sldId="405"/>
            <ac:picMk id="8" creationId="{97AF9FD0-DECB-0D2C-2674-4A52A24C370C}"/>
          </ac:picMkLst>
        </pc:picChg>
      </pc:sldChg>
      <pc:sldChg chg="addSp delSp modSp add mod ord">
        <pc:chgData name="Thanh Nguyen" userId="c61a4279c1788c98" providerId="LiveId" clId="{971BA8A5-35FF-42B0-9871-77A94ADF94F5}" dt="2023-01-28T00:50:53.786" v="1070" actId="14100"/>
        <pc:sldMkLst>
          <pc:docMk/>
          <pc:sldMk cId="3462106760" sldId="406"/>
        </pc:sldMkLst>
        <pc:spChg chg="mod">
          <ac:chgData name="Thanh Nguyen" userId="c61a4279c1788c98" providerId="LiveId" clId="{971BA8A5-35FF-42B0-9871-77A94ADF94F5}" dt="2023-01-28T00:50:09.191" v="1061" actId="20577"/>
          <ac:spMkLst>
            <pc:docMk/>
            <pc:sldMk cId="3462106760" sldId="406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50:31.140" v="1064" actId="15"/>
          <ac:spMkLst>
            <pc:docMk/>
            <pc:sldMk cId="3462106760" sldId="406"/>
            <ac:spMk id="7" creationId="{4B6369A0-6144-D191-9617-9D808D6D2E3F}"/>
          </ac:spMkLst>
        </pc:spChg>
        <pc:picChg chg="del">
          <ac:chgData name="Thanh Nguyen" userId="c61a4279c1788c98" providerId="LiveId" clId="{971BA8A5-35FF-42B0-9871-77A94ADF94F5}" dt="2023-01-28T00:50:34.250" v="1065" actId="478"/>
          <ac:picMkLst>
            <pc:docMk/>
            <pc:sldMk cId="3462106760" sldId="406"/>
            <ac:picMk id="3" creationId="{6B23E3C9-57F6-8CF0-6A96-3A5227FAD1F0}"/>
          </ac:picMkLst>
        </pc:picChg>
        <pc:picChg chg="add mod">
          <ac:chgData name="Thanh Nguyen" userId="c61a4279c1788c98" providerId="LiveId" clId="{971BA8A5-35FF-42B0-9871-77A94ADF94F5}" dt="2023-01-28T00:50:53.786" v="1070" actId="14100"/>
          <ac:picMkLst>
            <pc:docMk/>
            <pc:sldMk cId="3462106760" sldId="406"/>
            <ac:picMk id="5" creationId="{3E743F04-9172-7463-C7F2-CA3E1D3F8C24}"/>
          </ac:picMkLst>
        </pc:picChg>
      </pc:sldChg>
      <pc:sldChg chg="addSp delSp modSp add mod ord">
        <pc:chgData name="Thanh Nguyen" userId="c61a4279c1788c98" providerId="LiveId" clId="{971BA8A5-35FF-42B0-9871-77A94ADF94F5}" dt="2023-01-28T09:06:54.770" v="1092" actId="14100"/>
        <pc:sldMkLst>
          <pc:docMk/>
          <pc:sldMk cId="3983817413" sldId="407"/>
        </pc:sldMkLst>
        <pc:spChg chg="mod">
          <ac:chgData name="Thanh Nguyen" userId="c61a4279c1788c98" providerId="LiveId" clId="{971BA8A5-35FF-42B0-9871-77A94ADF94F5}" dt="2023-01-28T00:51:11.982" v="1080" actId="20577"/>
          <ac:spMkLst>
            <pc:docMk/>
            <pc:sldMk cId="3983817413" sldId="407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0:51:41.771" v="1090" actId="14100"/>
          <ac:spMkLst>
            <pc:docMk/>
            <pc:sldMk cId="3983817413" sldId="407"/>
            <ac:spMk id="6" creationId="{2AA24A9D-42F1-0EA2-20B7-C22255FD8509}"/>
          </ac:spMkLst>
        </pc:spChg>
        <pc:picChg chg="add mod">
          <ac:chgData name="Thanh Nguyen" userId="c61a4279c1788c98" providerId="LiveId" clId="{971BA8A5-35FF-42B0-9871-77A94ADF94F5}" dt="2023-01-28T09:06:54.770" v="1092" actId="14100"/>
          <ac:picMkLst>
            <pc:docMk/>
            <pc:sldMk cId="3983817413" sldId="407"/>
            <ac:picMk id="3" creationId="{1BC1B67D-C1E7-9318-CBF3-D598C00D74A4}"/>
          </ac:picMkLst>
        </pc:picChg>
        <pc:picChg chg="del">
          <ac:chgData name="Thanh Nguyen" userId="c61a4279c1788c98" providerId="LiveId" clId="{971BA8A5-35FF-42B0-9871-77A94ADF94F5}" dt="2023-01-28T00:51:22.016" v="1081" actId="478"/>
          <ac:picMkLst>
            <pc:docMk/>
            <pc:sldMk cId="3983817413" sldId="407"/>
            <ac:picMk id="8" creationId="{97AF9FD0-DECB-0D2C-2674-4A52A24C370C}"/>
          </ac:picMkLst>
        </pc:picChg>
      </pc:sldChg>
      <pc:sldChg chg="addSp delSp modSp add mod">
        <pc:chgData name="Thanh Nguyen" userId="c61a4279c1788c98" providerId="LiveId" clId="{971BA8A5-35FF-42B0-9871-77A94ADF94F5}" dt="2023-01-28T13:43:09.548" v="2060" actId="14100"/>
        <pc:sldMkLst>
          <pc:docMk/>
          <pc:sldMk cId="15875292" sldId="408"/>
        </pc:sldMkLst>
        <pc:spChg chg="mod">
          <ac:chgData name="Thanh Nguyen" userId="c61a4279c1788c98" providerId="LiveId" clId="{971BA8A5-35FF-42B0-9871-77A94ADF94F5}" dt="2023-01-28T09:07:16.981" v="1100" actId="20577"/>
          <ac:spMkLst>
            <pc:docMk/>
            <pc:sldMk cId="15875292" sldId="408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13:43:09.548" v="2060" actId="14100"/>
          <ac:spMkLst>
            <pc:docMk/>
            <pc:sldMk cId="15875292" sldId="408"/>
            <ac:spMk id="6" creationId="{2AA24A9D-42F1-0EA2-20B7-C22255FD8509}"/>
          </ac:spMkLst>
        </pc:spChg>
        <pc:picChg chg="del">
          <ac:chgData name="Thanh Nguyen" userId="c61a4279c1788c98" providerId="LiveId" clId="{971BA8A5-35FF-42B0-9871-77A94ADF94F5}" dt="2023-01-28T09:08:46.220" v="1122" actId="478"/>
          <ac:picMkLst>
            <pc:docMk/>
            <pc:sldMk cId="15875292" sldId="408"/>
            <ac:picMk id="3" creationId="{1BC1B67D-C1E7-9318-CBF3-D598C00D74A4}"/>
          </ac:picMkLst>
        </pc:picChg>
        <pc:picChg chg="add mod">
          <ac:chgData name="Thanh Nguyen" userId="c61a4279c1788c98" providerId="LiveId" clId="{971BA8A5-35FF-42B0-9871-77A94ADF94F5}" dt="2023-01-28T09:08:51.938" v="1124" actId="14100"/>
          <ac:picMkLst>
            <pc:docMk/>
            <pc:sldMk cId="15875292" sldId="408"/>
            <ac:picMk id="7" creationId="{34660A9A-40A2-428A-96E8-D80353066859}"/>
          </ac:picMkLst>
        </pc:picChg>
      </pc:sldChg>
      <pc:sldChg chg="addSp delSp modSp add mod ord">
        <pc:chgData name="Thanh Nguyen" userId="c61a4279c1788c98" providerId="LiveId" clId="{971BA8A5-35FF-42B0-9871-77A94ADF94F5}" dt="2023-01-28T09:08:26.555" v="1121" actId="14100"/>
        <pc:sldMkLst>
          <pc:docMk/>
          <pc:sldMk cId="3504245054" sldId="409"/>
        </pc:sldMkLst>
        <pc:spChg chg="mod">
          <ac:chgData name="Thanh Nguyen" userId="c61a4279c1788c98" providerId="LiveId" clId="{971BA8A5-35FF-42B0-9871-77A94ADF94F5}" dt="2023-01-28T09:07:41.485" v="1110" actId="20577"/>
          <ac:spMkLst>
            <pc:docMk/>
            <pc:sldMk cId="3504245054" sldId="409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08:00.791" v="1113" actId="15"/>
          <ac:spMkLst>
            <pc:docMk/>
            <pc:sldMk cId="3504245054" sldId="409"/>
            <ac:spMk id="7" creationId="{4B6369A0-6144-D191-9617-9D808D6D2E3F}"/>
          </ac:spMkLst>
        </pc:spChg>
        <pc:picChg chg="add mod">
          <ac:chgData name="Thanh Nguyen" userId="c61a4279c1788c98" providerId="LiveId" clId="{971BA8A5-35FF-42B0-9871-77A94ADF94F5}" dt="2023-01-28T09:08:26.555" v="1121" actId="14100"/>
          <ac:picMkLst>
            <pc:docMk/>
            <pc:sldMk cId="3504245054" sldId="409"/>
            <ac:picMk id="3" creationId="{B60960D0-CD43-7B53-0FB5-28E134AEAE45}"/>
          </ac:picMkLst>
        </pc:picChg>
        <pc:picChg chg="del">
          <ac:chgData name="Thanh Nguyen" userId="c61a4279c1788c98" providerId="LiveId" clId="{971BA8A5-35FF-42B0-9871-77A94ADF94F5}" dt="2023-01-28T09:08:13.114" v="1114" actId="478"/>
          <ac:picMkLst>
            <pc:docMk/>
            <pc:sldMk cId="3504245054" sldId="409"/>
            <ac:picMk id="5" creationId="{3E743F04-9172-7463-C7F2-CA3E1D3F8C24}"/>
          </ac:picMkLst>
        </pc:picChg>
      </pc:sldChg>
      <pc:sldChg chg="delSp modSp add mod ord">
        <pc:chgData name="Thanh Nguyen" userId="c61a4279c1788c98" providerId="LiveId" clId="{971BA8A5-35FF-42B0-9871-77A94ADF94F5}" dt="2023-01-28T09:11:59.787" v="1204" actId="14100"/>
        <pc:sldMkLst>
          <pc:docMk/>
          <pc:sldMk cId="2352234013" sldId="410"/>
        </pc:sldMkLst>
        <pc:spChg chg="mod">
          <ac:chgData name="Thanh Nguyen" userId="c61a4279c1788c98" providerId="LiveId" clId="{971BA8A5-35FF-42B0-9871-77A94ADF94F5}" dt="2023-01-28T09:11:22.799" v="1197" actId="14100"/>
          <ac:spMkLst>
            <pc:docMk/>
            <pc:sldMk cId="2352234013" sldId="410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11:59.787" v="1204" actId="14100"/>
          <ac:spMkLst>
            <pc:docMk/>
            <pc:sldMk cId="2352234013" sldId="410"/>
            <ac:spMk id="7" creationId="{4B6369A0-6144-D191-9617-9D808D6D2E3F}"/>
          </ac:spMkLst>
        </pc:spChg>
        <pc:picChg chg="del">
          <ac:chgData name="Thanh Nguyen" userId="c61a4279c1788c98" providerId="LiveId" clId="{971BA8A5-35FF-42B0-9871-77A94ADF94F5}" dt="2023-01-28T09:11:35.344" v="1198" actId="478"/>
          <ac:picMkLst>
            <pc:docMk/>
            <pc:sldMk cId="2352234013" sldId="410"/>
            <ac:picMk id="3" creationId="{B60960D0-CD43-7B53-0FB5-28E134AEAE45}"/>
          </ac:picMkLst>
        </pc:picChg>
      </pc:sldChg>
      <pc:sldChg chg="modSp add mod">
        <pc:chgData name="Thanh Nguyen" userId="c61a4279c1788c98" providerId="LiveId" clId="{971BA8A5-35FF-42B0-9871-77A94ADF94F5}" dt="2023-01-28T09:15:16.397" v="1312" actId="5793"/>
        <pc:sldMkLst>
          <pc:docMk/>
          <pc:sldMk cId="2843763913" sldId="411"/>
        </pc:sldMkLst>
        <pc:spChg chg="mod">
          <ac:chgData name="Thanh Nguyen" userId="c61a4279c1788c98" providerId="LiveId" clId="{971BA8A5-35FF-42B0-9871-77A94ADF94F5}" dt="2023-01-28T09:13:02.373" v="1236" actId="20577"/>
          <ac:spMkLst>
            <pc:docMk/>
            <pc:sldMk cId="2843763913" sldId="411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15:16.397" v="1312" actId="5793"/>
          <ac:spMkLst>
            <pc:docMk/>
            <pc:sldMk cId="2843763913" sldId="411"/>
            <ac:spMk id="7" creationId="{4B6369A0-6144-D191-9617-9D808D6D2E3F}"/>
          </ac:spMkLst>
        </pc:spChg>
      </pc:sldChg>
      <pc:sldChg chg="addSp modSp add mod">
        <pc:chgData name="Thanh Nguyen" userId="c61a4279c1788c98" providerId="LiveId" clId="{971BA8A5-35FF-42B0-9871-77A94ADF94F5}" dt="2023-01-28T09:19:44.617" v="1333" actId="207"/>
        <pc:sldMkLst>
          <pc:docMk/>
          <pc:sldMk cId="786917047" sldId="412"/>
        </pc:sldMkLst>
        <pc:spChg chg="mod">
          <ac:chgData name="Thanh Nguyen" userId="c61a4279c1788c98" providerId="LiveId" clId="{971BA8A5-35FF-42B0-9871-77A94ADF94F5}" dt="2023-01-28T09:18:12.313" v="1317" actId="1038"/>
          <ac:spMkLst>
            <pc:docMk/>
            <pc:sldMk cId="786917047" sldId="412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19:44.617" v="1333" actId="207"/>
          <ac:spMkLst>
            <pc:docMk/>
            <pc:sldMk cId="786917047" sldId="412"/>
            <ac:spMk id="7" creationId="{4B6369A0-6144-D191-9617-9D808D6D2E3F}"/>
          </ac:spMkLst>
        </pc:spChg>
        <pc:picChg chg="add mod">
          <ac:chgData name="Thanh Nguyen" userId="c61a4279c1788c98" providerId="LiveId" clId="{971BA8A5-35FF-42B0-9871-77A94ADF94F5}" dt="2023-01-28T09:19:01.675" v="1328" actId="14100"/>
          <ac:picMkLst>
            <pc:docMk/>
            <pc:sldMk cId="786917047" sldId="412"/>
            <ac:picMk id="3" creationId="{A5691191-A06A-CBD2-73FD-C64A7CFDCB45}"/>
          </ac:picMkLst>
        </pc:picChg>
      </pc:sldChg>
      <pc:sldChg chg="delSp modSp add mod">
        <pc:chgData name="Thanh Nguyen" userId="c61a4279c1788c98" providerId="LiveId" clId="{971BA8A5-35FF-42B0-9871-77A94ADF94F5}" dt="2023-01-28T09:21:59.757" v="1363" actId="207"/>
        <pc:sldMkLst>
          <pc:docMk/>
          <pc:sldMk cId="1519671034" sldId="413"/>
        </pc:sldMkLst>
        <pc:spChg chg="mod">
          <ac:chgData name="Thanh Nguyen" userId="c61a4279c1788c98" providerId="LiveId" clId="{971BA8A5-35FF-42B0-9871-77A94ADF94F5}" dt="2023-01-28T09:20:31.843" v="1351" actId="20577"/>
          <ac:spMkLst>
            <pc:docMk/>
            <pc:sldMk cId="1519671034" sldId="413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21:59.757" v="1363" actId="207"/>
          <ac:spMkLst>
            <pc:docMk/>
            <pc:sldMk cId="1519671034" sldId="413"/>
            <ac:spMk id="7" creationId="{4B6369A0-6144-D191-9617-9D808D6D2E3F}"/>
          </ac:spMkLst>
        </pc:spChg>
        <pc:picChg chg="del">
          <ac:chgData name="Thanh Nguyen" userId="c61a4279c1788c98" providerId="LiveId" clId="{971BA8A5-35FF-42B0-9871-77A94ADF94F5}" dt="2023-01-28T09:20:39.980" v="1352" actId="478"/>
          <ac:picMkLst>
            <pc:docMk/>
            <pc:sldMk cId="1519671034" sldId="413"/>
            <ac:picMk id="3" creationId="{A5691191-A06A-CBD2-73FD-C64A7CFDCB45}"/>
          </ac:picMkLst>
        </pc:picChg>
      </pc:sldChg>
      <pc:sldChg chg="modSp add mod">
        <pc:chgData name="Thanh Nguyen" userId="c61a4279c1788c98" providerId="LiveId" clId="{971BA8A5-35FF-42B0-9871-77A94ADF94F5}" dt="2023-01-28T09:24:11.989" v="1414" actId="207"/>
        <pc:sldMkLst>
          <pc:docMk/>
          <pc:sldMk cId="184573845" sldId="414"/>
        </pc:sldMkLst>
        <pc:spChg chg="mod">
          <ac:chgData name="Thanh Nguyen" userId="c61a4279c1788c98" providerId="LiveId" clId="{971BA8A5-35FF-42B0-9871-77A94ADF94F5}" dt="2023-01-28T09:22:39.746" v="1389" actId="20577"/>
          <ac:spMkLst>
            <pc:docMk/>
            <pc:sldMk cId="184573845" sldId="414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24:11.989" v="1414" actId="207"/>
          <ac:spMkLst>
            <pc:docMk/>
            <pc:sldMk cId="184573845" sldId="414"/>
            <ac:spMk id="7" creationId="{4B6369A0-6144-D191-9617-9D808D6D2E3F}"/>
          </ac:spMkLst>
        </pc:spChg>
      </pc:sldChg>
      <pc:sldChg chg="modSp add mod">
        <pc:chgData name="Thanh Nguyen" userId="c61a4279c1788c98" providerId="LiveId" clId="{971BA8A5-35FF-42B0-9871-77A94ADF94F5}" dt="2023-01-28T09:27:13.376" v="1467" actId="207"/>
        <pc:sldMkLst>
          <pc:docMk/>
          <pc:sldMk cId="247390137" sldId="415"/>
        </pc:sldMkLst>
        <pc:spChg chg="mod">
          <ac:chgData name="Thanh Nguyen" userId="c61a4279c1788c98" providerId="LiveId" clId="{971BA8A5-35FF-42B0-9871-77A94ADF94F5}" dt="2023-01-28T09:24:46.930" v="1439" actId="20577"/>
          <ac:spMkLst>
            <pc:docMk/>
            <pc:sldMk cId="247390137" sldId="415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27:13.376" v="1467" actId="207"/>
          <ac:spMkLst>
            <pc:docMk/>
            <pc:sldMk cId="247390137" sldId="415"/>
            <ac:spMk id="7" creationId="{4B6369A0-6144-D191-9617-9D808D6D2E3F}"/>
          </ac:spMkLst>
        </pc:spChg>
      </pc:sldChg>
      <pc:sldChg chg="addSp delSp modSp add mod">
        <pc:chgData name="Thanh Nguyen" userId="c61a4279c1788c98" providerId="LiveId" clId="{971BA8A5-35FF-42B0-9871-77A94ADF94F5}" dt="2023-01-28T13:46:15.427" v="2061" actId="14100"/>
        <pc:sldMkLst>
          <pc:docMk/>
          <pc:sldMk cId="29379888" sldId="416"/>
        </pc:sldMkLst>
        <pc:spChg chg="mod">
          <ac:chgData name="Thanh Nguyen" userId="c61a4279c1788c98" providerId="LiveId" clId="{971BA8A5-35FF-42B0-9871-77A94ADF94F5}" dt="2023-01-28T09:27:57.018" v="1490" actId="20577"/>
          <ac:spMkLst>
            <pc:docMk/>
            <pc:sldMk cId="29379888" sldId="416"/>
            <ac:spMk id="2" creationId="{00000000-0000-0000-0000-000000000000}"/>
          </ac:spMkLst>
        </pc:spChg>
        <pc:spChg chg="del">
          <ac:chgData name="Thanh Nguyen" userId="c61a4279c1788c98" providerId="LiveId" clId="{971BA8A5-35FF-42B0-9871-77A94ADF94F5}" dt="2023-01-28T09:28:00.182" v="1491" actId="478"/>
          <ac:spMkLst>
            <pc:docMk/>
            <pc:sldMk cId="29379888" sldId="416"/>
            <ac:spMk id="7" creationId="{4B6369A0-6144-D191-9617-9D808D6D2E3F}"/>
          </ac:spMkLst>
        </pc:spChg>
        <pc:picChg chg="add mod">
          <ac:chgData name="Thanh Nguyen" userId="c61a4279c1788c98" providerId="LiveId" clId="{971BA8A5-35FF-42B0-9871-77A94ADF94F5}" dt="2023-01-28T13:46:15.427" v="2061" actId="14100"/>
          <ac:picMkLst>
            <pc:docMk/>
            <pc:sldMk cId="29379888" sldId="416"/>
            <ac:picMk id="3" creationId="{593FB036-B9CA-457E-914D-363754071DB1}"/>
          </ac:picMkLst>
        </pc:picChg>
      </pc:sldChg>
      <pc:sldChg chg="modSp add mod ord">
        <pc:chgData name="Thanh Nguyen" userId="c61a4279c1788c98" providerId="LiveId" clId="{971BA8A5-35FF-42B0-9871-77A94ADF94F5}" dt="2023-01-28T09:30:48.675" v="1572" actId="207"/>
        <pc:sldMkLst>
          <pc:docMk/>
          <pc:sldMk cId="3938630327" sldId="417"/>
        </pc:sldMkLst>
        <pc:spChg chg="mod">
          <ac:chgData name="Thanh Nguyen" userId="c61a4279c1788c98" providerId="LiveId" clId="{971BA8A5-35FF-42B0-9871-77A94ADF94F5}" dt="2023-01-28T09:29:08.660" v="1538" actId="20577"/>
          <ac:spMkLst>
            <pc:docMk/>
            <pc:sldMk cId="3938630327" sldId="417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30:48.675" v="1572" actId="207"/>
          <ac:spMkLst>
            <pc:docMk/>
            <pc:sldMk cId="3938630327" sldId="417"/>
            <ac:spMk id="7" creationId="{4B6369A0-6144-D191-9617-9D808D6D2E3F}"/>
          </ac:spMkLst>
        </pc:spChg>
      </pc:sldChg>
      <pc:sldChg chg="modSp add mod">
        <pc:chgData name="Thanh Nguyen" userId="c61a4279c1788c98" providerId="LiveId" clId="{971BA8A5-35FF-42B0-9871-77A94ADF94F5}" dt="2023-01-28T09:33:01.964" v="1626" actId="207"/>
        <pc:sldMkLst>
          <pc:docMk/>
          <pc:sldMk cId="767436391" sldId="418"/>
        </pc:sldMkLst>
        <pc:spChg chg="mod">
          <ac:chgData name="Thanh Nguyen" userId="c61a4279c1788c98" providerId="LiveId" clId="{971BA8A5-35FF-42B0-9871-77A94ADF94F5}" dt="2023-01-28T09:31:34.177" v="1601" actId="20577"/>
          <ac:spMkLst>
            <pc:docMk/>
            <pc:sldMk cId="767436391" sldId="418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33:01.964" v="1626" actId="207"/>
          <ac:spMkLst>
            <pc:docMk/>
            <pc:sldMk cId="767436391" sldId="418"/>
            <ac:spMk id="7" creationId="{4B6369A0-6144-D191-9617-9D808D6D2E3F}"/>
          </ac:spMkLst>
        </pc:spChg>
      </pc:sldChg>
      <pc:sldChg chg="modSp add mod">
        <pc:chgData name="Thanh Nguyen" userId="c61a4279c1788c98" providerId="LiveId" clId="{971BA8A5-35FF-42B0-9871-77A94ADF94F5}" dt="2023-01-28T09:34:14.769" v="1651" actId="207"/>
        <pc:sldMkLst>
          <pc:docMk/>
          <pc:sldMk cId="2210859778" sldId="419"/>
        </pc:sldMkLst>
        <pc:spChg chg="mod">
          <ac:chgData name="Thanh Nguyen" userId="c61a4279c1788c98" providerId="LiveId" clId="{971BA8A5-35FF-42B0-9871-77A94ADF94F5}" dt="2023-01-28T09:33:34.962" v="1644" actId="20577"/>
          <ac:spMkLst>
            <pc:docMk/>
            <pc:sldMk cId="2210859778" sldId="419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34:14.769" v="1651" actId="207"/>
          <ac:spMkLst>
            <pc:docMk/>
            <pc:sldMk cId="2210859778" sldId="419"/>
            <ac:spMk id="7" creationId="{4B6369A0-6144-D191-9617-9D808D6D2E3F}"/>
          </ac:spMkLst>
        </pc:spChg>
      </pc:sldChg>
      <pc:sldChg chg="addSp delSp modSp add mod">
        <pc:chgData name="Thanh Nguyen" userId="c61a4279c1788c98" providerId="LiveId" clId="{971BA8A5-35FF-42B0-9871-77A94ADF94F5}" dt="2023-01-28T09:37:17.865" v="1720" actId="20577"/>
        <pc:sldMkLst>
          <pc:docMk/>
          <pc:sldMk cId="1162325613" sldId="420"/>
        </pc:sldMkLst>
        <pc:spChg chg="mod">
          <ac:chgData name="Thanh Nguyen" userId="c61a4279c1788c98" providerId="LiveId" clId="{971BA8A5-35FF-42B0-9871-77A94ADF94F5}" dt="2023-01-28T09:37:17.865" v="1720" actId="20577"/>
          <ac:spMkLst>
            <pc:docMk/>
            <pc:sldMk cId="1162325613" sldId="420"/>
            <ac:spMk id="2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8T09:36:14.994" v="1711"/>
          <ac:spMkLst>
            <pc:docMk/>
            <pc:sldMk cId="1162325613" sldId="420"/>
            <ac:spMk id="6" creationId="{28E90B53-14B7-103B-E6D8-72C8A289C7D5}"/>
          </ac:spMkLst>
        </pc:spChg>
        <pc:spChg chg="mod">
          <ac:chgData name="Thanh Nguyen" userId="c61a4279c1788c98" providerId="LiveId" clId="{971BA8A5-35FF-42B0-9871-77A94ADF94F5}" dt="2023-01-28T09:36:30.030" v="1712" actId="14100"/>
          <ac:spMkLst>
            <pc:docMk/>
            <pc:sldMk cId="1162325613" sldId="420"/>
            <ac:spMk id="7" creationId="{4B6369A0-6144-D191-9617-9D808D6D2E3F}"/>
          </ac:spMkLst>
        </pc:spChg>
        <pc:graphicFrameChg chg="add mod modGraphic">
          <ac:chgData name="Thanh Nguyen" userId="c61a4279c1788c98" providerId="LiveId" clId="{971BA8A5-35FF-42B0-9871-77A94ADF94F5}" dt="2023-01-28T09:36:37.858" v="1715" actId="1035"/>
          <ac:graphicFrameMkLst>
            <pc:docMk/>
            <pc:sldMk cId="1162325613" sldId="420"/>
            <ac:graphicFrameMk id="3" creationId="{B54DA47D-3B61-6BB2-CD7C-451FC091D31F}"/>
          </ac:graphicFrameMkLst>
        </pc:graphicFrameChg>
        <pc:graphicFrameChg chg="add del mod">
          <ac:chgData name="Thanh Nguyen" userId="c61a4279c1788c98" providerId="LiveId" clId="{971BA8A5-35FF-42B0-9871-77A94ADF94F5}" dt="2023-01-28T09:36:05.812" v="1710"/>
          <ac:graphicFrameMkLst>
            <pc:docMk/>
            <pc:sldMk cId="1162325613" sldId="420"/>
            <ac:graphicFrameMk id="5" creationId="{B01C611C-C51A-0215-BE03-8B92FEB0A24C}"/>
          </ac:graphicFrameMkLst>
        </pc:graphicFrameChg>
      </pc:sldChg>
      <pc:sldChg chg="modSp add mod ord">
        <pc:chgData name="Thanh Nguyen" userId="c61a4279c1788c98" providerId="LiveId" clId="{971BA8A5-35FF-42B0-9871-77A94ADF94F5}" dt="2023-01-28T09:39:21.005" v="1768" actId="20577"/>
        <pc:sldMkLst>
          <pc:docMk/>
          <pc:sldMk cId="2921266752" sldId="421"/>
        </pc:sldMkLst>
        <pc:spChg chg="mod">
          <ac:chgData name="Thanh Nguyen" userId="c61a4279c1788c98" providerId="LiveId" clId="{971BA8A5-35FF-42B0-9871-77A94ADF94F5}" dt="2023-01-28T09:39:21.005" v="1768" actId="20577"/>
          <ac:spMkLst>
            <pc:docMk/>
            <pc:sldMk cId="2921266752" sldId="421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39:08.466" v="1766" actId="20577"/>
          <ac:spMkLst>
            <pc:docMk/>
            <pc:sldMk cId="2921266752" sldId="421"/>
            <ac:spMk id="7" creationId="{4B6369A0-6144-D191-9617-9D808D6D2E3F}"/>
          </ac:spMkLst>
        </pc:spChg>
      </pc:sldChg>
      <pc:sldChg chg="addSp delSp modSp add mod ord">
        <pc:chgData name="Thanh Nguyen" userId="c61a4279c1788c98" providerId="LiveId" clId="{971BA8A5-35FF-42B0-9871-77A94ADF94F5}" dt="2023-01-28T09:42:26.756" v="1825" actId="14100"/>
        <pc:sldMkLst>
          <pc:docMk/>
          <pc:sldMk cId="1664175346" sldId="422"/>
        </pc:sldMkLst>
        <pc:spChg chg="mod">
          <ac:chgData name="Thanh Nguyen" userId="c61a4279c1788c98" providerId="LiveId" clId="{971BA8A5-35FF-42B0-9871-77A94ADF94F5}" dt="2023-01-28T09:40:21.008" v="1807" actId="404"/>
          <ac:spMkLst>
            <pc:docMk/>
            <pc:sldMk cId="1664175346" sldId="422"/>
            <ac:spMk id="2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8T09:41:31.934" v="1821" actId="1035"/>
          <ac:spMkLst>
            <pc:docMk/>
            <pc:sldMk cId="1664175346" sldId="422"/>
            <ac:spMk id="5" creationId="{93F75DA6-4114-14BF-ACEC-BEB97BF2B779}"/>
          </ac:spMkLst>
        </pc:spChg>
        <pc:spChg chg="del">
          <ac:chgData name="Thanh Nguyen" userId="c61a4279c1788c98" providerId="LiveId" clId="{971BA8A5-35FF-42B0-9871-77A94ADF94F5}" dt="2023-01-28T09:41:09.738" v="1815" actId="478"/>
          <ac:spMkLst>
            <pc:docMk/>
            <pc:sldMk cId="1664175346" sldId="422"/>
            <ac:spMk id="6" creationId="{28E90B53-14B7-103B-E6D8-72C8A289C7D5}"/>
          </ac:spMkLst>
        </pc:spChg>
        <pc:spChg chg="mod">
          <ac:chgData name="Thanh Nguyen" userId="c61a4279c1788c98" providerId="LiveId" clId="{971BA8A5-35FF-42B0-9871-77A94ADF94F5}" dt="2023-01-28T09:41:03.834" v="1813" actId="207"/>
          <ac:spMkLst>
            <pc:docMk/>
            <pc:sldMk cId="1664175346" sldId="422"/>
            <ac:spMk id="7" creationId="{4B6369A0-6144-D191-9617-9D808D6D2E3F}"/>
          </ac:spMkLst>
        </pc:spChg>
        <pc:spChg chg="add mod">
          <ac:chgData name="Thanh Nguyen" userId="c61a4279c1788c98" providerId="LiveId" clId="{971BA8A5-35FF-42B0-9871-77A94ADF94F5}" dt="2023-01-28T09:41:31.934" v="1821" actId="1035"/>
          <ac:spMkLst>
            <pc:docMk/>
            <pc:sldMk cId="1664175346" sldId="422"/>
            <ac:spMk id="8" creationId="{10D1CCB1-FB1C-5FBB-E07D-134D011C988F}"/>
          </ac:spMkLst>
        </pc:spChg>
        <pc:spChg chg="add mod">
          <ac:chgData name="Thanh Nguyen" userId="c61a4279c1788c98" providerId="LiveId" clId="{971BA8A5-35FF-42B0-9871-77A94ADF94F5}" dt="2023-01-28T09:41:31.934" v="1821" actId="1035"/>
          <ac:spMkLst>
            <pc:docMk/>
            <pc:sldMk cId="1664175346" sldId="422"/>
            <ac:spMk id="10" creationId="{092D3F79-D938-4242-6BDE-55A0ED5C334E}"/>
          </ac:spMkLst>
        </pc:spChg>
        <pc:graphicFrameChg chg="del">
          <ac:chgData name="Thanh Nguyen" userId="c61a4279c1788c98" providerId="LiveId" clId="{971BA8A5-35FF-42B0-9871-77A94ADF94F5}" dt="2023-01-28T09:41:08.239" v="1814" actId="478"/>
          <ac:graphicFrameMkLst>
            <pc:docMk/>
            <pc:sldMk cId="1664175346" sldId="422"/>
            <ac:graphicFrameMk id="3" creationId="{B54DA47D-3B61-6BB2-CD7C-451FC091D31F}"/>
          </ac:graphicFrameMkLst>
        </pc:graphicFrameChg>
        <pc:cxnChg chg="add mod">
          <ac:chgData name="Thanh Nguyen" userId="c61a4279c1788c98" providerId="LiveId" clId="{971BA8A5-35FF-42B0-9871-77A94ADF94F5}" dt="2023-01-28T09:42:26.756" v="1825" actId="14100"/>
          <ac:cxnSpMkLst>
            <pc:docMk/>
            <pc:sldMk cId="1664175346" sldId="422"/>
            <ac:cxnSpMk id="9" creationId="{7163ED0B-1F72-10E9-96BF-6E3185B252DB}"/>
          </ac:cxnSpMkLst>
        </pc:cxnChg>
        <pc:cxnChg chg="add mod">
          <ac:chgData name="Thanh Nguyen" userId="c61a4279c1788c98" providerId="LiveId" clId="{971BA8A5-35FF-42B0-9871-77A94ADF94F5}" dt="2023-01-28T09:42:23.493" v="1824" actId="14100"/>
          <ac:cxnSpMkLst>
            <pc:docMk/>
            <pc:sldMk cId="1664175346" sldId="422"/>
            <ac:cxnSpMk id="11" creationId="{ED744230-13A1-6640-F633-14DDDCC959E2}"/>
          </ac:cxnSpMkLst>
        </pc:cxnChg>
      </pc:sldChg>
      <pc:sldChg chg="modSp add mod ord">
        <pc:chgData name="Thanh Nguyen" userId="c61a4279c1788c98" providerId="LiveId" clId="{971BA8A5-35FF-42B0-9871-77A94ADF94F5}" dt="2023-01-28T09:43:40.238" v="1844" actId="14100"/>
        <pc:sldMkLst>
          <pc:docMk/>
          <pc:sldMk cId="358451680" sldId="423"/>
        </pc:sldMkLst>
        <pc:spChg chg="mod">
          <ac:chgData name="Thanh Nguyen" userId="c61a4279c1788c98" providerId="LiveId" clId="{971BA8A5-35FF-42B0-9871-77A94ADF94F5}" dt="2023-01-28T09:43:06.391" v="1837" actId="403"/>
          <ac:spMkLst>
            <pc:docMk/>
            <pc:sldMk cId="358451680" sldId="423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43:40.238" v="1844" actId="14100"/>
          <ac:spMkLst>
            <pc:docMk/>
            <pc:sldMk cId="358451680" sldId="423"/>
            <ac:spMk id="7" creationId="{4B6369A0-6144-D191-9617-9D808D6D2E3F}"/>
          </ac:spMkLst>
        </pc:spChg>
      </pc:sldChg>
      <pc:sldChg chg="addSp delSp modSp add mod">
        <pc:chgData name="Thanh Nguyen" userId="c61a4279c1788c98" providerId="LiveId" clId="{971BA8A5-35FF-42B0-9871-77A94ADF94F5}" dt="2023-01-28T09:58:11.492" v="2016" actId="207"/>
        <pc:sldMkLst>
          <pc:docMk/>
          <pc:sldMk cId="2835018047" sldId="424"/>
        </pc:sldMkLst>
        <pc:spChg chg="mod">
          <ac:chgData name="Thanh Nguyen" userId="c61a4279c1788c98" providerId="LiveId" clId="{971BA8A5-35FF-42B0-9871-77A94ADF94F5}" dt="2023-01-28T09:52:05.151" v="1896" actId="20577"/>
          <ac:spMkLst>
            <pc:docMk/>
            <pc:sldMk cId="2835018047" sldId="424"/>
            <ac:spMk id="2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58:11.492" v="2016" actId="207"/>
          <ac:spMkLst>
            <pc:docMk/>
            <pc:sldMk cId="2835018047" sldId="424"/>
            <ac:spMk id="3" creationId="{00000000-0000-0000-0000-000000000000}"/>
          </ac:spMkLst>
        </pc:spChg>
        <pc:spChg chg="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4" creationId="{00000000-0000-0000-0000-000000000000}"/>
          </ac:spMkLst>
        </pc:spChg>
        <pc:spChg chg="add mod">
          <ac:chgData name="Thanh Nguyen" userId="c61a4279c1788c98" providerId="LiveId" clId="{971BA8A5-35FF-42B0-9871-77A94ADF94F5}" dt="2023-01-28T09:56:12.378" v="2003" actId="114"/>
          <ac:spMkLst>
            <pc:docMk/>
            <pc:sldMk cId="2835018047" sldId="424"/>
            <ac:spMk id="7" creationId="{E3DCCC05-276F-0D71-75AF-4688AAB3D7D6}"/>
          </ac:spMkLst>
        </pc:spChg>
        <pc:spChg chg="add 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8" creationId="{74642655-DA5A-C635-A7FB-C5FBF61A0E40}"/>
          </ac:spMkLst>
        </pc:spChg>
        <pc:spChg chg="add 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9" creationId="{6A8EE090-3C7C-4615-894E-807260C17826}"/>
          </ac:spMkLst>
        </pc:spChg>
        <pc:spChg chg="add 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10" creationId="{43609609-CB65-26BB-445F-B7FF66ADDCF8}"/>
          </ac:spMkLst>
        </pc:spChg>
        <pc:spChg chg="add 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11" creationId="{ACBC906E-6931-1142-2D3E-DDEC728A6851}"/>
          </ac:spMkLst>
        </pc:spChg>
        <pc:spChg chg="add 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12" creationId="{38BECF74-F7B3-F5D9-571D-9EB20E1A87D4}"/>
          </ac:spMkLst>
        </pc:spChg>
        <pc:spChg chg="add mod">
          <ac:chgData name="Thanh Nguyen" userId="c61a4279c1788c98" providerId="LiveId" clId="{971BA8A5-35FF-42B0-9871-77A94ADF94F5}" dt="2023-01-28T09:57:42.333" v="2013" actId="1035"/>
          <ac:spMkLst>
            <pc:docMk/>
            <pc:sldMk cId="2835018047" sldId="424"/>
            <ac:spMk id="13" creationId="{B79240F8-5BB0-8566-CC23-95088D19EFE7}"/>
          </ac:spMkLst>
        </pc:spChg>
        <pc:picChg chg="del">
          <ac:chgData name="Thanh Nguyen" userId="c61a4279c1788c98" providerId="LiveId" clId="{971BA8A5-35FF-42B0-9871-77A94ADF94F5}" dt="2023-01-28T09:52:36.337" v="1899" actId="478"/>
          <ac:picMkLst>
            <pc:docMk/>
            <pc:sldMk cId="2835018047" sldId="424"/>
            <ac:picMk id="5" creationId="{6FEF158C-0211-067B-AFF7-787F6D2C09D5}"/>
          </ac:picMkLst>
        </pc:picChg>
        <pc:picChg chg="add mod">
          <ac:chgData name="Thanh Nguyen" userId="c61a4279c1788c98" providerId="LiveId" clId="{971BA8A5-35FF-42B0-9871-77A94ADF94F5}" dt="2023-01-28T09:56:35.508" v="2004" actId="1035"/>
          <ac:picMkLst>
            <pc:docMk/>
            <pc:sldMk cId="2835018047" sldId="424"/>
            <ac:picMk id="6" creationId="{CC7F387A-FCBE-B354-89C4-BDFA58DD98DF}"/>
          </ac:picMkLst>
        </pc:picChg>
      </pc:sldChg>
    </pc:docChg>
  </pc:docChgLst>
  <pc:docChgLst>
    <pc:chgData name="Thanh Nguyen" userId="c61a4279c1788c98" providerId="LiveId" clId="{5F4F1EC9-4E3D-4207-B9EA-1D4B37EA74BF}"/>
    <pc:docChg chg="undo custSel addSld delSld modSld sldOrd">
      <pc:chgData name="Thanh Nguyen" userId="c61a4279c1788c98" providerId="LiveId" clId="{5F4F1EC9-4E3D-4207-B9EA-1D4B37EA74BF}" dt="2022-09-21T04:06:25.235" v="3176" actId="14100"/>
      <pc:docMkLst>
        <pc:docMk/>
      </pc:docMkLst>
      <pc:sldChg chg="modSp mod">
        <pc:chgData name="Thanh Nguyen" userId="c61a4279c1788c98" providerId="LiveId" clId="{5F4F1EC9-4E3D-4207-B9EA-1D4B37EA74BF}" dt="2022-09-21T01:40:07.484" v="37" actId="20577"/>
        <pc:sldMkLst>
          <pc:docMk/>
          <pc:sldMk cId="0" sldId="256"/>
        </pc:sldMkLst>
        <pc:spChg chg="mod">
          <ac:chgData name="Thanh Nguyen" userId="c61a4279c1788c98" providerId="LiveId" clId="{5F4F1EC9-4E3D-4207-B9EA-1D4B37EA74BF}" dt="2022-09-21T01:40:07.484" v="37" actId="20577"/>
          <ac:spMkLst>
            <pc:docMk/>
            <pc:sldMk cId="0" sldId="256"/>
            <ac:spMk id="14" creationId="{A353FA91-F528-4ED2-A28C-F09225294E26}"/>
          </ac:spMkLst>
        </pc:spChg>
      </pc:sldChg>
      <pc:sldChg chg="modSp modAnim">
        <pc:chgData name="Thanh Nguyen" userId="c61a4279c1788c98" providerId="LiveId" clId="{5F4F1EC9-4E3D-4207-B9EA-1D4B37EA74BF}" dt="2022-09-21T01:42:32.304" v="69" actId="14100"/>
        <pc:sldMkLst>
          <pc:docMk/>
          <pc:sldMk cId="0" sldId="257"/>
        </pc:sldMkLst>
        <pc:spChg chg="mod">
          <ac:chgData name="Thanh Nguyen" userId="c61a4279c1788c98" providerId="LiveId" clId="{5F4F1EC9-4E3D-4207-B9EA-1D4B37EA74BF}" dt="2022-09-21T01:42:32.304" v="69" actId="1410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Thanh Nguyen" userId="c61a4279c1788c98" providerId="LiveId" clId="{5F4F1EC9-4E3D-4207-B9EA-1D4B37EA74BF}" dt="2022-09-21T03:32:23.855" v="2452"/>
        <pc:sldMkLst>
          <pc:docMk/>
          <pc:sldMk cId="0" sldId="258"/>
        </pc:sldMkLst>
        <pc:spChg chg="mod">
          <ac:chgData name="Thanh Nguyen" userId="c61a4279c1788c98" providerId="LiveId" clId="{5F4F1EC9-4E3D-4207-B9EA-1D4B37EA74BF}" dt="2022-09-21T03:32:23.855" v="2452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Thanh Nguyen" userId="c61a4279c1788c98" providerId="LiveId" clId="{5F4F1EC9-4E3D-4207-B9EA-1D4B37EA74BF}" dt="2022-09-21T02:33:39.370" v="1715" actId="47"/>
        <pc:sldMkLst>
          <pc:docMk/>
          <pc:sldMk cId="1555489783" sldId="265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4285134636" sldId="266"/>
        </pc:sldMkLst>
      </pc:sldChg>
      <pc:sldChg chg="modSp mod">
        <pc:chgData name="Thanh Nguyen" userId="c61a4279c1788c98" providerId="LiveId" clId="{5F4F1EC9-4E3D-4207-B9EA-1D4B37EA74BF}" dt="2022-09-21T03:20:02.239" v="2197" actId="20577"/>
        <pc:sldMkLst>
          <pc:docMk/>
          <pc:sldMk cId="1384187814" sldId="267"/>
        </pc:sldMkLst>
        <pc:spChg chg="mod">
          <ac:chgData name="Thanh Nguyen" userId="c61a4279c1788c98" providerId="LiveId" clId="{5F4F1EC9-4E3D-4207-B9EA-1D4B37EA74BF}" dt="2022-09-21T03:19:51.664" v="2192" actId="20577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20:02.239" v="2197" actId="20577"/>
          <ac:spMkLst>
            <pc:docMk/>
            <pc:sldMk cId="1384187814" sldId="267"/>
            <ac:spMk id="3" creationId="{00000000-0000-0000-0000-000000000000}"/>
          </ac:spMkLst>
        </pc:spChg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363108768" sldId="26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425405504" sldId="27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756527714" sldId="271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254945421" sldId="272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138878357" sldId="273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855036130" sldId="274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4220464419" sldId="275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912774238" sldId="276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900697735" sldId="277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350515820" sldId="278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998546219" sldId="27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840535816" sldId="28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860318222" sldId="281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766091306" sldId="282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780467816" sldId="283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472332232" sldId="284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023868613" sldId="285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971148690" sldId="286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977837515" sldId="287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292278021" sldId="288"/>
        </pc:sldMkLst>
      </pc:sldChg>
      <pc:sldChg chg="del">
        <pc:chgData name="Thanh Nguyen" userId="c61a4279c1788c98" providerId="LiveId" clId="{5F4F1EC9-4E3D-4207-B9EA-1D4B37EA74BF}" dt="2022-09-21T02:33:37.946" v="1714" actId="47"/>
        <pc:sldMkLst>
          <pc:docMk/>
          <pc:sldMk cId="719978124" sldId="28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27300033" sldId="29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216133801" sldId="291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800106880" sldId="292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703129604" sldId="293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862507436" sldId="294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105939181" sldId="29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913388409" sldId="30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445176130" sldId="301"/>
        </pc:sldMkLst>
      </pc:sldChg>
      <pc:sldChg chg="del">
        <pc:chgData name="Thanh Nguyen" userId="c61a4279c1788c98" providerId="LiveId" clId="{5F4F1EC9-4E3D-4207-B9EA-1D4B37EA74BF}" dt="2022-09-21T02:33:31.698" v="1713" actId="47"/>
        <pc:sldMkLst>
          <pc:docMk/>
          <pc:sldMk cId="3315290310" sldId="303"/>
        </pc:sldMkLst>
      </pc:sldChg>
      <pc:sldChg chg="modSp add modAnim">
        <pc:chgData name="Thanh Nguyen" userId="c61a4279c1788c98" providerId="LiveId" clId="{5F4F1EC9-4E3D-4207-B9EA-1D4B37EA74BF}" dt="2022-09-21T01:42:42.978" v="71" actId="20577"/>
        <pc:sldMkLst>
          <pc:docMk/>
          <pc:sldMk cId="3887256078" sldId="306"/>
        </pc:sldMkLst>
        <pc:spChg chg="mod">
          <ac:chgData name="Thanh Nguyen" userId="c61a4279c1788c98" providerId="LiveId" clId="{5F4F1EC9-4E3D-4207-B9EA-1D4B37EA74BF}" dt="2022-09-21T01:42:42.978" v="71" actId="20577"/>
          <ac:spMkLst>
            <pc:docMk/>
            <pc:sldMk cId="3887256078" sldId="306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3:22:08.903" v="2238" actId="14100"/>
        <pc:sldMkLst>
          <pc:docMk/>
          <pc:sldMk cId="225097260" sldId="307"/>
        </pc:sldMkLst>
        <pc:spChg chg="mod">
          <ac:chgData name="Thanh Nguyen" userId="c61a4279c1788c98" providerId="LiveId" clId="{5F4F1EC9-4E3D-4207-B9EA-1D4B37EA74BF}" dt="2022-09-21T03:22:08.903" v="2238" actId="14100"/>
          <ac:spMkLst>
            <pc:docMk/>
            <pc:sldMk cId="225097260" sldId="307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44:51.496" v="90" actId="478"/>
          <ac:spMkLst>
            <pc:docMk/>
            <pc:sldMk cId="225097260" sldId="307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1:44:51.496" v="90" actId="478"/>
          <ac:spMkLst>
            <pc:docMk/>
            <pc:sldMk cId="225097260" sldId="307"/>
            <ac:spMk id="6" creationId="{BA00B757-C312-1E93-3286-BF26D8A47A41}"/>
          </ac:spMkLst>
        </pc:spChg>
        <pc:picChg chg="add mod">
          <ac:chgData name="Thanh Nguyen" userId="c61a4279c1788c98" providerId="LiveId" clId="{5F4F1EC9-4E3D-4207-B9EA-1D4B37EA74BF}" dt="2022-09-21T01:45:13.999" v="96" actId="14100"/>
          <ac:picMkLst>
            <pc:docMk/>
            <pc:sldMk cId="225097260" sldId="307"/>
            <ac:picMk id="8" creationId="{5D29E766-9774-9731-C79E-94DDC339879D}"/>
          </ac:picMkLst>
        </pc:picChg>
      </pc:sldChg>
      <pc:sldChg chg="addSp delSp modSp add mod">
        <pc:chgData name="Thanh Nguyen" userId="c61a4279c1788c98" providerId="LiveId" clId="{5F4F1EC9-4E3D-4207-B9EA-1D4B37EA74BF}" dt="2022-09-21T03:22:58.029" v="2305" actId="20577"/>
        <pc:sldMkLst>
          <pc:docMk/>
          <pc:sldMk cId="1251429579" sldId="308"/>
        </pc:sldMkLst>
        <pc:spChg chg="mod">
          <ac:chgData name="Thanh Nguyen" userId="c61a4279c1788c98" providerId="LiveId" clId="{5F4F1EC9-4E3D-4207-B9EA-1D4B37EA74BF}" dt="2022-09-21T03:22:58.029" v="2305" actId="20577"/>
          <ac:spMkLst>
            <pc:docMk/>
            <pc:sldMk cId="1251429579" sldId="308"/>
            <ac:spMk id="2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1:46:03.324" v="102" actId="14100"/>
          <ac:picMkLst>
            <pc:docMk/>
            <pc:sldMk cId="1251429579" sldId="308"/>
            <ac:picMk id="7" creationId="{BC336234-B375-80E8-61AF-0EFC8E2DD6EA}"/>
          </ac:picMkLst>
        </pc:picChg>
        <pc:picChg chg="del">
          <ac:chgData name="Thanh Nguyen" userId="c61a4279c1788c98" providerId="LiveId" clId="{5F4F1EC9-4E3D-4207-B9EA-1D4B37EA74BF}" dt="2022-09-21T01:45:50.707" v="98" actId="478"/>
          <ac:picMkLst>
            <pc:docMk/>
            <pc:sldMk cId="1251429579" sldId="308"/>
            <ac:picMk id="8" creationId="{5D29E766-9774-9731-C79E-94DDC339879D}"/>
          </ac:picMkLst>
        </pc:picChg>
      </pc:sldChg>
      <pc:sldChg chg="add del">
        <pc:chgData name="Thanh Nguyen" userId="c61a4279c1788c98" providerId="LiveId" clId="{5F4F1EC9-4E3D-4207-B9EA-1D4B37EA74BF}" dt="2022-09-21T03:21:42.954" v="2198" actId="47"/>
        <pc:sldMkLst>
          <pc:docMk/>
          <pc:sldMk cId="3617816768" sldId="309"/>
        </pc:sldMkLst>
      </pc:sldChg>
      <pc:sldChg chg="addSp delSp modSp add mod">
        <pc:chgData name="Thanh Nguyen" userId="c61a4279c1788c98" providerId="LiveId" clId="{5F4F1EC9-4E3D-4207-B9EA-1D4B37EA74BF}" dt="2022-09-21T03:23:17.848" v="2335" actId="20577"/>
        <pc:sldMkLst>
          <pc:docMk/>
          <pc:sldMk cId="3009149985" sldId="310"/>
        </pc:sldMkLst>
        <pc:spChg chg="mod">
          <ac:chgData name="Thanh Nguyen" userId="c61a4279c1788c98" providerId="LiveId" clId="{5F4F1EC9-4E3D-4207-B9EA-1D4B37EA74BF}" dt="2022-09-21T03:23:17.848" v="2335" actId="20577"/>
          <ac:spMkLst>
            <pc:docMk/>
            <pc:sldMk cId="3009149985" sldId="310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46:45.781" v="107" actId="478"/>
          <ac:spMkLst>
            <pc:docMk/>
            <pc:sldMk cId="3009149985" sldId="310"/>
            <ac:spMk id="6" creationId="{BA00B757-C312-1E93-3286-BF26D8A47A41}"/>
          </ac:spMkLst>
        </pc:spChg>
        <pc:picChg chg="del">
          <ac:chgData name="Thanh Nguyen" userId="c61a4279c1788c98" providerId="LiveId" clId="{5F4F1EC9-4E3D-4207-B9EA-1D4B37EA74BF}" dt="2022-09-21T01:46:38.412" v="105" actId="478"/>
          <ac:picMkLst>
            <pc:docMk/>
            <pc:sldMk cId="3009149985" sldId="310"/>
            <ac:picMk id="7" creationId="{BC336234-B375-80E8-61AF-0EFC8E2DD6EA}"/>
          </ac:picMkLst>
        </pc:picChg>
        <pc:picChg chg="add mod">
          <ac:chgData name="Thanh Nguyen" userId="c61a4279c1788c98" providerId="LiveId" clId="{5F4F1EC9-4E3D-4207-B9EA-1D4B37EA74BF}" dt="2022-09-21T01:46:56.510" v="111" actId="14100"/>
          <ac:picMkLst>
            <pc:docMk/>
            <pc:sldMk cId="3009149985" sldId="310"/>
            <ac:picMk id="8" creationId="{4E4CA612-4BA7-1ACB-06B3-579223F03F1B}"/>
          </ac:picMkLst>
        </pc:picChg>
      </pc:sldChg>
      <pc:sldChg chg="addSp delSp modSp add mod">
        <pc:chgData name="Thanh Nguyen" userId="c61a4279c1788c98" providerId="LiveId" clId="{5F4F1EC9-4E3D-4207-B9EA-1D4B37EA74BF}" dt="2022-09-21T03:25:51.299" v="2382" actId="14100"/>
        <pc:sldMkLst>
          <pc:docMk/>
          <pc:sldMk cId="1436113224" sldId="311"/>
        </pc:sldMkLst>
        <pc:spChg chg="add mod">
          <ac:chgData name="Thanh Nguyen" userId="c61a4279c1788c98" providerId="LiveId" clId="{5F4F1EC9-4E3D-4207-B9EA-1D4B37EA74BF}" dt="2022-09-21T03:24:25.064" v="2373" actId="20577"/>
          <ac:spMkLst>
            <pc:docMk/>
            <pc:sldMk cId="1436113224" sldId="311"/>
            <ac:spMk id="7" creationId="{AC24EFC2-6F0C-8631-D806-66A8575D43FA}"/>
          </ac:spMkLst>
        </pc:spChg>
        <pc:picChg chg="add del mod">
          <ac:chgData name="Thanh Nguyen" userId="c61a4279c1788c98" providerId="LiveId" clId="{5F4F1EC9-4E3D-4207-B9EA-1D4B37EA74BF}" dt="2022-09-21T03:25:22.171" v="2374" actId="478"/>
          <ac:picMkLst>
            <pc:docMk/>
            <pc:sldMk cId="1436113224" sldId="311"/>
            <ac:picMk id="6" creationId="{1E6D575D-88E7-7992-B773-641809305086}"/>
          </ac:picMkLst>
        </pc:picChg>
        <pc:picChg chg="del">
          <ac:chgData name="Thanh Nguyen" userId="c61a4279c1788c98" providerId="LiveId" clId="{5F4F1EC9-4E3D-4207-B9EA-1D4B37EA74BF}" dt="2022-09-21T01:47:39.059" v="113" actId="478"/>
          <ac:picMkLst>
            <pc:docMk/>
            <pc:sldMk cId="1436113224" sldId="311"/>
            <ac:picMk id="8" creationId="{4E4CA612-4BA7-1ACB-06B3-579223F03F1B}"/>
          </ac:picMkLst>
        </pc:picChg>
        <pc:picChg chg="add mod">
          <ac:chgData name="Thanh Nguyen" userId="c61a4279c1788c98" providerId="LiveId" clId="{5F4F1EC9-4E3D-4207-B9EA-1D4B37EA74BF}" dt="2022-09-21T03:25:51.299" v="2382" actId="14100"/>
          <ac:picMkLst>
            <pc:docMk/>
            <pc:sldMk cId="1436113224" sldId="311"/>
            <ac:picMk id="4098" creationId="{9955174D-12D0-868A-CA73-515C177276EA}"/>
          </ac:picMkLst>
        </pc:picChg>
      </pc:sldChg>
      <pc:sldChg chg="addSp delSp modSp add mod">
        <pc:chgData name="Thanh Nguyen" userId="c61a4279c1788c98" providerId="LiveId" clId="{5F4F1EC9-4E3D-4207-B9EA-1D4B37EA74BF}" dt="2022-09-21T03:27:12.065" v="2407" actId="14100"/>
        <pc:sldMkLst>
          <pc:docMk/>
          <pc:sldMk cId="1551898818" sldId="312"/>
        </pc:sldMkLst>
        <pc:spChg chg="add mod">
          <ac:chgData name="Thanh Nguyen" userId="c61a4279c1788c98" providerId="LiveId" clId="{5F4F1EC9-4E3D-4207-B9EA-1D4B37EA74BF}" dt="2022-09-21T03:26:57.470" v="2403" actId="14100"/>
          <ac:spMkLst>
            <pc:docMk/>
            <pc:sldMk cId="1551898818" sldId="312"/>
            <ac:spMk id="8" creationId="{87E4F2FA-2E9D-68F6-6AA7-BC16AD37E936}"/>
          </ac:spMkLst>
        </pc:spChg>
        <pc:picChg chg="del">
          <ac:chgData name="Thanh Nguyen" userId="c61a4279c1788c98" providerId="LiveId" clId="{5F4F1EC9-4E3D-4207-B9EA-1D4B37EA74BF}" dt="2022-09-21T01:48:40.043" v="118" actId="478"/>
          <ac:picMkLst>
            <pc:docMk/>
            <pc:sldMk cId="1551898818" sldId="312"/>
            <ac:picMk id="6" creationId="{1E6D575D-88E7-7992-B773-641809305086}"/>
          </ac:picMkLst>
        </pc:picChg>
        <pc:picChg chg="add del mod">
          <ac:chgData name="Thanh Nguyen" userId="c61a4279c1788c98" providerId="LiveId" clId="{5F4F1EC9-4E3D-4207-B9EA-1D4B37EA74BF}" dt="2022-09-21T03:26:05.696" v="2383" actId="478"/>
          <ac:picMkLst>
            <pc:docMk/>
            <pc:sldMk cId="1551898818" sldId="312"/>
            <ac:picMk id="7" creationId="{28B20730-13D4-6FD6-446D-664176E1A812}"/>
          </ac:picMkLst>
        </pc:picChg>
        <pc:picChg chg="add mod">
          <ac:chgData name="Thanh Nguyen" userId="c61a4279c1788c98" providerId="LiveId" clId="{5F4F1EC9-4E3D-4207-B9EA-1D4B37EA74BF}" dt="2022-09-21T03:27:12.065" v="2407" actId="14100"/>
          <ac:picMkLst>
            <pc:docMk/>
            <pc:sldMk cId="1551898818" sldId="312"/>
            <ac:picMk id="5122" creationId="{77E172C2-EE4F-B367-FBC1-6FC64D79AE08}"/>
          </ac:picMkLst>
        </pc:picChg>
      </pc:sldChg>
      <pc:sldChg chg="addSp delSp modSp add mod modNotesTx">
        <pc:chgData name="Thanh Nguyen" userId="c61a4279c1788c98" providerId="LiveId" clId="{5F4F1EC9-4E3D-4207-B9EA-1D4B37EA74BF}" dt="2022-09-21T03:31:07.639" v="2434"/>
        <pc:sldMkLst>
          <pc:docMk/>
          <pc:sldMk cId="3715053001" sldId="313"/>
        </pc:sldMkLst>
        <pc:spChg chg="add mod">
          <ac:chgData name="Thanh Nguyen" userId="c61a4279c1788c98" providerId="LiveId" clId="{5F4F1EC9-4E3D-4207-B9EA-1D4B37EA74BF}" dt="2022-09-21T03:30:10.331" v="2431" actId="20577"/>
          <ac:spMkLst>
            <pc:docMk/>
            <pc:sldMk cId="3715053001" sldId="313"/>
            <ac:spMk id="8" creationId="{372DE5A3-5361-AA46-C636-6FDBCEC32A9B}"/>
          </ac:spMkLst>
        </pc:spChg>
        <pc:picChg chg="add del mod">
          <ac:chgData name="Thanh Nguyen" userId="c61a4279c1788c98" providerId="LiveId" clId="{5F4F1EC9-4E3D-4207-B9EA-1D4B37EA74BF}" dt="2022-09-21T03:29:37.155" v="2410" actId="478"/>
          <ac:picMkLst>
            <pc:docMk/>
            <pc:sldMk cId="3715053001" sldId="313"/>
            <ac:picMk id="6" creationId="{5F302354-CA79-DF0F-D47E-E6CF100AF663}"/>
          </ac:picMkLst>
        </pc:picChg>
        <pc:picChg chg="del">
          <ac:chgData name="Thanh Nguyen" userId="c61a4279c1788c98" providerId="LiveId" clId="{5F4F1EC9-4E3D-4207-B9EA-1D4B37EA74BF}" dt="2022-09-21T01:49:08.323" v="122" actId="478"/>
          <ac:picMkLst>
            <pc:docMk/>
            <pc:sldMk cId="3715053001" sldId="313"/>
            <ac:picMk id="7" creationId="{28B20730-13D4-6FD6-446D-664176E1A812}"/>
          </ac:picMkLst>
        </pc:picChg>
        <pc:picChg chg="add mod">
          <ac:chgData name="Thanh Nguyen" userId="c61a4279c1788c98" providerId="LiveId" clId="{5F4F1EC9-4E3D-4207-B9EA-1D4B37EA74BF}" dt="2022-09-21T03:29:46.176" v="2413" actId="14100"/>
          <ac:picMkLst>
            <pc:docMk/>
            <pc:sldMk cId="3715053001" sldId="313"/>
            <ac:picMk id="6146" creationId="{E958E847-2552-BB95-1B2C-B018A6564BFA}"/>
          </ac:picMkLst>
        </pc:picChg>
      </pc:sldChg>
      <pc:sldChg chg="delSp add del mod">
        <pc:chgData name="Thanh Nguyen" userId="c61a4279c1788c98" providerId="LiveId" clId="{5F4F1EC9-4E3D-4207-B9EA-1D4B37EA74BF}" dt="2022-09-21T03:31:55.415" v="2435" actId="2696"/>
        <pc:sldMkLst>
          <pc:docMk/>
          <pc:sldMk cId="2643798787" sldId="314"/>
        </pc:sldMkLst>
        <pc:picChg chg="del">
          <ac:chgData name="Thanh Nguyen" userId="c61a4279c1788c98" providerId="LiveId" clId="{5F4F1EC9-4E3D-4207-B9EA-1D4B37EA74BF}" dt="2022-09-21T01:49:29.132" v="126" actId="478"/>
          <ac:picMkLst>
            <pc:docMk/>
            <pc:sldMk cId="2643798787" sldId="314"/>
            <ac:picMk id="6" creationId="{5F302354-CA79-DF0F-D47E-E6CF100AF663}"/>
          </ac:picMkLst>
        </pc:picChg>
      </pc:sldChg>
      <pc:sldChg chg="addSp modSp add mod modNotes modNotesTx">
        <pc:chgData name="Thanh Nguyen" userId="c61a4279c1788c98" providerId="LiveId" clId="{5F4F1EC9-4E3D-4207-B9EA-1D4B37EA74BF}" dt="2022-09-21T03:36:33.168" v="2484" actId="27636"/>
        <pc:sldMkLst>
          <pc:docMk/>
          <pc:sldMk cId="1105975231" sldId="315"/>
        </pc:sldMkLst>
        <pc:spChg chg="mod">
          <ac:chgData name="Thanh Nguyen" userId="c61a4279c1788c98" providerId="LiveId" clId="{5F4F1EC9-4E3D-4207-B9EA-1D4B37EA74BF}" dt="2022-09-21T01:50:26.878" v="193" actId="20577"/>
          <ac:spMkLst>
            <pc:docMk/>
            <pc:sldMk cId="1105975231" sldId="315"/>
            <ac:spMk id="3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3:33:12.878" v="2455" actId="14100"/>
          <ac:picMkLst>
            <pc:docMk/>
            <pc:sldMk cId="1105975231" sldId="315"/>
            <ac:picMk id="7170" creationId="{7C19670C-6595-203E-E78E-BEB2CA43701B}"/>
          </ac:picMkLst>
        </pc:picChg>
      </pc:sldChg>
      <pc:sldChg chg="modSp add mod">
        <pc:chgData name="Thanh Nguyen" userId="c61a4279c1788c98" providerId="LiveId" clId="{5F4F1EC9-4E3D-4207-B9EA-1D4B37EA74BF}" dt="2022-09-21T01:51:19.055" v="237" actId="6549"/>
        <pc:sldMkLst>
          <pc:docMk/>
          <pc:sldMk cId="655598868" sldId="316"/>
        </pc:sldMkLst>
        <pc:spChg chg="mod">
          <ac:chgData name="Thanh Nguyen" userId="c61a4279c1788c98" providerId="LiveId" clId="{5F4F1EC9-4E3D-4207-B9EA-1D4B37EA74BF}" dt="2022-09-21T01:50:47.809" v="216" actId="20577"/>
          <ac:spMkLst>
            <pc:docMk/>
            <pc:sldMk cId="655598868" sldId="31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1:51:19.055" v="237" actId="6549"/>
          <ac:spMkLst>
            <pc:docMk/>
            <pc:sldMk cId="655598868" sldId="316"/>
            <ac:spMk id="3" creationId="{00000000-0000-0000-0000-000000000000}"/>
          </ac:spMkLst>
        </pc:spChg>
      </pc:sldChg>
      <pc:sldChg chg="addSp modSp add mod">
        <pc:chgData name="Thanh Nguyen" userId="c61a4279c1788c98" providerId="LiveId" clId="{5F4F1EC9-4E3D-4207-B9EA-1D4B37EA74BF}" dt="2022-09-21T03:37:11.611" v="2639" actId="1038"/>
        <pc:sldMkLst>
          <pc:docMk/>
          <pc:sldMk cId="2120969724" sldId="317"/>
        </pc:sldMkLst>
        <pc:spChg chg="mod">
          <ac:chgData name="Thanh Nguyen" userId="c61a4279c1788c98" providerId="LiveId" clId="{5F4F1EC9-4E3D-4207-B9EA-1D4B37EA74BF}" dt="2022-09-21T01:51:42.694" v="282" actId="20577"/>
          <ac:spMkLst>
            <pc:docMk/>
            <pc:sldMk cId="2120969724" sldId="317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1:52:25.746" v="297" actId="20577"/>
          <ac:spMkLst>
            <pc:docMk/>
            <pc:sldMk cId="2120969724" sldId="317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3:35:16.489" v="2463" actId="1037"/>
          <ac:spMkLst>
            <pc:docMk/>
            <pc:sldMk cId="2120969724" sldId="317"/>
            <ac:spMk id="6" creationId="{BF15B658-5B2C-4D68-8DD6-28BC77E00ED3}"/>
          </ac:spMkLst>
        </pc:spChg>
        <pc:spChg chg="add mod">
          <ac:chgData name="Thanh Nguyen" userId="c61a4279c1788c98" providerId="LiveId" clId="{5F4F1EC9-4E3D-4207-B9EA-1D4B37EA74BF}" dt="2022-09-21T03:35:20.199" v="2467" actId="1037"/>
          <ac:spMkLst>
            <pc:docMk/>
            <pc:sldMk cId="2120969724" sldId="317"/>
            <ac:spMk id="7" creationId="{92BFDEF7-166C-0F8E-D521-DCF389D33347}"/>
          </ac:spMkLst>
        </pc:spChg>
        <pc:spChg chg="add mod">
          <ac:chgData name="Thanh Nguyen" userId="c61a4279c1788c98" providerId="LiveId" clId="{5F4F1EC9-4E3D-4207-B9EA-1D4B37EA74BF}" dt="2022-09-21T03:35:47.648" v="2480" actId="14100"/>
          <ac:spMkLst>
            <pc:docMk/>
            <pc:sldMk cId="2120969724" sldId="317"/>
            <ac:spMk id="8" creationId="{E4CCE9A4-6690-B62A-7E4A-28D9E32D13D9}"/>
          </ac:spMkLst>
        </pc:spChg>
        <pc:spChg chg="add mod">
          <ac:chgData name="Thanh Nguyen" userId="c61a4279c1788c98" providerId="LiveId" clId="{5F4F1EC9-4E3D-4207-B9EA-1D4B37EA74BF}" dt="2022-09-21T03:37:06.284" v="2638" actId="1035"/>
          <ac:spMkLst>
            <pc:docMk/>
            <pc:sldMk cId="2120969724" sldId="317"/>
            <ac:spMk id="9" creationId="{D2D9C1A0-CE74-7259-EDDF-7FDDF89861F4}"/>
          </ac:spMkLst>
        </pc:spChg>
        <pc:spChg chg="add mod">
          <ac:chgData name="Thanh Nguyen" userId="c61a4279c1788c98" providerId="LiveId" clId="{5F4F1EC9-4E3D-4207-B9EA-1D4B37EA74BF}" dt="2022-09-21T03:35:34.025" v="2478" actId="14100"/>
          <ac:spMkLst>
            <pc:docMk/>
            <pc:sldMk cId="2120969724" sldId="317"/>
            <ac:spMk id="10" creationId="{68BC6486-6F60-CF02-7D21-2AFC254D0B1C}"/>
          </ac:spMkLst>
        </pc:spChg>
        <pc:cxnChg chg="add mod">
          <ac:chgData name="Thanh Nguyen" userId="c61a4279c1788c98" providerId="LiveId" clId="{5F4F1EC9-4E3D-4207-B9EA-1D4B37EA74BF}" dt="2022-09-21T03:36:12.065" v="2482" actId="13822"/>
          <ac:cxnSpMkLst>
            <pc:docMk/>
            <pc:sldMk cId="2120969724" sldId="317"/>
            <ac:cxnSpMk id="12" creationId="{E397D37C-6BA8-B7B7-2DB0-F61D859065B9}"/>
          </ac:cxnSpMkLst>
        </pc:cxnChg>
        <pc:cxnChg chg="add mod">
          <ac:chgData name="Thanh Nguyen" userId="c61a4279c1788c98" providerId="LiveId" clId="{5F4F1EC9-4E3D-4207-B9EA-1D4B37EA74BF}" dt="2022-09-21T03:36:42.194" v="2511" actId="1038"/>
          <ac:cxnSpMkLst>
            <pc:docMk/>
            <pc:sldMk cId="2120969724" sldId="317"/>
            <ac:cxnSpMk id="13" creationId="{9E74FBA4-2E24-1A2D-B6F1-D76DB43FF624}"/>
          </ac:cxnSpMkLst>
        </pc:cxnChg>
        <pc:cxnChg chg="add mod">
          <ac:chgData name="Thanh Nguyen" userId="c61a4279c1788c98" providerId="LiveId" clId="{5F4F1EC9-4E3D-4207-B9EA-1D4B37EA74BF}" dt="2022-09-21T03:37:11.611" v="2639" actId="1038"/>
          <ac:cxnSpMkLst>
            <pc:docMk/>
            <pc:sldMk cId="2120969724" sldId="317"/>
            <ac:cxnSpMk id="14" creationId="{576D4ACE-7272-6F39-5C0B-A9D933E4CEA8}"/>
          </ac:cxnSpMkLst>
        </pc:cxnChg>
        <pc:cxnChg chg="add mod">
          <ac:chgData name="Thanh Nguyen" userId="c61a4279c1788c98" providerId="LiveId" clId="{5F4F1EC9-4E3D-4207-B9EA-1D4B37EA74BF}" dt="2022-09-21T03:36:58.038" v="2637" actId="1035"/>
          <ac:cxnSpMkLst>
            <pc:docMk/>
            <pc:sldMk cId="2120969724" sldId="317"/>
            <ac:cxnSpMk id="15" creationId="{1021DFED-8360-C10E-847B-A95073DD5525}"/>
          </ac:cxnSpMkLst>
        </pc:cxnChg>
      </pc:sldChg>
      <pc:sldChg chg="addSp delSp modSp add mod">
        <pc:chgData name="Thanh Nguyen" userId="c61a4279c1788c98" providerId="LiveId" clId="{5F4F1EC9-4E3D-4207-B9EA-1D4B37EA74BF}" dt="2022-09-21T03:47:34.489" v="3024" actId="404"/>
        <pc:sldMkLst>
          <pc:docMk/>
          <pc:sldMk cId="4238968016" sldId="318"/>
        </pc:sldMkLst>
        <pc:spChg chg="mod">
          <ac:chgData name="Thanh Nguyen" userId="c61a4279c1788c98" providerId="LiveId" clId="{5F4F1EC9-4E3D-4207-B9EA-1D4B37EA74BF}" dt="2022-09-21T03:43:49.009" v="2922" actId="20577"/>
          <ac:spMkLst>
            <pc:docMk/>
            <pc:sldMk cId="4238968016" sldId="318"/>
            <ac:spMk id="3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55:24.599" v="424" actId="478"/>
          <ac:spMkLst>
            <pc:docMk/>
            <pc:sldMk cId="4238968016" sldId="318"/>
            <ac:spMk id="6" creationId="{BF15B658-5B2C-4D68-8DD6-28BC77E00ED3}"/>
          </ac:spMkLst>
        </pc:spChg>
        <pc:spChg chg="del">
          <ac:chgData name="Thanh Nguyen" userId="c61a4279c1788c98" providerId="LiveId" clId="{5F4F1EC9-4E3D-4207-B9EA-1D4B37EA74BF}" dt="2022-09-21T01:55:26.055" v="425" actId="478"/>
          <ac:spMkLst>
            <pc:docMk/>
            <pc:sldMk cId="4238968016" sldId="318"/>
            <ac:spMk id="7" creationId="{92BFDEF7-166C-0F8E-D521-DCF389D33347}"/>
          </ac:spMkLst>
        </pc:spChg>
        <pc:spChg chg="del">
          <ac:chgData name="Thanh Nguyen" userId="c61a4279c1788c98" providerId="LiveId" clId="{5F4F1EC9-4E3D-4207-B9EA-1D4B37EA74BF}" dt="2022-09-21T01:55:27.178" v="426" actId="478"/>
          <ac:spMkLst>
            <pc:docMk/>
            <pc:sldMk cId="4238968016" sldId="318"/>
            <ac:spMk id="8" creationId="{E4CCE9A4-6690-B62A-7E4A-28D9E32D13D9}"/>
          </ac:spMkLst>
        </pc:spChg>
        <pc:spChg chg="del">
          <ac:chgData name="Thanh Nguyen" userId="c61a4279c1788c98" providerId="LiveId" clId="{5F4F1EC9-4E3D-4207-B9EA-1D4B37EA74BF}" dt="2022-09-21T01:55:27.862" v="427" actId="478"/>
          <ac:spMkLst>
            <pc:docMk/>
            <pc:sldMk cId="4238968016" sldId="318"/>
            <ac:spMk id="9" creationId="{D2D9C1A0-CE74-7259-EDDF-7FDDF89861F4}"/>
          </ac:spMkLst>
        </pc:spChg>
        <pc:spChg chg="del">
          <ac:chgData name="Thanh Nguyen" userId="c61a4279c1788c98" providerId="LiveId" clId="{5F4F1EC9-4E3D-4207-B9EA-1D4B37EA74BF}" dt="2022-09-21T01:55:28.589" v="428" actId="478"/>
          <ac:spMkLst>
            <pc:docMk/>
            <pc:sldMk cId="4238968016" sldId="318"/>
            <ac:spMk id="10" creationId="{68BC6486-6F60-CF02-7D21-2AFC254D0B1C}"/>
          </ac:spMkLst>
        </pc:spChg>
        <pc:spChg chg="add mod ord">
          <ac:chgData name="Thanh Nguyen" userId="c61a4279c1788c98" providerId="LiveId" clId="{5F4F1EC9-4E3D-4207-B9EA-1D4B37EA74BF}" dt="2022-09-21T03:47:34.489" v="3024" actId="404"/>
          <ac:spMkLst>
            <pc:docMk/>
            <pc:sldMk cId="4238968016" sldId="318"/>
            <ac:spMk id="11" creationId="{51365805-5BFF-AB69-7FD9-AC948E836507}"/>
          </ac:spMkLst>
        </pc:spChg>
        <pc:spChg chg="add mod ord">
          <ac:chgData name="Thanh Nguyen" userId="c61a4279c1788c98" providerId="LiveId" clId="{5F4F1EC9-4E3D-4207-B9EA-1D4B37EA74BF}" dt="2022-09-21T03:38:37.816" v="2697" actId="1036"/>
          <ac:spMkLst>
            <pc:docMk/>
            <pc:sldMk cId="4238968016" sldId="318"/>
            <ac:spMk id="12" creationId="{FCF64598-F920-7A6F-F6E6-C08C21C67AEA}"/>
          </ac:spMkLst>
        </pc:spChg>
        <pc:spChg chg="add mod">
          <ac:chgData name="Thanh Nguyen" userId="c61a4279c1788c98" providerId="LiveId" clId="{5F4F1EC9-4E3D-4207-B9EA-1D4B37EA74BF}" dt="2022-09-21T03:43:31.906" v="2890" actId="1076"/>
          <ac:spMkLst>
            <pc:docMk/>
            <pc:sldMk cId="4238968016" sldId="318"/>
            <ac:spMk id="13" creationId="{3867F86C-DB18-74E6-4127-981A94FDF97D}"/>
          </ac:spMkLst>
        </pc:spChg>
        <pc:spChg chg="add mod">
          <ac:chgData name="Thanh Nguyen" userId="c61a4279c1788c98" providerId="LiveId" clId="{5F4F1EC9-4E3D-4207-B9EA-1D4B37EA74BF}" dt="2022-09-21T03:46:51.165" v="3007" actId="1035"/>
          <ac:spMkLst>
            <pc:docMk/>
            <pc:sldMk cId="4238968016" sldId="318"/>
            <ac:spMk id="14" creationId="{E9CF9006-3340-F223-F47B-8086D1F2AA18}"/>
          </ac:spMkLst>
        </pc:spChg>
        <pc:spChg chg="add mod">
          <ac:chgData name="Thanh Nguyen" userId="c61a4279c1788c98" providerId="LiveId" clId="{5F4F1EC9-4E3D-4207-B9EA-1D4B37EA74BF}" dt="2022-09-21T03:43:26.378" v="2889" actId="1037"/>
          <ac:spMkLst>
            <pc:docMk/>
            <pc:sldMk cId="4238968016" sldId="318"/>
            <ac:spMk id="15" creationId="{E3DAD86B-F146-249C-EFFF-C4B91B1F816D}"/>
          </ac:spMkLst>
        </pc:spChg>
        <pc:spChg chg="add mod">
          <ac:chgData name="Thanh Nguyen" userId="c61a4279c1788c98" providerId="LiveId" clId="{5F4F1EC9-4E3D-4207-B9EA-1D4B37EA74BF}" dt="2022-09-21T03:43:06.349" v="2878" actId="1036"/>
          <ac:spMkLst>
            <pc:docMk/>
            <pc:sldMk cId="4238968016" sldId="318"/>
            <ac:spMk id="16" creationId="{77D08FD9-6E39-29EE-6A14-CC338F739177}"/>
          </ac:spMkLst>
        </pc:spChg>
        <pc:spChg chg="add mod">
          <ac:chgData name="Thanh Nguyen" userId="c61a4279c1788c98" providerId="LiveId" clId="{5F4F1EC9-4E3D-4207-B9EA-1D4B37EA74BF}" dt="2022-09-21T03:47:13.832" v="3018" actId="1037"/>
          <ac:spMkLst>
            <pc:docMk/>
            <pc:sldMk cId="4238968016" sldId="318"/>
            <ac:spMk id="17" creationId="{A297F84B-0F67-FFA7-3B62-E2DC6E0120F1}"/>
          </ac:spMkLst>
        </pc:spChg>
        <pc:spChg chg="add mod">
          <ac:chgData name="Thanh Nguyen" userId="c61a4279c1788c98" providerId="LiveId" clId="{5F4F1EC9-4E3D-4207-B9EA-1D4B37EA74BF}" dt="2022-09-21T03:43:16.856" v="2884" actId="1036"/>
          <ac:spMkLst>
            <pc:docMk/>
            <pc:sldMk cId="4238968016" sldId="318"/>
            <ac:spMk id="18" creationId="{1DF381AE-83C0-A113-7896-2F6F24A07372}"/>
          </ac:spMkLst>
        </pc:spChg>
        <pc:spChg chg="add mod">
          <ac:chgData name="Thanh Nguyen" userId="c61a4279c1788c98" providerId="LiveId" clId="{5F4F1EC9-4E3D-4207-B9EA-1D4B37EA74BF}" dt="2022-09-21T03:43:34.587" v="2892" actId="1035"/>
          <ac:spMkLst>
            <pc:docMk/>
            <pc:sldMk cId="4238968016" sldId="318"/>
            <ac:spMk id="19" creationId="{09368747-872B-CEE2-2864-18F066BA625E}"/>
          </ac:spMkLst>
        </pc:spChg>
        <pc:spChg chg="add mod">
          <ac:chgData name="Thanh Nguyen" userId="c61a4279c1788c98" providerId="LiveId" clId="{5F4F1EC9-4E3D-4207-B9EA-1D4B37EA74BF}" dt="2022-09-21T03:47:07.190" v="3016" actId="1076"/>
          <ac:spMkLst>
            <pc:docMk/>
            <pc:sldMk cId="4238968016" sldId="318"/>
            <ac:spMk id="20" creationId="{F8B1BC6B-A172-87C2-05FF-AF68EBBB5AB5}"/>
          </ac:spMkLst>
        </pc:spChg>
        <pc:cxnChg chg="add mod">
          <ac:chgData name="Thanh Nguyen" userId="c61a4279c1788c98" providerId="LiveId" clId="{5F4F1EC9-4E3D-4207-B9EA-1D4B37EA74BF}" dt="2022-09-21T03:47:21.158" v="3022" actId="1038"/>
          <ac:cxnSpMkLst>
            <pc:docMk/>
            <pc:sldMk cId="4238968016" sldId="318"/>
            <ac:cxnSpMk id="22" creationId="{9567974F-D5F1-E23E-BA6A-64AFB1090754}"/>
          </ac:cxnSpMkLst>
        </pc:cxnChg>
        <pc:cxnChg chg="add mod">
          <ac:chgData name="Thanh Nguyen" userId="c61a4279c1788c98" providerId="LiveId" clId="{5F4F1EC9-4E3D-4207-B9EA-1D4B37EA74BF}" dt="2022-09-21T03:47:00.944" v="3015" actId="1037"/>
          <ac:cxnSpMkLst>
            <pc:docMk/>
            <pc:sldMk cId="4238968016" sldId="318"/>
            <ac:cxnSpMk id="24" creationId="{63CCFBDC-9EC5-EFBB-7D76-1DCAA2255135}"/>
          </ac:cxnSpMkLst>
        </pc:cxnChg>
        <pc:cxnChg chg="add mod">
          <ac:chgData name="Thanh Nguyen" userId="c61a4279c1788c98" providerId="LiveId" clId="{5F4F1EC9-4E3D-4207-B9EA-1D4B37EA74BF}" dt="2022-09-21T03:44:41.357" v="2930" actId="1076"/>
          <ac:cxnSpMkLst>
            <pc:docMk/>
            <pc:sldMk cId="4238968016" sldId="318"/>
            <ac:cxnSpMk id="25" creationId="{5873010D-5DC6-EC77-8E02-F4C1B1C19A4E}"/>
          </ac:cxnSpMkLst>
        </pc:cxnChg>
        <pc:cxnChg chg="add del mod">
          <ac:chgData name="Thanh Nguyen" userId="c61a4279c1788c98" providerId="LiveId" clId="{5F4F1EC9-4E3D-4207-B9EA-1D4B37EA74BF}" dt="2022-09-21T03:46:24.544" v="2968" actId="478"/>
          <ac:cxnSpMkLst>
            <pc:docMk/>
            <pc:sldMk cId="4238968016" sldId="318"/>
            <ac:cxnSpMk id="26" creationId="{117277AE-5755-E68D-5231-728B0131F88F}"/>
          </ac:cxnSpMkLst>
        </pc:cxnChg>
        <pc:cxnChg chg="add mod">
          <ac:chgData name="Thanh Nguyen" userId="c61a4279c1788c98" providerId="LiveId" clId="{5F4F1EC9-4E3D-4207-B9EA-1D4B37EA74BF}" dt="2022-09-21T03:45:12.074" v="2937" actId="1076"/>
          <ac:cxnSpMkLst>
            <pc:docMk/>
            <pc:sldMk cId="4238968016" sldId="318"/>
            <ac:cxnSpMk id="29" creationId="{D5C1923B-10A0-FB43-7313-BF9139B5730F}"/>
          </ac:cxnSpMkLst>
        </pc:cxnChg>
        <pc:cxnChg chg="add mod">
          <ac:chgData name="Thanh Nguyen" userId="c61a4279c1788c98" providerId="LiveId" clId="{5F4F1EC9-4E3D-4207-B9EA-1D4B37EA74BF}" dt="2022-09-21T03:45:37.466" v="2946" actId="1038"/>
          <ac:cxnSpMkLst>
            <pc:docMk/>
            <pc:sldMk cId="4238968016" sldId="318"/>
            <ac:cxnSpMk id="30" creationId="{9E11D13A-6E42-8260-8360-12F5C4EB3541}"/>
          </ac:cxnSpMkLst>
        </pc:cxnChg>
        <pc:cxnChg chg="add mod">
          <ac:chgData name="Thanh Nguyen" userId="c61a4279c1788c98" providerId="LiveId" clId="{5F4F1EC9-4E3D-4207-B9EA-1D4B37EA74BF}" dt="2022-09-21T03:45:49.283" v="2959" actId="1037"/>
          <ac:cxnSpMkLst>
            <pc:docMk/>
            <pc:sldMk cId="4238968016" sldId="318"/>
            <ac:cxnSpMk id="31" creationId="{C0A36B61-45DD-ACF9-65AB-379902458D2D}"/>
          </ac:cxnSpMkLst>
        </pc:cxnChg>
        <pc:cxnChg chg="add mod">
          <ac:chgData name="Thanh Nguyen" userId="c61a4279c1788c98" providerId="LiveId" clId="{5F4F1EC9-4E3D-4207-B9EA-1D4B37EA74BF}" dt="2022-09-21T03:46:56.857" v="3011" actId="1038"/>
          <ac:cxnSpMkLst>
            <pc:docMk/>
            <pc:sldMk cId="4238968016" sldId="318"/>
            <ac:cxnSpMk id="32" creationId="{AF58032A-A2C8-EE60-260E-FC79AB31E00B}"/>
          </ac:cxnSpMkLst>
        </pc:cxnChg>
        <pc:cxnChg chg="add mod">
          <ac:chgData name="Thanh Nguyen" userId="c61a4279c1788c98" providerId="LiveId" clId="{5F4F1EC9-4E3D-4207-B9EA-1D4B37EA74BF}" dt="2022-09-21T03:46:46.850" v="3004" actId="1035"/>
          <ac:cxnSpMkLst>
            <pc:docMk/>
            <pc:sldMk cId="4238968016" sldId="318"/>
            <ac:cxnSpMk id="33" creationId="{FB0C8D43-AF35-FE84-2788-570A65936BD6}"/>
          </ac:cxnSpMkLst>
        </pc:cxnChg>
      </pc:sldChg>
      <pc:sldChg chg="delSp modSp add mod modShow">
        <pc:chgData name="Thanh Nguyen" userId="c61a4279c1788c98" providerId="LiveId" clId="{5F4F1EC9-4E3D-4207-B9EA-1D4B37EA74BF}" dt="2022-09-21T03:51:00.006" v="3027" actId="729"/>
        <pc:sldMkLst>
          <pc:docMk/>
          <pc:sldMk cId="2875367198" sldId="319"/>
        </pc:sldMkLst>
        <pc:spChg chg="mod">
          <ac:chgData name="Thanh Nguyen" userId="c61a4279c1788c98" providerId="LiveId" clId="{5F4F1EC9-4E3D-4207-B9EA-1D4B37EA74BF}" dt="2022-09-21T01:56:40.328" v="471" actId="20577"/>
          <ac:spMkLst>
            <pc:docMk/>
            <pc:sldMk cId="2875367198" sldId="319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1:57:17.577" v="482" actId="20577"/>
          <ac:spMkLst>
            <pc:docMk/>
            <pc:sldMk cId="2875367198" sldId="319"/>
            <ac:spMk id="3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57:10.707" v="478" actId="478"/>
          <ac:spMkLst>
            <pc:docMk/>
            <pc:sldMk cId="2875367198" sldId="319"/>
            <ac:spMk id="11" creationId="{51365805-5BFF-AB69-7FD9-AC948E836507}"/>
          </ac:spMkLst>
        </pc:spChg>
        <pc:spChg chg="del">
          <ac:chgData name="Thanh Nguyen" userId="c61a4279c1788c98" providerId="LiveId" clId="{5F4F1EC9-4E3D-4207-B9EA-1D4B37EA74BF}" dt="2022-09-21T01:57:09.892" v="477" actId="478"/>
          <ac:spMkLst>
            <pc:docMk/>
            <pc:sldMk cId="2875367198" sldId="319"/>
            <ac:spMk id="12" creationId="{FCF64598-F920-7A6F-F6E6-C08C21C67AEA}"/>
          </ac:spMkLst>
        </pc:spChg>
        <pc:spChg chg="del">
          <ac:chgData name="Thanh Nguyen" userId="c61a4279c1788c98" providerId="LiveId" clId="{5F4F1EC9-4E3D-4207-B9EA-1D4B37EA74BF}" dt="2022-09-21T01:57:09.057" v="476" actId="478"/>
          <ac:spMkLst>
            <pc:docMk/>
            <pc:sldMk cId="2875367198" sldId="319"/>
            <ac:spMk id="13" creationId="{3867F86C-DB18-74E6-4127-981A94FDF97D}"/>
          </ac:spMkLst>
        </pc:spChg>
      </pc:sldChg>
      <pc:sldChg chg="modSp add mod ord modShow">
        <pc:chgData name="Thanh Nguyen" userId="c61a4279c1788c98" providerId="LiveId" clId="{5F4F1EC9-4E3D-4207-B9EA-1D4B37EA74BF}" dt="2022-09-21T03:50:52.091" v="3026" actId="729"/>
        <pc:sldMkLst>
          <pc:docMk/>
          <pc:sldMk cId="2404306659" sldId="320"/>
        </pc:sldMkLst>
        <pc:spChg chg="mod">
          <ac:chgData name="Thanh Nguyen" userId="c61a4279c1788c98" providerId="LiveId" clId="{5F4F1EC9-4E3D-4207-B9EA-1D4B37EA74BF}" dt="2022-09-21T01:57:53.199" v="505" actId="20577"/>
          <ac:spMkLst>
            <pc:docMk/>
            <pc:sldMk cId="2404306659" sldId="320"/>
            <ac:spMk id="2" creationId="{00000000-0000-0000-0000-000000000000}"/>
          </ac:spMkLst>
        </pc:spChg>
      </pc:sldChg>
      <pc:sldChg chg="delSp modSp add mod modShow">
        <pc:chgData name="Thanh Nguyen" userId="c61a4279c1788c98" providerId="LiveId" clId="{5F4F1EC9-4E3D-4207-B9EA-1D4B37EA74BF}" dt="2022-09-21T03:50:48.177" v="3025" actId="729"/>
        <pc:sldMkLst>
          <pc:docMk/>
          <pc:sldMk cId="3672463977" sldId="321"/>
        </pc:sldMkLst>
        <pc:spChg chg="mod">
          <ac:chgData name="Thanh Nguyen" userId="c61a4279c1788c98" providerId="LiveId" clId="{5F4F1EC9-4E3D-4207-B9EA-1D4B37EA74BF}" dt="2022-09-21T01:58:41.116" v="633" actId="20577"/>
          <ac:spMkLst>
            <pc:docMk/>
            <pc:sldMk cId="3672463977" sldId="321"/>
            <ac:spMk id="3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58:07.486" v="509" actId="478"/>
          <ac:spMkLst>
            <pc:docMk/>
            <pc:sldMk cId="3672463977" sldId="321"/>
            <ac:spMk id="11" creationId="{51365805-5BFF-AB69-7FD9-AC948E836507}"/>
          </ac:spMkLst>
        </pc:spChg>
        <pc:spChg chg="del">
          <ac:chgData name="Thanh Nguyen" userId="c61a4279c1788c98" providerId="LiveId" clId="{5F4F1EC9-4E3D-4207-B9EA-1D4B37EA74BF}" dt="2022-09-21T01:58:06.546" v="508" actId="478"/>
          <ac:spMkLst>
            <pc:docMk/>
            <pc:sldMk cId="3672463977" sldId="321"/>
            <ac:spMk id="12" creationId="{FCF64598-F920-7A6F-F6E6-C08C21C67AEA}"/>
          </ac:spMkLst>
        </pc:spChg>
        <pc:spChg chg="del">
          <ac:chgData name="Thanh Nguyen" userId="c61a4279c1788c98" providerId="LiveId" clId="{5F4F1EC9-4E3D-4207-B9EA-1D4B37EA74BF}" dt="2022-09-21T01:58:05.639" v="507" actId="478"/>
          <ac:spMkLst>
            <pc:docMk/>
            <pc:sldMk cId="3672463977" sldId="321"/>
            <ac:spMk id="13" creationId="{3867F86C-DB18-74E6-4127-981A94FDF97D}"/>
          </ac:spMkLst>
        </pc:spChg>
      </pc:sldChg>
      <pc:sldChg chg="modSp add mod modShow">
        <pc:chgData name="Thanh Nguyen" userId="c61a4279c1788c98" providerId="LiveId" clId="{5F4F1EC9-4E3D-4207-B9EA-1D4B37EA74BF}" dt="2022-09-21T03:50:48.177" v="3025" actId="729"/>
        <pc:sldMkLst>
          <pc:docMk/>
          <pc:sldMk cId="930984575" sldId="322"/>
        </pc:sldMkLst>
        <pc:spChg chg="mod">
          <ac:chgData name="Thanh Nguyen" userId="c61a4279c1788c98" providerId="LiveId" clId="{5F4F1EC9-4E3D-4207-B9EA-1D4B37EA74BF}" dt="2022-09-21T01:59:25.547" v="643" actId="20577"/>
          <ac:spMkLst>
            <pc:docMk/>
            <pc:sldMk cId="930984575" sldId="322"/>
            <ac:spMk id="3" creationId="{00000000-0000-0000-0000-000000000000}"/>
          </ac:spMkLst>
        </pc:spChg>
      </pc:sldChg>
      <pc:sldChg chg="modSp add mod modShow">
        <pc:chgData name="Thanh Nguyen" userId="c61a4279c1788c98" providerId="LiveId" clId="{5F4F1EC9-4E3D-4207-B9EA-1D4B37EA74BF}" dt="2022-09-21T03:50:48.177" v="3025" actId="729"/>
        <pc:sldMkLst>
          <pc:docMk/>
          <pc:sldMk cId="2245499410" sldId="323"/>
        </pc:sldMkLst>
        <pc:spChg chg="mod">
          <ac:chgData name="Thanh Nguyen" userId="c61a4279c1788c98" providerId="LiveId" clId="{5F4F1EC9-4E3D-4207-B9EA-1D4B37EA74BF}" dt="2022-09-21T01:59:48.726" v="646" actId="20577"/>
          <ac:spMkLst>
            <pc:docMk/>
            <pc:sldMk cId="2245499410" sldId="323"/>
            <ac:spMk id="3" creationId="{00000000-0000-0000-0000-000000000000}"/>
          </ac:spMkLst>
        </pc:spChg>
      </pc:sldChg>
      <pc:sldChg chg="modSp add mod modShow">
        <pc:chgData name="Thanh Nguyen" userId="c61a4279c1788c98" providerId="LiveId" clId="{5F4F1EC9-4E3D-4207-B9EA-1D4B37EA74BF}" dt="2022-09-21T03:50:48.177" v="3025" actId="729"/>
        <pc:sldMkLst>
          <pc:docMk/>
          <pc:sldMk cId="2553347847" sldId="324"/>
        </pc:sldMkLst>
        <pc:spChg chg="mod">
          <ac:chgData name="Thanh Nguyen" userId="c61a4279c1788c98" providerId="LiveId" clId="{5F4F1EC9-4E3D-4207-B9EA-1D4B37EA74BF}" dt="2022-09-21T02:00:17.664" v="649" actId="20577"/>
          <ac:spMkLst>
            <pc:docMk/>
            <pc:sldMk cId="2553347847" sldId="324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2:01:32.342" v="684" actId="14100"/>
        <pc:sldMkLst>
          <pc:docMk/>
          <pc:sldMk cId="535144643" sldId="325"/>
        </pc:sldMkLst>
        <pc:spChg chg="mod">
          <ac:chgData name="Thanh Nguyen" userId="c61a4279c1788c98" providerId="LiveId" clId="{5F4F1EC9-4E3D-4207-B9EA-1D4B37EA74BF}" dt="2022-09-21T02:00:38.944" v="678" actId="20577"/>
          <ac:spMkLst>
            <pc:docMk/>
            <pc:sldMk cId="535144643" sldId="325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2:01:12.473" v="680" actId="478"/>
          <ac:spMkLst>
            <pc:docMk/>
            <pc:sldMk cId="535144643" sldId="325"/>
            <ac:spMk id="3" creationId="{00000000-0000-0000-0000-000000000000}"/>
          </ac:spMkLst>
        </pc:spChg>
        <pc:spChg chg="add del mod">
          <ac:chgData name="Thanh Nguyen" userId="c61a4279c1788c98" providerId="LiveId" clId="{5F4F1EC9-4E3D-4207-B9EA-1D4B37EA74BF}" dt="2022-09-21T02:01:21.627" v="681" actId="478"/>
          <ac:spMkLst>
            <pc:docMk/>
            <pc:sldMk cId="535144643" sldId="325"/>
            <ac:spMk id="8" creationId="{3F791E84-0F77-CC7E-DAF9-5A1C463C6CD9}"/>
          </ac:spMkLst>
        </pc:spChg>
        <pc:picChg chg="add mod">
          <ac:chgData name="Thanh Nguyen" userId="c61a4279c1788c98" providerId="LiveId" clId="{5F4F1EC9-4E3D-4207-B9EA-1D4B37EA74BF}" dt="2022-09-21T02:01:32.342" v="684" actId="14100"/>
          <ac:picMkLst>
            <pc:docMk/>
            <pc:sldMk cId="535144643" sldId="325"/>
            <ac:picMk id="7" creationId="{B3E44CE4-AF9B-FDC0-52CF-B57247F776BF}"/>
          </ac:picMkLst>
        </pc:picChg>
      </pc:sldChg>
      <pc:sldChg chg="modSp add mod ord">
        <pc:chgData name="Thanh Nguyen" userId="c61a4279c1788c98" providerId="LiveId" clId="{5F4F1EC9-4E3D-4207-B9EA-1D4B37EA74BF}" dt="2022-09-21T02:02:58.983" v="712" actId="20577"/>
        <pc:sldMkLst>
          <pc:docMk/>
          <pc:sldMk cId="1716760387" sldId="326"/>
        </pc:sldMkLst>
        <pc:spChg chg="mod">
          <ac:chgData name="Thanh Nguyen" userId="c61a4279c1788c98" providerId="LiveId" clId="{5F4F1EC9-4E3D-4207-B9EA-1D4B37EA74BF}" dt="2022-09-21T02:02:02.862" v="688"/>
          <ac:spMkLst>
            <pc:docMk/>
            <pc:sldMk cId="1716760387" sldId="32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2:58.983" v="712" actId="20577"/>
          <ac:spMkLst>
            <pc:docMk/>
            <pc:sldMk cId="1716760387" sldId="326"/>
            <ac:spMk id="3" creationId="{00000000-0000-0000-0000-000000000000}"/>
          </ac:spMkLst>
        </pc:spChg>
      </pc:sldChg>
      <pc:sldChg chg="addSp delSp modSp add mod ord">
        <pc:chgData name="Thanh Nguyen" userId="c61a4279c1788c98" providerId="LiveId" clId="{5F4F1EC9-4E3D-4207-B9EA-1D4B37EA74BF}" dt="2022-09-21T02:03:36.823" v="723" actId="22"/>
        <pc:sldMkLst>
          <pc:docMk/>
          <pc:sldMk cId="1769590013" sldId="327"/>
        </pc:sldMkLst>
        <pc:spChg chg="mod">
          <ac:chgData name="Thanh Nguyen" userId="c61a4279c1788c98" providerId="LiveId" clId="{5F4F1EC9-4E3D-4207-B9EA-1D4B37EA74BF}" dt="2022-09-21T02:03:19.296" v="722" actId="20577"/>
          <ac:spMkLst>
            <pc:docMk/>
            <pc:sldMk cId="1769590013" sldId="327"/>
            <ac:spMk id="2" creationId="{00000000-0000-0000-0000-000000000000}"/>
          </ac:spMkLst>
        </pc:spChg>
        <pc:picChg chg="add">
          <ac:chgData name="Thanh Nguyen" userId="c61a4279c1788c98" providerId="LiveId" clId="{5F4F1EC9-4E3D-4207-B9EA-1D4B37EA74BF}" dt="2022-09-21T02:03:36.823" v="723" actId="22"/>
          <ac:picMkLst>
            <pc:docMk/>
            <pc:sldMk cId="1769590013" sldId="327"/>
            <ac:picMk id="6" creationId="{3C90D1AE-9DFA-7AAA-BCE1-CAAD0F904E53}"/>
          </ac:picMkLst>
        </pc:picChg>
        <pc:picChg chg="del">
          <ac:chgData name="Thanh Nguyen" userId="c61a4279c1788c98" providerId="LiveId" clId="{5F4F1EC9-4E3D-4207-B9EA-1D4B37EA74BF}" dt="2022-09-21T02:03:13.530" v="716" actId="478"/>
          <ac:picMkLst>
            <pc:docMk/>
            <pc:sldMk cId="1769590013" sldId="327"/>
            <ac:picMk id="7" creationId="{B3E44CE4-AF9B-FDC0-52CF-B57247F776BF}"/>
          </ac:picMkLst>
        </pc:picChg>
      </pc:sldChg>
      <pc:sldChg chg="addSp delSp modSp add mod">
        <pc:chgData name="Thanh Nguyen" userId="c61a4279c1788c98" providerId="LiveId" clId="{5F4F1EC9-4E3D-4207-B9EA-1D4B37EA74BF}" dt="2022-09-21T03:58:23.128" v="3034" actId="14100"/>
        <pc:sldMkLst>
          <pc:docMk/>
          <pc:sldMk cId="1934474886" sldId="328"/>
        </pc:sldMkLst>
        <pc:spChg chg="mod">
          <ac:chgData name="Thanh Nguyen" userId="c61a4279c1788c98" providerId="LiveId" clId="{5F4F1EC9-4E3D-4207-B9EA-1D4B37EA74BF}" dt="2022-09-21T02:03:55.499" v="728" actId="20577"/>
          <ac:spMkLst>
            <pc:docMk/>
            <pc:sldMk cId="1934474886" sldId="328"/>
            <ac:spMk id="2" creationId="{00000000-0000-0000-0000-000000000000}"/>
          </ac:spMkLst>
        </pc:spChg>
        <pc:picChg chg="del">
          <ac:chgData name="Thanh Nguyen" userId="c61a4279c1788c98" providerId="LiveId" clId="{5F4F1EC9-4E3D-4207-B9EA-1D4B37EA74BF}" dt="2022-09-21T02:04:02.498" v="729" actId="478"/>
          <ac:picMkLst>
            <pc:docMk/>
            <pc:sldMk cId="1934474886" sldId="328"/>
            <ac:picMk id="6" creationId="{3C90D1AE-9DFA-7AAA-BCE1-CAAD0F904E53}"/>
          </ac:picMkLst>
        </pc:picChg>
        <pc:picChg chg="add mod">
          <ac:chgData name="Thanh Nguyen" userId="c61a4279c1788c98" providerId="LiveId" clId="{5F4F1EC9-4E3D-4207-B9EA-1D4B37EA74BF}" dt="2022-09-21T03:58:23.128" v="3034" actId="14100"/>
          <ac:picMkLst>
            <pc:docMk/>
            <pc:sldMk cId="1934474886" sldId="328"/>
            <ac:picMk id="9218" creationId="{A9567D85-21F8-93EB-DB21-85A4F37D3624}"/>
          </ac:picMkLst>
        </pc:picChg>
      </pc:sldChg>
      <pc:sldChg chg="addSp modSp add mod">
        <pc:chgData name="Thanh Nguyen" userId="c61a4279c1788c98" providerId="LiveId" clId="{5F4F1EC9-4E3D-4207-B9EA-1D4B37EA74BF}" dt="2022-09-21T03:55:36.077" v="3031" actId="14100"/>
        <pc:sldMkLst>
          <pc:docMk/>
          <pc:sldMk cId="4163037705" sldId="329"/>
        </pc:sldMkLst>
        <pc:spChg chg="mod">
          <ac:chgData name="Thanh Nguyen" userId="c61a4279c1788c98" providerId="LiveId" clId="{5F4F1EC9-4E3D-4207-B9EA-1D4B37EA74BF}" dt="2022-09-21T02:04:24.838" v="766" actId="14100"/>
          <ac:spMkLst>
            <pc:docMk/>
            <pc:sldMk cId="4163037705" sldId="329"/>
            <ac:spMk id="2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3:55:36.077" v="3031" actId="14100"/>
          <ac:picMkLst>
            <pc:docMk/>
            <pc:sldMk cId="4163037705" sldId="329"/>
            <ac:picMk id="8194" creationId="{446A34F0-F6F8-4887-C756-78C7F39E81B1}"/>
          </ac:picMkLst>
        </pc:picChg>
      </pc:sldChg>
      <pc:sldChg chg="modSp add mod ord">
        <pc:chgData name="Thanh Nguyen" userId="c61a4279c1788c98" providerId="LiveId" clId="{5F4F1EC9-4E3D-4207-B9EA-1D4B37EA74BF}" dt="2022-09-21T02:05:17.768" v="796" actId="20577"/>
        <pc:sldMkLst>
          <pc:docMk/>
          <pc:sldMk cId="2153696190" sldId="330"/>
        </pc:sldMkLst>
        <pc:spChg chg="mod">
          <ac:chgData name="Thanh Nguyen" userId="c61a4279c1788c98" providerId="LiveId" clId="{5F4F1EC9-4E3D-4207-B9EA-1D4B37EA74BF}" dt="2022-09-21T02:05:17.768" v="796" actId="20577"/>
          <ac:spMkLst>
            <pc:docMk/>
            <pc:sldMk cId="2153696190" sldId="33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5:08.051" v="785" actId="20577"/>
          <ac:spMkLst>
            <pc:docMk/>
            <pc:sldMk cId="2153696190" sldId="330"/>
            <ac:spMk id="3" creationId="{00000000-0000-0000-0000-000000000000}"/>
          </ac:spMkLst>
        </pc:spChg>
      </pc:sldChg>
      <pc:sldChg chg="addSp modSp add mod">
        <pc:chgData name="Thanh Nguyen" userId="c61a4279c1788c98" providerId="LiveId" clId="{5F4F1EC9-4E3D-4207-B9EA-1D4B37EA74BF}" dt="2022-09-21T04:00:01.018" v="3042" actId="14100"/>
        <pc:sldMkLst>
          <pc:docMk/>
          <pc:sldMk cId="951261425" sldId="331"/>
        </pc:sldMkLst>
        <pc:spChg chg="mod">
          <ac:chgData name="Thanh Nguyen" userId="c61a4279c1788c98" providerId="LiveId" clId="{5F4F1EC9-4E3D-4207-B9EA-1D4B37EA74BF}" dt="2022-09-21T02:05:43.317" v="806" actId="20577"/>
          <ac:spMkLst>
            <pc:docMk/>
            <pc:sldMk cId="951261425" sldId="331"/>
            <ac:spMk id="3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3:59:58.142" v="3041" actId="14100"/>
          <ac:picMkLst>
            <pc:docMk/>
            <pc:sldMk cId="951261425" sldId="331"/>
            <ac:picMk id="10242" creationId="{0A86E4D7-BF31-B05D-B56B-466B4F70E240}"/>
          </ac:picMkLst>
        </pc:picChg>
        <pc:picChg chg="add mod">
          <ac:chgData name="Thanh Nguyen" userId="c61a4279c1788c98" providerId="LiveId" clId="{5F4F1EC9-4E3D-4207-B9EA-1D4B37EA74BF}" dt="2022-09-21T04:00:01.018" v="3042" actId="14100"/>
          <ac:picMkLst>
            <pc:docMk/>
            <pc:sldMk cId="951261425" sldId="331"/>
            <ac:picMk id="10244" creationId="{6958DDA3-E2D4-0822-1500-66FB3BADBEB3}"/>
          </ac:picMkLst>
        </pc:picChg>
      </pc:sldChg>
      <pc:sldChg chg="addSp delSp modSp add mod">
        <pc:chgData name="Thanh Nguyen" userId="c61a4279c1788c98" providerId="LiveId" clId="{5F4F1EC9-4E3D-4207-B9EA-1D4B37EA74BF}" dt="2022-09-21T04:02:04.865" v="3055" actId="1076"/>
        <pc:sldMkLst>
          <pc:docMk/>
          <pc:sldMk cId="2962142168" sldId="332"/>
        </pc:sldMkLst>
        <pc:spChg chg="mod">
          <ac:chgData name="Thanh Nguyen" userId="c61a4279c1788c98" providerId="LiveId" clId="{5F4F1EC9-4E3D-4207-B9EA-1D4B37EA74BF}" dt="2022-09-21T02:06:12.260" v="839" actId="20577"/>
          <ac:spMkLst>
            <pc:docMk/>
            <pc:sldMk cId="2962142168" sldId="332"/>
            <ac:spMk id="3" creationId="{00000000-0000-0000-0000-000000000000}"/>
          </ac:spMkLst>
        </pc:spChg>
        <pc:picChg chg="add del mod">
          <ac:chgData name="Thanh Nguyen" userId="c61a4279c1788c98" providerId="LiveId" clId="{5F4F1EC9-4E3D-4207-B9EA-1D4B37EA74BF}" dt="2022-09-21T04:01:52.023" v="3046" actId="478"/>
          <ac:picMkLst>
            <pc:docMk/>
            <pc:sldMk cId="2962142168" sldId="332"/>
            <ac:picMk id="11266" creationId="{89B4F09F-1E2D-00C1-D068-026516D9E8FB}"/>
          </ac:picMkLst>
        </pc:picChg>
        <pc:picChg chg="add mod">
          <ac:chgData name="Thanh Nguyen" userId="c61a4279c1788c98" providerId="LiveId" clId="{5F4F1EC9-4E3D-4207-B9EA-1D4B37EA74BF}" dt="2022-09-21T04:02:04.865" v="3055" actId="1076"/>
          <ac:picMkLst>
            <pc:docMk/>
            <pc:sldMk cId="2962142168" sldId="332"/>
            <ac:picMk id="11268" creationId="{E835CC4A-8336-0D79-376E-4A794EFF0AEA}"/>
          </ac:picMkLst>
        </pc:picChg>
      </pc:sldChg>
      <pc:sldChg chg="modSp add mod">
        <pc:chgData name="Thanh Nguyen" userId="c61a4279c1788c98" providerId="LiveId" clId="{5F4F1EC9-4E3D-4207-B9EA-1D4B37EA74BF}" dt="2022-09-21T02:07:24.868" v="885" actId="20577"/>
        <pc:sldMkLst>
          <pc:docMk/>
          <pc:sldMk cId="2812091844" sldId="333"/>
        </pc:sldMkLst>
        <pc:spChg chg="mod">
          <ac:chgData name="Thanh Nguyen" userId="c61a4279c1788c98" providerId="LiveId" clId="{5F4F1EC9-4E3D-4207-B9EA-1D4B37EA74BF}" dt="2022-09-21T02:06:32.083" v="855" actId="20577"/>
          <ac:spMkLst>
            <pc:docMk/>
            <pc:sldMk cId="2812091844" sldId="333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7:24.868" v="885" actId="20577"/>
          <ac:spMkLst>
            <pc:docMk/>
            <pc:sldMk cId="2812091844" sldId="333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08:19.066" v="918" actId="20577"/>
        <pc:sldMkLst>
          <pc:docMk/>
          <pc:sldMk cId="3327785566" sldId="334"/>
        </pc:sldMkLst>
        <pc:spChg chg="mod">
          <ac:chgData name="Thanh Nguyen" userId="c61a4279c1788c98" providerId="LiveId" clId="{5F4F1EC9-4E3D-4207-B9EA-1D4B37EA74BF}" dt="2022-09-21T02:08:19.066" v="918" actId="20577"/>
          <ac:spMkLst>
            <pc:docMk/>
            <pc:sldMk cId="3327785566" sldId="334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8:07.999" v="900" actId="20577"/>
          <ac:spMkLst>
            <pc:docMk/>
            <pc:sldMk cId="3327785566" sldId="334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0:01.745" v="950" actId="14"/>
        <pc:sldMkLst>
          <pc:docMk/>
          <pc:sldMk cId="3263217572" sldId="335"/>
        </pc:sldMkLst>
        <pc:spChg chg="mod">
          <ac:chgData name="Thanh Nguyen" userId="c61a4279c1788c98" providerId="LiveId" clId="{5F4F1EC9-4E3D-4207-B9EA-1D4B37EA74BF}" dt="2022-09-21T02:09:06.754" v="922"/>
          <ac:spMkLst>
            <pc:docMk/>
            <pc:sldMk cId="3263217572" sldId="335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0:01.745" v="950" actId="14"/>
          <ac:spMkLst>
            <pc:docMk/>
            <pc:sldMk cId="3263217572" sldId="335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0:58.986" v="963" actId="20577"/>
        <pc:sldMkLst>
          <pc:docMk/>
          <pc:sldMk cId="3436442063" sldId="336"/>
        </pc:sldMkLst>
        <pc:spChg chg="mod">
          <ac:chgData name="Thanh Nguyen" userId="c61a4279c1788c98" providerId="LiveId" clId="{5F4F1EC9-4E3D-4207-B9EA-1D4B37EA74BF}" dt="2022-09-21T02:10:31.226" v="953" actId="14100"/>
          <ac:spMkLst>
            <pc:docMk/>
            <pc:sldMk cId="3436442063" sldId="33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0:58.986" v="963" actId="20577"/>
          <ac:spMkLst>
            <pc:docMk/>
            <pc:sldMk cId="3436442063" sldId="336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1:54.080" v="983" actId="15"/>
        <pc:sldMkLst>
          <pc:docMk/>
          <pc:sldMk cId="2129972440" sldId="337"/>
        </pc:sldMkLst>
        <pc:spChg chg="mod">
          <ac:chgData name="Thanh Nguyen" userId="c61a4279c1788c98" providerId="LiveId" clId="{5F4F1EC9-4E3D-4207-B9EA-1D4B37EA74BF}" dt="2022-09-21T02:11:54.080" v="983" actId="15"/>
          <ac:spMkLst>
            <pc:docMk/>
            <pc:sldMk cId="2129972440" sldId="337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4:04:25.077" v="3061"/>
        <pc:sldMkLst>
          <pc:docMk/>
          <pc:sldMk cId="738238661" sldId="338"/>
        </pc:sldMkLst>
        <pc:spChg chg="mod">
          <ac:chgData name="Thanh Nguyen" userId="c61a4279c1788c98" providerId="LiveId" clId="{5F4F1EC9-4E3D-4207-B9EA-1D4B37EA74BF}" dt="2022-09-21T02:12:30.575" v="995" actId="20577"/>
          <ac:spMkLst>
            <pc:docMk/>
            <pc:sldMk cId="738238661" sldId="338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3:04.520" v="1016" actId="20577"/>
          <ac:spMkLst>
            <pc:docMk/>
            <pc:sldMk cId="738238661" sldId="338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4:04:48.105" v="3145" actId="20577"/>
        <pc:sldMkLst>
          <pc:docMk/>
          <pc:sldMk cId="1780317185" sldId="339"/>
        </pc:sldMkLst>
        <pc:spChg chg="mod">
          <ac:chgData name="Thanh Nguyen" userId="c61a4279c1788c98" providerId="LiveId" clId="{5F4F1EC9-4E3D-4207-B9EA-1D4B37EA74BF}" dt="2022-09-21T04:04:48.105" v="3145" actId="20577"/>
          <ac:spMkLst>
            <pc:docMk/>
            <pc:sldMk cId="1780317185" sldId="339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2:13:33.714" v="1041" actId="478"/>
          <ac:spMkLst>
            <pc:docMk/>
            <pc:sldMk cId="1780317185" sldId="339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2:13:33.714" v="1041" actId="478"/>
          <ac:spMkLst>
            <pc:docMk/>
            <pc:sldMk cId="1780317185" sldId="339"/>
            <ac:spMk id="6" creationId="{2EE08DA6-B7BD-ADD3-5249-BA4EB81E0C06}"/>
          </ac:spMkLst>
        </pc:spChg>
        <pc:picChg chg="add mod">
          <ac:chgData name="Thanh Nguyen" userId="c61a4279c1788c98" providerId="LiveId" clId="{5F4F1EC9-4E3D-4207-B9EA-1D4B37EA74BF}" dt="2022-09-21T04:04:11.321" v="3059" actId="14100"/>
          <ac:picMkLst>
            <pc:docMk/>
            <pc:sldMk cId="1780317185" sldId="339"/>
            <ac:picMk id="8" creationId="{8EECFBC1-8232-D840-B914-E793CCC2FDAD}"/>
          </ac:picMkLst>
        </pc:picChg>
      </pc:sldChg>
      <pc:sldChg chg="modSp add mod">
        <pc:chgData name="Thanh Nguyen" userId="c61a4279c1788c98" providerId="LiveId" clId="{5F4F1EC9-4E3D-4207-B9EA-1D4B37EA74BF}" dt="2022-09-21T02:14:28.859" v="1097" actId="15"/>
        <pc:sldMkLst>
          <pc:docMk/>
          <pc:sldMk cId="3138243478" sldId="340"/>
        </pc:sldMkLst>
        <pc:spChg chg="mod">
          <ac:chgData name="Thanh Nguyen" userId="c61a4279c1788c98" providerId="LiveId" clId="{5F4F1EC9-4E3D-4207-B9EA-1D4B37EA74BF}" dt="2022-09-21T02:13:49.234" v="1079" actId="20577"/>
          <ac:spMkLst>
            <pc:docMk/>
            <pc:sldMk cId="3138243478" sldId="34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4:28.859" v="1097" actId="15"/>
          <ac:spMkLst>
            <pc:docMk/>
            <pc:sldMk cId="3138243478" sldId="340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15:42.848" v="1130" actId="20577"/>
        <pc:sldMkLst>
          <pc:docMk/>
          <pc:sldMk cId="3200686389" sldId="341"/>
        </pc:sldMkLst>
        <pc:spChg chg="mod">
          <ac:chgData name="Thanh Nguyen" userId="c61a4279c1788c98" providerId="LiveId" clId="{5F4F1EC9-4E3D-4207-B9EA-1D4B37EA74BF}" dt="2022-09-21T02:15:42.848" v="1130" actId="20577"/>
          <ac:spMkLst>
            <pc:docMk/>
            <pc:sldMk cId="3200686389" sldId="341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6:34.096" v="1145" actId="20577"/>
        <pc:sldMkLst>
          <pc:docMk/>
          <pc:sldMk cId="3116650239" sldId="342"/>
        </pc:sldMkLst>
        <pc:spChg chg="mod">
          <ac:chgData name="Thanh Nguyen" userId="c61a4279c1788c98" providerId="LiveId" clId="{5F4F1EC9-4E3D-4207-B9EA-1D4B37EA74BF}" dt="2022-09-21T02:16:17.275" v="1141"/>
          <ac:spMkLst>
            <pc:docMk/>
            <pc:sldMk cId="3116650239" sldId="342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6:34.096" v="1145" actId="20577"/>
          <ac:spMkLst>
            <pc:docMk/>
            <pc:sldMk cId="3116650239" sldId="342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18:08.813" v="1171" actId="20577"/>
        <pc:sldMkLst>
          <pc:docMk/>
          <pc:sldMk cId="3804478841" sldId="343"/>
        </pc:sldMkLst>
        <pc:spChg chg="mod">
          <ac:chgData name="Thanh Nguyen" userId="c61a4279c1788c98" providerId="LiveId" clId="{5F4F1EC9-4E3D-4207-B9EA-1D4B37EA74BF}" dt="2022-09-21T02:18:08.813" v="1171" actId="20577"/>
          <ac:spMkLst>
            <pc:docMk/>
            <pc:sldMk cId="3804478841" sldId="343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8:45.990" v="1202" actId="6549"/>
        <pc:sldMkLst>
          <pc:docMk/>
          <pc:sldMk cId="1609818389" sldId="344"/>
        </pc:sldMkLst>
        <pc:spChg chg="mod">
          <ac:chgData name="Thanh Nguyen" userId="c61a4279c1788c98" providerId="LiveId" clId="{5F4F1EC9-4E3D-4207-B9EA-1D4B37EA74BF}" dt="2022-09-21T02:18:27.300" v="1195" actId="20577"/>
          <ac:spMkLst>
            <pc:docMk/>
            <pc:sldMk cId="1609818389" sldId="344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8:45.990" v="1202" actId="6549"/>
          <ac:spMkLst>
            <pc:docMk/>
            <pc:sldMk cId="1609818389" sldId="344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9:50.149" v="1264" actId="20577"/>
        <pc:sldMkLst>
          <pc:docMk/>
          <pc:sldMk cId="933521514" sldId="345"/>
        </pc:sldMkLst>
        <pc:spChg chg="mod">
          <ac:chgData name="Thanh Nguyen" userId="c61a4279c1788c98" providerId="LiveId" clId="{5F4F1EC9-4E3D-4207-B9EA-1D4B37EA74BF}" dt="2022-09-21T02:19:50.149" v="1264" actId="20577"/>
          <ac:spMkLst>
            <pc:docMk/>
            <pc:sldMk cId="933521514" sldId="345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9:40.272" v="1249" actId="20577"/>
          <ac:spMkLst>
            <pc:docMk/>
            <pc:sldMk cId="933521514" sldId="345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21:34.581" v="1349" actId="20577"/>
        <pc:sldMkLst>
          <pc:docMk/>
          <pc:sldMk cId="459852743" sldId="346"/>
        </pc:sldMkLst>
        <pc:spChg chg="mod">
          <ac:chgData name="Thanh Nguyen" userId="c61a4279c1788c98" providerId="LiveId" clId="{5F4F1EC9-4E3D-4207-B9EA-1D4B37EA74BF}" dt="2022-09-21T02:20:13.209" v="1267"/>
          <ac:spMkLst>
            <pc:docMk/>
            <pc:sldMk cId="459852743" sldId="34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21:34.581" v="1349" actId="20577"/>
          <ac:spMkLst>
            <pc:docMk/>
            <pc:sldMk cId="459852743" sldId="346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24:32.392" v="1641" actId="20577"/>
        <pc:sldMkLst>
          <pc:docMk/>
          <pc:sldMk cId="3922293616" sldId="347"/>
        </pc:sldMkLst>
        <pc:spChg chg="mod">
          <ac:chgData name="Thanh Nguyen" userId="c61a4279c1788c98" providerId="LiveId" clId="{5F4F1EC9-4E3D-4207-B9EA-1D4B37EA74BF}" dt="2022-09-21T02:24:32.392" v="1641" actId="20577"/>
          <ac:spMkLst>
            <pc:docMk/>
            <pc:sldMk cId="3922293616" sldId="347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23:35.053" v="1608" actId="20577"/>
        <pc:sldMkLst>
          <pc:docMk/>
          <pc:sldMk cId="2042678861" sldId="348"/>
        </pc:sldMkLst>
        <pc:spChg chg="mod">
          <ac:chgData name="Thanh Nguyen" userId="c61a4279c1788c98" providerId="LiveId" clId="{5F4F1EC9-4E3D-4207-B9EA-1D4B37EA74BF}" dt="2022-09-21T02:22:28.111" v="1488" actId="20577"/>
          <ac:spMkLst>
            <pc:docMk/>
            <pc:sldMk cId="2042678861" sldId="348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23:35.053" v="1608" actId="20577"/>
          <ac:spMkLst>
            <pc:docMk/>
            <pc:sldMk cId="2042678861" sldId="348"/>
            <ac:spMk id="3" creationId="{00000000-0000-0000-0000-000000000000}"/>
          </ac:spMkLst>
        </pc:spChg>
      </pc:sldChg>
      <pc:sldChg chg="add">
        <pc:chgData name="Thanh Nguyen" userId="c61a4279c1788c98" providerId="LiveId" clId="{5F4F1EC9-4E3D-4207-B9EA-1D4B37EA74BF}" dt="2022-09-21T02:23:42.649" v="1609" actId="2890"/>
        <pc:sldMkLst>
          <pc:docMk/>
          <pc:sldMk cId="982964815" sldId="349"/>
        </pc:sldMkLst>
      </pc:sldChg>
      <pc:sldChg chg="modSp add mod">
        <pc:chgData name="Thanh Nguyen" userId="c61a4279c1788c98" providerId="LiveId" clId="{5F4F1EC9-4E3D-4207-B9EA-1D4B37EA74BF}" dt="2022-09-21T02:30:02.004" v="1702" actId="20577"/>
        <pc:sldMkLst>
          <pc:docMk/>
          <pc:sldMk cId="2004040751" sldId="350"/>
        </pc:sldMkLst>
        <pc:spChg chg="mod">
          <ac:chgData name="Thanh Nguyen" userId="c61a4279c1788c98" providerId="LiveId" clId="{5F4F1EC9-4E3D-4207-B9EA-1D4B37EA74BF}" dt="2022-09-21T02:30:02.004" v="1702" actId="20577"/>
          <ac:spMkLst>
            <pc:docMk/>
            <pc:sldMk cId="2004040751" sldId="35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29:42.496" v="1669" actId="20577"/>
          <ac:spMkLst>
            <pc:docMk/>
            <pc:sldMk cId="2004040751" sldId="350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30:41.765" v="1712" actId="20577"/>
        <pc:sldMkLst>
          <pc:docMk/>
          <pc:sldMk cId="2535742545" sldId="351"/>
        </pc:sldMkLst>
        <pc:spChg chg="mod">
          <ac:chgData name="Thanh Nguyen" userId="c61a4279c1788c98" providerId="LiveId" clId="{5F4F1EC9-4E3D-4207-B9EA-1D4B37EA74BF}" dt="2022-09-21T02:30:41.765" v="1712" actId="20577"/>
          <ac:spMkLst>
            <pc:docMk/>
            <pc:sldMk cId="2535742545" sldId="351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2:48:39.344" v="1734" actId="14100"/>
        <pc:sldMkLst>
          <pc:docMk/>
          <pc:sldMk cId="3662748965" sldId="352"/>
        </pc:sldMkLst>
        <pc:spChg chg="mod">
          <ac:chgData name="Thanh Nguyen" userId="c61a4279c1788c98" providerId="LiveId" clId="{5F4F1EC9-4E3D-4207-B9EA-1D4B37EA74BF}" dt="2022-09-21T02:38:01.786" v="1726" actId="20577"/>
          <ac:spMkLst>
            <pc:docMk/>
            <pc:sldMk cId="3662748965" sldId="352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2:37:51.603" v="1717" actId="478"/>
          <ac:spMkLst>
            <pc:docMk/>
            <pc:sldMk cId="3662748965" sldId="352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2:37:51.603" v="1717" actId="478"/>
          <ac:spMkLst>
            <pc:docMk/>
            <pc:sldMk cId="3662748965" sldId="352"/>
            <ac:spMk id="6" creationId="{6F3C998F-CF99-0230-6FCE-F6BCC60CFFD1}"/>
          </ac:spMkLst>
        </pc:spChg>
        <pc:picChg chg="add mod">
          <ac:chgData name="Thanh Nguyen" userId="c61a4279c1788c98" providerId="LiveId" clId="{5F4F1EC9-4E3D-4207-B9EA-1D4B37EA74BF}" dt="2022-09-21T02:48:39.344" v="1734" actId="14100"/>
          <ac:picMkLst>
            <pc:docMk/>
            <pc:sldMk cId="3662748965" sldId="352"/>
            <ac:picMk id="8" creationId="{98E3A1B8-2F26-4CDE-F74E-35FBB8F9001B}"/>
          </ac:picMkLst>
        </pc:picChg>
      </pc:sldChg>
      <pc:sldChg chg="addSp delSp modSp add mod">
        <pc:chgData name="Thanh Nguyen" userId="c61a4279c1788c98" providerId="LiveId" clId="{5F4F1EC9-4E3D-4207-B9EA-1D4B37EA74BF}" dt="2022-09-21T02:58:33.478" v="1897" actId="1076"/>
        <pc:sldMkLst>
          <pc:docMk/>
          <pc:sldMk cId="1758133719" sldId="353"/>
        </pc:sldMkLst>
        <pc:spChg chg="mod">
          <ac:chgData name="Thanh Nguyen" userId="c61a4279c1788c98" providerId="LiveId" clId="{5F4F1EC9-4E3D-4207-B9EA-1D4B37EA74BF}" dt="2022-09-21T02:48:51.321" v="1750" actId="20577"/>
          <ac:spMkLst>
            <pc:docMk/>
            <pc:sldMk cId="1758133719" sldId="353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8:29.887" v="1896" actId="20577"/>
          <ac:spMkLst>
            <pc:docMk/>
            <pc:sldMk cId="1758133719" sldId="353"/>
            <ac:spMk id="6" creationId="{6F3C998F-CF99-0230-6FCE-F6BCC60CFFD1}"/>
          </ac:spMkLst>
        </pc:spChg>
        <pc:picChg chg="add mod">
          <ac:chgData name="Thanh Nguyen" userId="c61a4279c1788c98" providerId="LiveId" clId="{5F4F1EC9-4E3D-4207-B9EA-1D4B37EA74BF}" dt="2022-09-21T02:58:33.478" v="1897" actId="1076"/>
          <ac:picMkLst>
            <pc:docMk/>
            <pc:sldMk cId="1758133719" sldId="353"/>
            <ac:picMk id="7" creationId="{FD408CE8-0026-1C4C-4A36-F8E8ED1519DE}"/>
          </ac:picMkLst>
        </pc:picChg>
        <pc:picChg chg="del">
          <ac:chgData name="Thanh Nguyen" userId="c61a4279c1788c98" providerId="LiveId" clId="{5F4F1EC9-4E3D-4207-B9EA-1D4B37EA74BF}" dt="2022-09-21T02:39:39.998" v="1728" actId="478"/>
          <ac:picMkLst>
            <pc:docMk/>
            <pc:sldMk cId="1758133719" sldId="353"/>
            <ac:picMk id="8" creationId="{98E3A1B8-2F26-4CDE-F74E-35FBB8F9001B}"/>
          </ac:picMkLst>
        </pc:picChg>
      </pc:sldChg>
      <pc:sldChg chg="addSp delSp modSp add mod">
        <pc:chgData name="Thanh Nguyen" userId="c61a4279c1788c98" providerId="LiveId" clId="{5F4F1EC9-4E3D-4207-B9EA-1D4B37EA74BF}" dt="2022-09-21T02:57:48.447" v="1882" actId="1076"/>
        <pc:sldMkLst>
          <pc:docMk/>
          <pc:sldMk cId="3165122371" sldId="354"/>
        </pc:sldMkLst>
        <pc:spChg chg="mod">
          <ac:chgData name="Thanh Nguyen" userId="c61a4279c1788c98" providerId="LiveId" clId="{5F4F1EC9-4E3D-4207-B9EA-1D4B37EA74BF}" dt="2022-09-21T02:48:59.506" v="1762" actId="20577"/>
          <ac:spMkLst>
            <pc:docMk/>
            <pc:sldMk cId="3165122371" sldId="354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7:30.849" v="1880" actId="15"/>
          <ac:spMkLst>
            <pc:docMk/>
            <pc:sldMk cId="3165122371" sldId="354"/>
            <ac:spMk id="6" creationId="{6F3C998F-CF99-0230-6FCE-F6BCC60CFFD1}"/>
          </ac:spMkLst>
        </pc:spChg>
        <pc:picChg chg="del">
          <ac:chgData name="Thanh Nguyen" userId="c61a4279c1788c98" providerId="LiveId" clId="{5F4F1EC9-4E3D-4207-B9EA-1D4B37EA74BF}" dt="2022-09-21T02:40:34.875" v="1731" actId="478"/>
          <ac:picMkLst>
            <pc:docMk/>
            <pc:sldMk cId="3165122371" sldId="354"/>
            <ac:picMk id="7" creationId="{FD408CE8-0026-1C4C-4A36-F8E8ED1519DE}"/>
          </ac:picMkLst>
        </pc:picChg>
        <pc:picChg chg="add mod">
          <ac:chgData name="Thanh Nguyen" userId="c61a4279c1788c98" providerId="LiveId" clId="{5F4F1EC9-4E3D-4207-B9EA-1D4B37EA74BF}" dt="2022-09-21T02:57:48.447" v="1882" actId="1076"/>
          <ac:picMkLst>
            <pc:docMk/>
            <pc:sldMk cId="3165122371" sldId="354"/>
            <ac:picMk id="8" creationId="{20CF1983-93E3-883B-869A-2C0DC97EA878}"/>
          </ac:picMkLst>
        </pc:picChg>
      </pc:sldChg>
      <pc:sldChg chg="delSp modSp add mod">
        <pc:chgData name="Thanh Nguyen" userId="c61a4279c1788c98" providerId="LiveId" clId="{5F4F1EC9-4E3D-4207-B9EA-1D4B37EA74BF}" dt="2022-09-21T02:54:03.614" v="1816" actId="20577"/>
        <pc:sldMkLst>
          <pc:docMk/>
          <pc:sldMk cId="1665888596" sldId="355"/>
        </pc:sldMkLst>
        <pc:spChg chg="mod">
          <ac:chgData name="Thanh Nguyen" userId="c61a4279c1788c98" providerId="LiveId" clId="{5F4F1EC9-4E3D-4207-B9EA-1D4B37EA74BF}" dt="2022-09-21T02:53:17.866" v="1793" actId="20577"/>
          <ac:spMkLst>
            <pc:docMk/>
            <pc:sldMk cId="1665888596" sldId="355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4:03.614" v="1816" actId="20577"/>
          <ac:spMkLst>
            <pc:docMk/>
            <pc:sldMk cId="1665888596" sldId="355"/>
            <ac:spMk id="6" creationId="{6F3C998F-CF99-0230-6FCE-F6BCC60CFFD1}"/>
          </ac:spMkLst>
        </pc:spChg>
        <pc:picChg chg="del">
          <ac:chgData name="Thanh Nguyen" userId="c61a4279c1788c98" providerId="LiveId" clId="{5F4F1EC9-4E3D-4207-B9EA-1D4B37EA74BF}" dt="2022-09-21T02:53:28.226" v="1794" actId="478"/>
          <ac:picMkLst>
            <pc:docMk/>
            <pc:sldMk cId="1665888596" sldId="355"/>
            <ac:picMk id="8" creationId="{20CF1983-93E3-883B-869A-2C0DC97EA878}"/>
          </ac:picMkLst>
        </pc:picChg>
      </pc:sldChg>
      <pc:sldChg chg="modSp add mod">
        <pc:chgData name="Thanh Nguyen" userId="c61a4279c1788c98" providerId="LiveId" clId="{5F4F1EC9-4E3D-4207-B9EA-1D4B37EA74BF}" dt="2022-09-21T02:54:56.881" v="1836" actId="15"/>
        <pc:sldMkLst>
          <pc:docMk/>
          <pc:sldMk cId="2171706796" sldId="356"/>
        </pc:sldMkLst>
        <pc:spChg chg="mod">
          <ac:chgData name="Thanh Nguyen" userId="c61a4279c1788c98" providerId="LiveId" clId="{5F4F1EC9-4E3D-4207-B9EA-1D4B37EA74BF}" dt="2022-09-21T02:54:56.881" v="1836" actId="15"/>
          <ac:spMkLst>
            <pc:docMk/>
            <pc:sldMk cId="2171706796" sldId="356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2:59:56.067" v="1995" actId="20577"/>
        <pc:sldMkLst>
          <pc:docMk/>
          <pc:sldMk cId="1837844863" sldId="357"/>
        </pc:sldMkLst>
        <pc:spChg chg="mod">
          <ac:chgData name="Thanh Nguyen" userId="c61a4279c1788c98" providerId="LiveId" clId="{5F4F1EC9-4E3D-4207-B9EA-1D4B37EA74BF}" dt="2022-09-21T02:59:08.958" v="1933" actId="20577"/>
          <ac:spMkLst>
            <pc:docMk/>
            <pc:sldMk cId="1837844863" sldId="357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9:56.067" v="1995" actId="20577"/>
          <ac:spMkLst>
            <pc:docMk/>
            <pc:sldMk cId="1837844863" sldId="357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2:26.058" v="2028" actId="20577"/>
        <pc:sldMkLst>
          <pc:docMk/>
          <pc:sldMk cId="1140042177" sldId="358"/>
        </pc:sldMkLst>
        <pc:spChg chg="mod">
          <ac:chgData name="Thanh Nguyen" userId="c61a4279c1788c98" providerId="LiveId" clId="{5F4F1EC9-4E3D-4207-B9EA-1D4B37EA74BF}" dt="2022-09-21T03:00:48.409" v="2008" actId="20577"/>
          <ac:spMkLst>
            <pc:docMk/>
            <pc:sldMk cId="1140042177" sldId="358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02:26.058" v="2028" actId="20577"/>
          <ac:spMkLst>
            <pc:docMk/>
            <pc:sldMk cId="1140042177" sldId="358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4:23.701" v="2082" actId="20577"/>
        <pc:sldMkLst>
          <pc:docMk/>
          <pc:sldMk cId="1802068087" sldId="359"/>
        </pc:sldMkLst>
        <pc:spChg chg="mod">
          <ac:chgData name="Thanh Nguyen" userId="c61a4279c1788c98" providerId="LiveId" clId="{5F4F1EC9-4E3D-4207-B9EA-1D4B37EA74BF}" dt="2022-09-21T03:03:58.106" v="2075" actId="20577"/>
          <ac:spMkLst>
            <pc:docMk/>
            <pc:sldMk cId="1802068087" sldId="359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04:23.701" v="2082" actId="20577"/>
          <ac:spMkLst>
            <pc:docMk/>
            <pc:sldMk cId="1802068087" sldId="359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5:17.455" v="2107" actId="20577"/>
        <pc:sldMkLst>
          <pc:docMk/>
          <pc:sldMk cId="1624878260" sldId="360"/>
        </pc:sldMkLst>
        <pc:spChg chg="mod">
          <ac:chgData name="Thanh Nguyen" userId="c61a4279c1788c98" providerId="LiveId" clId="{5F4F1EC9-4E3D-4207-B9EA-1D4B37EA74BF}" dt="2022-09-21T03:04:47.794" v="2098" actId="20577"/>
          <ac:spMkLst>
            <pc:docMk/>
            <pc:sldMk cId="1624878260" sldId="36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05:17.455" v="2107" actId="20577"/>
          <ac:spMkLst>
            <pc:docMk/>
            <pc:sldMk cId="1624878260" sldId="360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5:32.772" v="2110" actId="20577"/>
        <pc:sldMkLst>
          <pc:docMk/>
          <pc:sldMk cId="3461150465" sldId="361"/>
        </pc:sldMkLst>
        <pc:spChg chg="mod">
          <ac:chgData name="Thanh Nguyen" userId="c61a4279c1788c98" providerId="LiveId" clId="{5F4F1EC9-4E3D-4207-B9EA-1D4B37EA74BF}" dt="2022-09-21T03:05:32.772" v="2110" actId="20577"/>
          <ac:spMkLst>
            <pc:docMk/>
            <pc:sldMk cId="3461150465" sldId="361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6:16.387" v="2131" actId="15"/>
        <pc:sldMkLst>
          <pc:docMk/>
          <pc:sldMk cId="3409225551" sldId="362"/>
        </pc:sldMkLst>
        <pc:spChg chg="mod">
          <ac:chgData name="Thanh Nguyen" userId="c61a4279c1788c98" providerId="LiveId" clId="{5F4F1EC9-4E3D-4207-B9EA-1D4B37EA74BF}" dt="2022-09-21T03:06:16.387" v="2131" actId="15"/>
          <ac:spMkLst>
            <pc:docMk/>
            <pc:sldMk cId="3409225551" sldId="362"/>
            <ac:spMk id="6" creationId="{6F3C998F-CF99-0230-6FCE-F6BCC60CFFD1}"/>
          </ac:spMkLst>
        </pc:spChg>
      </pc:sldChg>
      <pc:sldChg chg="addSp delSp modSp add">
        <pc:chgData name="Thanh Nguyen" userId="c61a4279c1788c98" providerId="LiveId" clId="{5F4F1EC9-4E3D-4207-B9EA-1D4B37EA74BF}" dt="2022-09-21T03:09:03.618" v="2140" actId="14100"/>
        <pc:sldMkLst>
          <pc:docMk/>
          <pc:sldMk cId="3713966798" sldId="363"/>
        </pc:sldMkLst>
        <pc:spChg chg="add mod">
          <ac:chgData name="Thanh Nguyen" userId="c61a4279c1788c98" providerId="LiveId" clId="{5F4F1EC9-4E3D-4207-B9EA-1D4B37EA74BF}" dt="2022-09-21T03:08:40.971" v="2133" actId="478"/>
          <ac:spMkLst>
            <pc:docMk/>
            <pc:sldMk cId="3713966798" sldId="363"/>
            <ac:spMk id="3" creationId="{F30EF019-9CBA-7443-2220-885DF7C8149F}"/>
          </ac:spMkLst>
        </pc:spChg>
        <pc:spChg chg="del">
          <ac:chgData name="Thanh Nguyen" userId="c61a4279c1788c98" providerId="LiveId" clId="{5F4F1EC9-4E3D-4207-B9EA-1D4B37EA74BF}" dt="2022-09-21T03:08:40.971" v="2133" actId="478"/>
          <ac:spMkLst>
            <pc:docMk/>
            <pc:sldMk cId="3713966798" sldId="363"/>
            <ac:spMk id="6" creationId="{6F3C998F-CF99-0230-6FCE-F6BCC60CFFD1}"/>
          </ac:spMkLst>
        </pc:spChg>
        <pc:picChg chg="add mod">
          <ac:chgData name="Thanh Nguyen" userId="c61a4279c1788c98" providerId="LiveId" clId="{5F4F1EC9-4E3D-4207-B9EA-1D4B37EA74BF}" dt="2022-09-21T03:09:03.618" v="2140" actId="14100"/>
          <ac:picMkLst>
            <pc:docMk/>
            <pc:sldMk cId="3713966798" sldId="363"/>
            <ac:picMk id="1026" creationId="{4866A047-1920-2E9A-B1EF-044A7C7066A8}"/>
          </ac:picMkLst>
        </pc:picChg>
      </pc:sldChg>
      <pc:sldChg chg="addSp delSp modSp add">
        <pc:chgData name="Thanh Nguyen" userId="c61a4279c1788c98" providerId="LiveId" clId="{5F4F1EC9-4E3D-4207-B9EA-1D4B37EA74BF}" dt="2022-09-21T03:11:25.122" v="2151" actId="1076"/>
        <pc:sldMkLst>
          <pc:docMk/>
          <pc:sldMk cId="1242096209" sldId="364"/>
        </pc:sldMkLst>
        <pc:spChg chg="add del">
          <ac:chgData name="Thanh Nguyen" userId="c61a4279c1788c98" providerId="LiveId" clId="{5F4F1EC9-4E3D-4207-B9EA-1D4B37EA74BF}" dt="2022-09-21T03:10:35.368" v="2144"/>
          <ac:spMkLst>
            <pc:docMk/>
            <pc:sldMk cId="1242096209" sldId="364"/>
            <ac:spMk id="6" creationId="{63698468-21DF-07E9-9E7E-4C5F5E2E5535}"/>
          </ac:spMkLst>
        </pc:spChg>
        <pc:spChg chg="add del">
          <ac:chgData name="Thanh Nguyen" userId="c61a4279c1788c98" providerId="LiveId" clId="{5F4F1EC9-4E3D-4207-B9EA-1D4B37EA74BF}" dt="2022-09-21T03:10:38.162" v="2146"/>
          <ac:spMkLst>
            <pc:docMk/>
            <pc:sldMk cId="1242096209" sldId="364"/>
            <ac:spMk id="7" creationId="{B6AB585D-50E7-53A5-4C3E-17C17BC1A181}"/>
          </ac:spMkLst>
        </pc:spChg>
        <pc:picChg chg="del">
          <ac:chgData name="Thanh Nguyen" userId="c61a4279c1788c98" providerId="LiveId" clId="{5F4F1EC9-4E3D-4207-B9EA-1D4B37EA74BF}" dt="2022-09-21T03:10:26.991" v="2142" actId="478"/>
          <ac:picMkLst>
            <pc:docMk/>
            <pc:sldMk cId="1242096209" sldId="364"/>
            <ac:picMk id="1026" creationId="{4866A047-1920-2E9A-B1EF-044A7C7066A8}"/>
          </ac:picMkLst>
        </pc:picChg>
        <pc:picChg chg="add mod">
          <ac:chgData name="Thanh Nguyen" userId="c61a4279c1788c98" providerId="LiveId" clId="{5F4F1EC9-4E3D-4207-B9EA-1D4B37EA74BF}" dt="2022-09-21T03:11:25.122" v="2151" actId="1076"/>
          <ac:picMkLst>
            <pc:docMk/>
            <pc:sldMk cId="1242096209" sldId="364"/>
            <ac:picMk id="2054" creationId="{07E24611-CB90-1BA9-3FF6-5F16B63EA707}"/>
          </ac:picMkLst>
        </pc:picChg>
      </pc:sldChg>
      <pc:sldChg chg="addSp delSp modSp add mod">
        <pc:chgData name="Thanh Nguyen" userId="c61a4279c1788c98" providerId="LiveId" clId="{5F4F1EC9-4E3D-4207-B9EA-1D4B37EA74BF}" dt="2022-09-21T03:15:02.495" v="2161" actId="14100"/>
        <pc:sldMkLst>
          <pc:docMk/>
          <pc:sldMk cId="2062959455" sldId="365"/>
        </pc:sldMkLst>
        <pc:spChg chg="add del">
          <ac:chgData name="Thanh Nguyen" userId="c61a4279c1788c98" providerId="LiveId" clId="{5F4F1EC9-4E3D-4207-B9EA-1D4B37EA74BF}" dt="2022-09-21T03:14:17.951" v="2155"/>
          <ac:spMkLst>
            <pc:docMk/>
            <pc:sldMk cId="2062959455" sldId="365"/>
            <ac:spMk id="6" creationId="{2E0A150B-3EE2-A1D9-10C6-D870D41CCB96}"/>
          </ac:spMkLst>
        </pc:spChg>
        <pc:spChg chg="add del">
          <ac:chgData name="Thanh Nguyen" userId="c61a4279c1788c98" providerId="LiveId" clId="{5F4F1EC9-4E3D-4207-B9EA-1D4B37EA74BF}" dt="2022-09-21T03:14:49.514" v="2157"/>
          <ac:spMkLst>
            <pc:docMk/>
            <pc:sldMk cId="2062959455" sldId="365"/>
            <ac:spMk id="7" creationId="{A300EC2E-CE8E-048B-69B2-38B32D793228}"/>
          </ac:spMkLst>
        </pc:spChg>
        <pc:picChg chg="add mod">
          <ac:chgData name="Thanh Nguyen" userId="c61a4279c1788c98" providerId="LiveId" clId="{5F4F1EC9-4E3D-4207-B9EA-1D4B37EA74BF}" dt="2022-09-21T03:15:02.495" v="2161" actId="14100"/>
          <ac:picMkLst>
            <pc:docMk/>
            <pc:sldMk cId="2062959455" sldId="365"/>
            <ac:picMk id="9" creationId="{110E1575-9538-DD7C-5EC3-316EC4183584}"/>
          </ac:picMkLst>
        </pc:picChg>
        <pc:picChg chg="del">
          <ac:chgData name="Thanh Nguyen" userId="c61a4279c1788c98" providerId="LiveId" clId="{5F4F1EC9-4E3D-4207-B9EA-1D4B37EA74BF}" dt="2022-09-21T03:14:06.259" v="2153" actId="478"/>
          <ac:picMkLst>
            <pc:docMk/>
            <pc:sldMk cId="2062959455" sldId="365"/>
            <ac:picMk id="2054" creationId="{07E24611-CB90-1BA9-3FF6-5F16B63EA707}"/>
          </ac:picMkLst>
        </pc:picChg>
      </pc:sldChg>
      <pc:sldChg chg="addSp delSp modSp add mod ord">
        <pc:chgData name="Thanh Nguyen" userId="c61a4279c1788c98" providerId="LiveId" clId="{5F4F1EC9-4E3D-4207-B9EA-1D4B37EA74BF}" dt="2022-09-21T04:06:25.235" v="3176" actId="14100"/>
        <pc:sldMkLst>
          <pc:docMk/>
          <pc:sldMk cId="2491659695" sldId="366"/>
        </pc:sldMkLst>
        <pc:spChg chg="mod">
          <ac:chgData name="Thanh Nguyen" userId="c61a4279c1788c98" providerId="LiveId" clId="{5F4F1EC9-4E3D-4207-B9EA-1D4B37EA74BF}" dt="2022-09-21T04:06:12.040" v="3172" actId="20577"/>
          <ac:spMkLst>
            <pc:docMk/>
            <pc:sldMk cId="2491659695" sldId="366"/>
            <ac:spMk id="2" creationId="{00000000-0000-0000-0000-000000000000}"/>
          </ac:spMkLst>
        </pc:spChg>
        <pc:picChg chg="del">
          <ac:chgData name="Thanh Nguyen" userId="c61a4279c1788c98" providerId="LiveId" clId="{5F4F1EC9-4E3D-4207-B9EA-1D4B37EA74BF}" dt="2022-09-21T04:05:06.013" v="3149" actId="478"/>
          <ac:picMkLst>
            <pc:docMk/>
            <pc:sldMk cId="2491659695" sldId="366"/>
            <ac:picMk id="8" creationId="{8EECFBC1-8232-D840-B914-E793CCC2FDAD}"/>
          </ac:picMkLst>
        </pc:picChg>
        <pc:picChg chg="add mod">
          <ac:chgData name="Thanh Nguyen" userId="c61a4279c1788c98" providerId="LiveId" clId="{5F4F1EC9-4E3D-4207-B9EA-1D4B37EA74BF}" dt="2022-09-21T04:06:25.235" v="3176" actId="14100"/>
          <ac:picMkLst>
            <pc:docMk/>
            <pc:sldMk cId="2491659695" sldId="366"/>
            <ac:picMk id="12290" creationId="{CA0D5B6E-E2A3-A3C0-57E5-468955653E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BC18EB-1CA8-4D84-A7D6-785005434053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2F8F71-D26E-4842-8DFE-326CA93827FE}">
      <dgm:prSet/>
      <dgm:spPr/>
      <dgm:t>
        <a:bodyPr/>
        <a:lstStyle/>
        <a:p>
          <a:r>
            <a:rPr lang="en-US"/>
            <a:t>Transaction</a:t>
          </a:r>
        </a:p>
      </dgm:t>
    </dgm:pt>
    <dgm:pt modelId="{F08971E3-33A7-4F7B-A127-8200CC621FDF}" type="parTrans" cxnId="{2B69A523-93CE-4FD1-A693-DD8B4738CC88}">
      <dgm:prSet/>
      <dgm:spPr/>
      <dgm:t>
        <a:bodyPr/>
        <a:lstStyle/>
        <a:p>
          <a:endParaRPr lang="en-US"/>
        </a:p>
      </dgm:t>
    </dgm:pt>
    <dgm:pt modelId="{D0C1D660-8618-4987-B942-27FF8A748ACB}" type="sibTrans" cxnId="{2B69A523-93CE-4FD1-A693-DD8B4738CC88}">
      <dgm:prSet/>
      <dgm:spPr/>
      <dgm:t>
        <a:bodyPr/>
        <a:lstStyle/>
        <a:p>
          <a:endParaRPr lang="en-US"/>
        </a:p>
      </dgm:t>
    </dgm:pt>
    <dgm:pt modelId="{0FCF6F0D-B7BC-4138-915D-9CD293397763}">
      <dgm:prSet/>
      <dgm:spPr/>
      <dgm:t>
        <a:bodyPr/>
        <a:lstStyle/>
        <a:p>
          <a:r>
            <a:rPr lang="en-US" dirty="0"/>
            <a:t>Accumulating Snapshot</a:t>
          </a:r>
        </a:p>
      </dgm:t>
    </dgm:pt>
    <dgm:pt modelId="{61AA35E3-3CA5-478A-9FD6-19E6FD5F47BB}" type="parTrans" cxnId="{33EAF32F-9797-40C9-8A7E-E7DDEC2DA2DD}">
      <dgm:prSet/>
      <dgm:spPr/>
      <dgm:t>
        <a:bodyPr/>
        <a:lstStyle/>
        <a:p>
          <a:endParaRPr lang="en-US"/>
        </a:p>
      </dgm:t>
    </dgm:pt>
    <dgm:pt modelId="{8F342419-95DC-4FA3-B161-C156EA0E418B}" type="sibTrans" cxnId="{33EAF32F-9797-40C9-8A7E-E7DDEC2DA2DD}">
      <dgm:prSet/>
      <dgm:spPr/>
      <dgm:t>
        <a:bodyPr/>
        <a:lstStyle/>
        <a:p>
          <a:endParaRPr lang="en-US"/>
        </a:p>
      </dgm:t>
    </dgm:pt>
    <dgm:pt modelId="{595F27C7-5CCE-457A-A5A8-1E35DBED621E}">
      <dgm:prSet/>
      <dgm:spPr/>
      <dgm:t>
        <a:bodyPr/>
        <a:lstStyle/>
        <a:p>
          <a:r>
            <a:rPr lang="en-US"/>
            <a:t>Periodic</a:t>
          </a:r>
          <a:br>
            <a:rPr lang="en-US"/>
          </a:br>
          <a:r>
            <a:rPr lang="en-US"/>
            <a:t>Snapshot</a:t>
          </a:r>
        </a:p>
      </dgm:t>
    </dgm:pt>
    <dgm:pt modelId="{86DB27D5-F26F-43BF-8CBF-4CEC862A030B}" type="parTrans" cxnId="{136E6951-718B-46D2-9E9E-3DB3170EE341}">
      <dgm:prSet/>
      <dgm:spPr/>
      <dgm:t>
        <a:bodyPr/>
        <a:lstStyle/>
        <a:p>
          <a:endParaRPr lang="en-US"/>
        </a:p>
      </dgm:t>
    </dgm:pt>
    <dgm:pt modelId="{7728635A-4758-413C-A45B-87306118CB40}" type="sibTrans" cxnId="{136E6951-718B-46D2-9E9E-3DB3170EE341}">
      <dgm:prSet/>
      <dgm:spPr/>
      <dgm:t>
        <a:bodyPr/>
        <a:lstStyle/>
        <a:p>
          <a:endParaRPr lang="en-US"/>
        </a:p>
      </dgm:t>
    </dgm:pt>
    <dgm:pt modelId="{8CD5D4A6-82B0-4684-BDCF-E990DF3AB0AA}" type="pres">
      <dgm:prSet presAssocID="{06BC18EB-1CA8-4D84-A7D6-785005434053}" presName="Name0" presStyleCnt="0">
        <dgm:presLayoutVars>
          <dgm:dir/>
          <dgm:animLvl val="lvl"/>
          <dgm:resizeHandles val="exact"/>
        </dgm:presLayoutVars>
      </dgm:prSet>
      <dgm:spPr/>
    </dgm:pt>
    <dgm:pt modelId="{08F08089-EBA0-4C8D-943A-A87B1704528A}" type="pres">
      <dgm:prSet presAssocID="{222F8F71-D26E-4842-8DFE-326CA93827FE}" presName="linNode" presStyleCnt="0"/>
      <dgm:spPr/>
    </dgm:pt>
    <dgm:pt modelId="{4A30C488-79BB-40EC-A13A-78954E17CC38}" type="pres">
      <dgm:prSet presAssocID="{222F8F71-D26E-4842-8DFE-326CA93827F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8FB943F-4B64-45F1-B819-E486A6D2E412}" type="pres">
      <dgm:prSet presAssocID="{D0C1D660-8618-4987-B942-27FF8A748ACB}" presName="sp" presStyleCnt="0"/>
      <dgm:spPr/>
    </dgm:pt>
    <dgm:pt modelId="{0D20F3D1-CAA5-4A6B-A495-CDB4A3D46DDA}" type="pres">
      <dgm:prSet presAssocID="{0FCF6F0D-B7BC-4138-915D-9CD293397763}" presName="linNode" presStyleCnt="0"/>
      <dgm:spPr/>
    </dgm:pt>
    <dgm:pt modelId="{480A7500-E02F-4FC0-900A-870477A5C230}" type="pres">
      <dgm:prSet presAssocID="{0FCF6F0D-B7BC-4138-915D-9CD29339776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FC40569-D76F-44E1-A8A1-A1B0DBC9C835}" type="pres">
      <dgm:prSet presAssocID="{8F342419-95DC-4FA3-B161-C156EA0E418B}" presName="sp" presStyleCnt="0"/>
      <dgm:spPr/>
    </dgm:pt>
    <dgm:pt modelId="{45E3265F-B00F-462F-999C-4F50709E5D90}" type="pres">
      <dgm:prSet presAssocID="{595F27C7-5CCE-457A-A5A8-1E35DBED621E}" presName="linNode" presStyleCnt="0"/>
      <dgm:spPr/>
    </dgm:pt>
    <dgm:pt modelId="{6BF95B06-4C0C-4D96-99F4-2CD1B5550715}" type="pres">
      <dgm:prSet presAssocID="{595F27C7-5CCE-457A-A5A8-1E35DBED621E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9CDCE71E-97BA-491F-A2E2-422A64B77DDE}" type="presOf" srcId="{222F8F71-D26E-4842-8DFE-326CA93827FE}" destId="{4A30C488-79BB-40EC-A13A-78954E17CC38}" srcOrd="0" destOrd="0" presId="urn:microsoft.com/office/officeart/2005/8/layout/vList5"/>
    <dgm:cxn modelId="{2B69A523-93CE-4FD1-A693-DD8B4738CC88}" srcId="{06BC18EB-1CA8-4D84-A7D6-785005434053}" destId="{222F8F71-D26E-4842-8DFE-326CA93827FE}" srcOrd="0" destOrd="0" parTransId="{F08971E3-33A7-4F7B-A127-8200CC621FDF}" sibTransId="{D0C1D660-8618-4987-B942-27FF8A748ACB}"/>
    <dgm:cxn modelId="{33EAF32F-9797-40C9-8A7E-E7DDEC2DA2DD}" srcId="{06BC18EB-1CA8-4D84-A7D6-785005434053}" destId="{0FCF6F0D-B7BC-4138-915D-9CD293397763}" srcOrd="1" destOrd="0" parTransId="{61AA35E3-3CA5-478A-9FD6-19E6FD5F47BB}" sibTransId="{8F342419-95DC-4FA3-B161-C156EA0E418B}"/>
    <dgm:cxn modelId="{33884236-0CF2-451A-A7E3-61EA2788FB34}" type="presOf" srcId="{0FCF6F0D-B7BC-4138-915D-9CD293397763}" destId="{480A7500-E02F-4FC0-900A-870477A5C230}" srcOrd="0" destOrd="0" presId="urn:microsoft.com/office/officeart/2005/8/layout/vList5"/>
    <dgm:cxn modelId="{64B2DB43-ABDB-463D-860B-BE65E1316E5A}" type="presOf" srcId="{06BC18EB-1CA8-4D84-A7D6-785005434053}" destId="{8CD5D4A6-82B0-4684-BDCF-E990DF3AB0AA}" srcOrd="0" destOrd="0" presId="urn:microsoft.com/office/officeart/2005/8/layout/vList5"/>
    <dgm:cxn modelId="{136E6951-718B-46D2-9E9E-3DB3170EE341}" srcId="{06BC18EB-1CA8-4D84-A7D6-785005434053}" destId="{595F27C7-5CCE-457A-A5A8-1E35DBED621E}" srcOrd="2" destOrd="0" parTransId="{86DB27D5-F26F-43BF-8CBF-4CEC862A030B}" sibTransId="{7728635A-4758-413C-A45B-87306118CB40}"/>
    <dgm:cxn modelId="{CE495495-B7EE-49B2-9FA4-B2E0B5EC6856}" type="presOf" srcId="{595F27C7-5CCE-457A-A5A8-1E35DBED621E}" destId="{6BF95B06-4C0C-4D96-99F4-2CD1B5550715}" srcOrd="0" destOrd="0" presId="urn:microsoft.com/office/officeart/2005/8/layout/vList5"/>
    <dgm:cxn modelId="{1FE9F2F7-0A22-49DE-A6BE-6A0B8D7E1AEA}" type="presParOf" srcId="{8CD5D4A6-82B0-4684-BDCF-E990DF3AB0AA}" destId="{08F08089-EBA0-4C8D-943A-A87B1704528A}" srcOrd="0" destOrd="0" presId="urn:microsoft.com/office/officeart/2005/8/layout/vList5"/>
    <dgm:cxn modelId="{9B680149-D44E-4CC0-9B37-85CAD74139E1}" type="presParOf" srcId="{08F08089-EBA0-4C8D-943A-A87B1704528A}" destId="{4A30C488-79BB-40EC-A13A-78954E17CC38}" srcOrd="0" destOrd="0" presId="urn:microsoft.com/office/officeart/2005/8/layout/vList5"/>
    <dgm:cxn modelId="{60BDE50C-8992-459E-BB55-CAF66CEAF2DD}" type="presParOf" srcId="{8CD5D4A6-82B0-4684-BDCF-E990DF3AB0AA}" destId="{98FB943F-4B64-45F1-B819-E486A6D2E412}" srcOrd="1" destOrd="0" presId="urn:microsoft.com/office/officeart/2005/8/layout/vList5"/>
    <dgm:cxn modelId="{92DDDA0A-6ED4-424C-8A40-845E235BFA2C}" type="presParOf" srcId="{8CD5D4A6-82B0-4684-BDCF-E990DF3AB0AA}" destId="{0D20F3D1-CAA5-4A6B-A495-CDB4A3D46DDA}" srcOrd="2" destOrd="0" presId="urn:microsoft.com/office/officeart/2005/8/layout/vList5"/>
    <dgm:cxn modelId="{042BA974-484E-42F6-800B-7CD102968AE3}" type="presParOf" srcId="{0D20F3D1-CAA5-4A6B-A495-CDB4A3D46DDA}" destId="{480A7500-E02F-4FC0-900A-870477A5C230}" srcOrd="0" destOrd="0" presId="urn:microsoft.com/office/officeart/2005/8/layout/vList5"/>
    <dgm:cxn modelId="{15A640CC-2585-4E1D-A8C0-2FAF7A7C6EFB}" type="presParOf" srcId="{8CD5D4A6-82B0-4684-BDCF-E990DF3AB0AA}" destId="{2FC40569-D76F-44E1-A8A1-A1B0DBC9C835}" srcOrd="3" destOrd="0" presId="urn:microsoft.com/office/officeart/2005/8/layout/vList5"/>
    <dgm:cxn modelId="{8099E37C-E1C9-4ACD-8E16-D3D9BDD4A6FE}" type="presParOf" srcId="{8CD5D4A6-82B0-4684-BDCF-E990DF3AB0AA}" destId="{45E3265F-B00F-462F-999C-4F50709E5D90}" srcOrd="4" destOrd="0" presId="urn:microsoft.com/office/officeart/2005/8/layout/vList5"/>
    <dgm:cxn modelId="{1E0A20DD-CE4C-41AF-8012-F344829C85C4}" type="presParOf" srcId="{45E3265F-B00F-462F-999C-4F50709E5D90}" destId="{6BF95B06-4C0C-4D96-99F4-2CD1B555071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BC18EB-1CA8-4D84-A7D6-785005434053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2F8F71-D26E-4842-8DFE-326CA93827FE}">
      <dgm:prSet/>
      <dgm:spPr/>
      <dgm:t>
        <a:bodyPr/>
        <a:lstStyle/>
        <a:p>
          <a:r>
            <a:rPr lang="en-US"/>
            <a:t>Transaction</a:t>
          </a:r>
        </a:p>
      </dgm:t>
    </dgm:pt>
    <dgm:pt modelId="{F08971E3-33A7-4F7B-A127-8200CC621FDF}" type="parTrans" cxnId="{2B69A523-93CE-4FD1-A693-DD8B4738CC88}">
      <dgm:prSet/>
      <dgm:spPr/>
      <dgm:t>
        <a:bodyPr/>
        <a:lstStyle/>
        <a:p>
          <a:endParaRPr lang="en-US"/>
        </a:p>
      </dgm:t>
    </dgm:pt>
    <dgm:pt modelId="{D0C1D660-8618-4987-B942-27FF8A748ACB}" type="sibTrans" cxnId="{2B69A523-93CE-4FD1-A693-DD8B4738CC88}">
      <dgm:prSet/>
      <dgm:spPr/>
      <dgm:t>
        <a:bodyPr/>
        <a:lstStyle/>
        <a:p>
          <a:endParaRPr lang="en-US"/>
        </a:p>
      </dgm:t>
    </dgm:pt>
    <dgm:pt modelId="{0FCF6F0D-B7BC-4138-915D-9CD293397763}">
      <dgm:prSet/>
      <dgm:spPr/>
      <dgm:t>
        <a:bodyPr/>
        <a:lstStyle/>
        <a:p>
          <a:r>
            <a:rPr lang="en-US" dirty="0"/>
            <a:t>Accumulating Snapshot</a:t>
          </a:r>
        </a:p>
      </dgm:t>
    </dgm:pt>
    <dgm:pt modelId="{61AA35E3-3CA5-478A-9FD6-19E6FD5F47BB}" type="parTrans" cxnId="{33EAF32F-9797-40C9-8A7E-E7DDEC2DA2DD}">
      <dgm:prSet/>
      <dgm:spPr/>
      <dgm:t>
        <a:bodyPr/>
        <a:lstStyle/>
        <a:p>
          <a:endParaRPr lang="en-US"/>
        </a:p>
      </dgm:t>
    </dgm:pt>
    <dgm:pt modelId="{8F342419-95DC-4FA3-B161-C156EA0E418B}" type="sibTrans" cxnId="{33EAF32F-9797-40C9-8A7E-E7DDEC2DA2DD}">
      <dgm:prSet/>
      <dgm:spPr/>
      <dgm:t>
        <a:bodyPr/>
        <a:lstStyle/>
        <a:p>
          <a:endParaRPr lang="en-US"/>
        </a:p>
      </dgm:t>
    </dgm:pt>
    <dgm:pt modelId="{595F27C7-5CCE-457A-A5A8-1E35DBED621E}">
      <dgm:prSet/>
      <dgm:spPr/>
      <dgm:t>
        <a:bodyPr/>
        <a:lstStyle/>
        <a:p>
          <a:r>
            <a:rPr lang="en-US"/>
            <a:t>Periodic</a:t>
          </a:r>
          <a:br>
            <a:rPr lang="en-US"/>
          </a:br>
          <a:r>
            <a:rPr lang="en-US"/>
            <a:t>Snapshot</a:t>
          </a:r>
        </a:p>
      </dgm:t>
    </dgm:pt>
    <dgm:pt modelId="{86DB27D5-F26F-43BF-8CBF-4CEC862A030B}" type="parTrans" cxnId="{136E6951-718B-46D2-9E9E-3DB3170EE341}">
      <dgm:prSet/>
      <dgm:spPr/>
      <dgm:t>
        <a:bodyPr/>
        <a:lstStyle/>
        <a:p>
          <a:endParaRPr lang="en-US"/>
        </a:p>
      </dgm:t>
    </dgm:pt>
    <dgm:pt modelId="{7728635A-4758-413C-A45B-87306118CB40}" type="sibTrans" cxnId="{136E6951-718B-46D2-9E9E-3DB3170EE341}">
      <dgm:prSet/>
      <dgm:spPr/>
      <dgm:t>
        <a:bodyPr/>
        <a:lstStyle/>
        <a:p>
          <a:endParaRPr lang="en-US"/>
        </a:p>
      </dgm:t>
    </dgm:pt>
    <dgm:pt modelId="{8CD5D4A6-82B0-4684-BDCF-E990DF3AB0AA}" type="pres">
      <dgm:prSet presAssocID="{06BC18EB-1CA8-4D84-A7D6-785005434053}" presName="Name0" presStyleCnt="0">
        <dgm:presLayoutVars>
          <dgm:dir/>
          <dgm:animLvl val="lvl"/>
          <dgm:resizeHandles val="exact"/>
        </dgm:presLayoutVars>
      </dgm:prSet>
      <dgm:spPr/>
    </dgm:pt>
    <dgm:pt modelId="{08F08089-EBA0-4C8D-943A-A87B1704528A}" type="pres">
      <dgm:prSet presAssocID="{222F8F71-D26E-4842-8DFE-326CA93827FE}" presName="linNode" presStyleCnt="0"/>
      <dgm:spPr/>
    </dgm:pt>
    <dgm:pt modelId="{4A30C488-79BB-40EC-A13A-78954E17CC38}" type="pres">
      <dgm:prSet presAssocID="{222F8F71-D26E-4842-8DFE-326CA93827F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8FB943F-4B64-45F1-B819-E486A6D2E412}" type="pres">
      <dgm:prSet presAssocID="{D0C1D660-8618-4987-B942-27FF8A748ACB}" presName="sp" presStyleCnt="0"/>
      <dgm:spPr/>
    </dgm:pt>
    <dgm:pt modelId="{0D20F3D1-CAA5-4A6B-A495-CDB4A3D46DDA}" type="pres">
      <dgm:prSet presAssocID="{0FCF6F0D-B7BC-4138-915D-9CD293397763}" presName="linNode" presStyleCnt="0"/>
      <dgm:spPr/>
    </dgm:pt>
    <dgm:pt modelId="{480A7500-E02F-4FC0-900A-870477A5C230}" type="pres">
      <dgm:prSet presAssocID="{0FCF6F0D-B7BC-4138-915D-9CD29339776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FC40569-D76F-44E1-A8A1-A1B0DBC9C835}" type="pres">
      <dgm:prSet presAssocID="{8F342419-95DC-4FA3-B161-C156EA0E418B}" presName="sp" presStyleCnt="0"/>
      <dgm:spPr/>
    </dgm:pt>
    <dgm:pt modelId="{45E3265F-B00F-462F-999C-4F50709E5D90}" type="pres">
      <dgm:prSet presAssocID="{595F27C7-5CCE-457A-A5A8-1E35DBED621E}" presName="linNode" presStyleCnt="0"/>
      <dgm:spPr/>
    </dgm:pt>
    <dgm:pt modelId="{6BF95B06-4C0C-4D96-99F4-2CD1B5550715}" type="pres">
      <dgm:prSet presAssocID="{595F27C7-5CCE-457A-A5A8-1E35DBED621E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9CDCE71E-97BA-491F-A2E2-422A64B77DDE}" type="presOf" srcId="{222F8F71-D26E-4842-8DFE-326CA93827FE}" destId="{4A30C488-79BB-40EC-A13A-78954E17CC38}" srcOrd="0" destOrd="0" presId="urn:microsoft.com/office/officeart/2005/8/layout/vList5"/>
    <dgm:cxn modelId="{2B69A523-93CE-4FD1-A693-DD8B4738CC88}" srcId="{06BC18EB-1CA8-4D84-A7D6-785005434053}" destId="{222F8F71-D26E-4842-8DFE-326CA93827FE}" srcOrd="0" destOrd="0" parTransId="{F08971E3-33A7-4F7B-A127-8200CC621FDF}" sibTransId="{D0C1D660-8618-4987-B942-27FF8A748ACB}"/>
    <dgm:cxn modelId="{33EAF32F-9797-40C9-8A7E-E7DDEC2DA2DD}" srcId="{06BC18EB-1CA8-4D84-A7D6-785005434053}" destId="{0FCF6F0D-B7BC-4138-915D-9CD293397763}" srcOrd="1" destOrd="0" parTransId="{61AA35E3-3CA5-478A-9FD6-19E6FD5F47BB}" sibTransId="{8F342419-95DC-4FA3-B161-C156EA0E418B}"/>
    <dgm:cxn modelId="{33884236-0CF2-451A-A7E3-61EA2788FB34}" type="presOf" srcId="{0FCF6F0D-B7BC-4138-915D-9CD293397763}" destId="{480A7500-E02F-4FC0-900A-870477A5C230}" srcOrd="0" destOrd="0" presId="urn:microsoft.com/office/officeart/2005/8/layout/vList5"/>
    <dgm:cxn modelId="{64B2DB43-ABDB-463D-860B-BE65E1316E5A}" type="presOf" srcId="{06BC18EB-1CA8-4D84-A7D6-785005434053}" destId="{8CD5D4A6-82B0-4684-BDCF-E990DF3AB0AA}" srcOrd="0" destOrd="0" presId="urn:microsoft.com/office/officeart/2005/8/layout/vList5"/>
    <dgm:cxn modelId="{136E6951-718B-46D2-9E9E-3DB3170EE341}" srcId="{06BC18EB-1CA8-4D84-A7D6-785005434053}" destId="{595F27C7-5CCE-457A-A5A8-1E35DBED621E}" srcOrd="2" destOrd="0" parTransId="{86DB27D5-F26F-43BF-8CBF-4CEC862A030B}" sibTransId="{7728635A-4758-413C-A45B-87306118CB40}"/>
    <dgm:cxn modelId="{CE495495-B7EE-49B2-9FA4-B2E0B5EC6856}" type="presOf" srcId="{595F27C7-5CCE-457A-A5A8-1E35DBED621E}" destId="{6BF95B06-4C0C-4D96-99F4-2CD1B5550715}" srcOrd="0" destOrd="0" presId="urn:microsoft.com/office/officeart/2005/8/layout/vList5"/>
    <dgm:cxn modelId="{1FE9F2F7-0A22-49DE-A6BE-6A0B8D7E1AEA}" type="presParOf" srcId="{8CD5D4A6-82B0-4684-BDCF-E990DF3AB0AA}" destId="{08F08089-EBA0-4C8D-943A-A87B1704528A}" srcOrd="0" destOrd="0" presId="urn:microsoft.com/office/officeart/2005/8/layout/vList5"/>
    <dgm:cxn modelId="{9B680149-D44E-4CC0-9B37-85CAD74139E1}" type="presParOf" srcId="{08F08089-EBA0-4C8D-943A-A87B1704528A}" destId="{4A30C488-79BB-40EC-A13A-78954E17CC38}" srcOrd="0" destOrd="0" presId="urn:microsoft.com/office/officeart/2005/8/layout/vList5"/>
    <dgm:cxn modelId="{60BDE50C-8992-459E-BB55-CAF66CEAF2DD}" type="presParOf" srcId="{8CD5D4A6-82B0-4684-BDCF-E990DF3AB0AA}" destId="{98FB943F-4B64-45F1-B819-E486A6D2E412}" srcOrd="1" destOrd="0" presId="urn:microsoft.com/office/officeart/2005/8/layout/vList5"/>
    <dgm:cxn modelId="{92DDDA0A-6ED4-424C-8A40-845E235BFA2C}" type="presParOf" srcId="{8CD5D4A6-82B0-4684-BDCF-E990DF3AB0AA}" destId="{0D20F3D1-CAA5-4A6B-A495-CDB4A3D46DDA}" srcOrd="2" destOrd="0" presId="urn:microsoft.com/office/officeart/2005/8/layout/vList5"/>
    <dgm:cxn modelId="{042BA974-484E-42F6-800B-7CD102968AE3}" type="presParOf" srcId="{0D20F3D1-CAA5-4A6B-A495-CDB4A3D46DDA}" destId="{480A7500-E02F-4FC0-900A-870477A5C230}" srcOrd="0" destOrd="0" presId="urn:microsoft.com/office/officeart/2005/8/layout/vList5"/>
    <dgm:cxn modelId="{15A640CC-2585-4E1D-A8C0-2FAF7A7C6EFB}" type="presParOf" srcId="{8CD5D4A6-82B0-4684-BDCF-E990DF3AB0AA}" destId="{2FC40569-D76F-44E1-A8A1-A1B0DBC9C835}" srcOrd="3" destOrd="0" presId="urn:microsoft.com/office/officeart/2005/8/layout/vList5"/>
    <dgm:cxn modelId="{8099E37C-E1C9-4ACD-8E16-D3D9BDD4A6FE}" type="presParOf" srcId="{8CD5D4A6-82B0-4684-BDCF-E990DF3AB0AA}" destId="{45E3265F-B00F-462F-999C-4F50709E5D90}" srcOrd="4" destOrd="0" presId="urn:microsoft.com/office/officeart/2005/8/layout/vList5"/>
    <dgm:cxn modelId="{1E0A20DD-CE4C-41AF-8012-F344829C85C4}" type="presParOf" srcId="{45E3265F-B00F-462F-999C-4F50709E5D90}" destId="{6BF95B06-4C0C-4D96-99F4-2CD1B555071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0C488-79BB-40EC-A13A-78954E17CC38}">
      <dsp:nvSpPr>
        <dsp:cNvPr id="0" name=""/>
        <dsp:cNvSpPr/>
      </dsp:nvSpPr>
      <dsp:spPr>
        <a:xfrm>
          <a:off x="1999487" y="2306"/>
          <a:ext cx="2249424" cy="152251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Transaction</a:t>
          </a:r>
        </a:p>
      </dsp:txBody>
      <dsp:txXfrm>
        <a:off x="2073810" y="76629"/>
        <a:ext cx="2100778" cy="1373865"/>
      </dsp:txXfrm>
    </dsp:sp>
    <dsp:sp modelId="{480A7500-E02F-4FC0-900A-870477A5C230}">
      <dsp:nvSpPr>
        <dsp:cNvPr id="0" name=""/>
        <dsp:cNvSpPr/>
      </dsp:nvSpPr>
      <dsp:spPr>
        <a:xfrm>
          <a:off x="1999487" y="1600944"/>
          <a:ext cx="2249424" cy="1522511"/>
        </a:xfrm>
        <a:prstGeom prst="roundRect">
          <a:avLst/>
        </a:prstGeom>
        <a:solidFill>
          <a:schemeClr val="accent5">
            <a:hueOff val="-1928276"/>
            <a:satOff val="-6862"/>
            <a:lumOff val="-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Accumulating Snapshot</a:t>
          </a:r>
        </a:p>
      </dsp:txBody>
      <dsp:txXfrm>
        <a:off x="2073810" y="1675267"/>
        <a:ext cx="2100778" cy="1373865"/>
      </dsp:txXfrm>
    </dsp:sp>
    <dsp:sp modelId="{6BF95B06-4C0C-4D96-99F4-2CD1B5550715}">
      <dsp:nvSpPr>
        <dsp:cNvPr id="0" name=""/>
        <dsp:cNvSpPr/>
      </dsp:nvSpPr>
      <dsp:spPr>
        <a:xfrm>
          <a:off x="1999487" y="3199581"/>
          <a:ext cx="2249424" cy="1522511"/>
        </a:xfrm>
        <a:prstGeom prst="roundRect">
          <a:avLst/>
        </a:prstGeom>
        <a:solidFill>
          <a:schemeClr val="accent5">
            <a:hueOff val="-3856553"/>
            <a:satOff val="-13723"/>
            <a:lumOff val="-30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Periodic</a:t>
          </a:r>
          <a:br>
            <a:rPr lang="en-US" sz="2400" kern="1200"/>
          </a:br>
          <a:r>
            <a:rPr lang="en-US" sz="2400" kern="1200"/>
            <a:t>Snapshot</a:t>
          </a:r>
        </a:p>
      </dsp:txBody>
      <dsp:txXfrm>
        <a:off x="2073810" y="3273904"/>
        <a:ext cx="2100778" cy="13738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0C488-79BB-40EC-A13A-78954E17CC38}">
      <dsp:nvSpPr>
        <dsp:cNvPr id="0" name=""/>
        <dsp:cNvSpPr/>
      </dsp:nvSpPr>
      <dsp:spPr>
        <a:xfrm>
          <a:off x="1999487" y="2306"/>
          <a:ext cx="2249424" cy="152251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Transaction</a:t>
          </a:r>
        </a:p>
      </dsp:txBody>
      <dsp:txXfrm>
        <a:off x="2073810" y="76629"/>
        <a:ext cx="2100778" cy="1373865"/>
      </dsp:txXfrm>
    </dsp:sp>
    <dsp:sp modelId="{480A7500-E02F-4FC0-900A-870477A5C230}">
      <dsp:nvSpPr>
        <dsp:cNvPr id="0" name=""/>
        <dsp:cNvSpPr/>
      </dsp:nvSpPr>
      <dsp:spPr>
        <a:xfrm>
          <a:off x="1999487" y="1600944"/>
          <a:ext cx="2249424" cy="1522511"/>
        </a:xfrm>
        <a:prstGeom prst="roundRect">
          <a:avLst/>
        </a:prstGeom>
        <a:solidFill>
          <a:schemeClr val="accent5">
            <a:hueOff val="-1928276"/>
            <a:satOff val="-6862"/>
            <a:lumOff val="-15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Accumulating Snapshot</a:t>
          </a:r>
        </a:p>
      </dsp:txBody>
      <dsp:txXfrm>
        <a:off x="2073810" y="1675267"/>
        <a:ext cx="2100778" cy="1373865"/>
      </dsp:txXfrm>
    </dsp:sp>
    <dsp:sp modelId="{6BF95B06-4C0C-4D96-99F4-2CD1B5550715}">
      <dsp:nvSpPr>
        <dsp:cNvPr id="0" name=""/>
        <dsp:cNvSpPr/>
      </dsp:nvSpPr>
      <dsp:spPr>
        <a:xfrm>
          <a:off x="1999487" y="3199581"/>
          <a:ext cx="2249424" cy="1522511"/>
        </a:xfrm>
        <a:prstGeom prst="roundRect">
          <a:avLst/>
        </a:prstGeom>
        <a:solidFill>
          <a:schemeClr val="accent5">
            <a:hueOff val="-3856553"/>
            <a:satOff val="-13723"/>
            <a:lumOff val="-30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Periodic</a:t>
          </a:r>
          <a:br>
            <a:rPr lang="en-US" sz="2400" kern="1200"/>
          </a:br>
          <a:r>
            <a:rPr lang="en-US" sz="2400" kern="1200"/>
            <a:t>Snapshot</a:t>
          </a:r>
        </a:p>
      </dsp:txBody>
      <dsp:txXfrm>
        <a:off x="2073810" y="3273904"/>
        <a:ext cx="2100778" cy="13738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r">
              <a:defRPr sz="1200"/>
            </a:lvl1pPr>
          </a:lstStyle>
          <a:p>
            <a:fld id="{6AF78072-C3BE-40A9-850A-992D1358B70A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r">
              <a:defRPr sz="1200"/>
            </a:lvl1pPr>
          </a:lstStyle>
          <a:p>
            <a:fld id="{EF7BA2BA-1017-4E5D-831F-C8E2285A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66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r">
              <a:defRPr sz="1200"/>
            </a:lvl1pPr>
          </a:lstStyle>
          <a:p>
            <a:fld id="{88EE3F48-5A71-412F-B653-983F106475AC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74975" y="549275"/>
            <a:ext cx="3652838" cy="27416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6" tIns="48328" rIns="96656" bIns="4832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56" tIns="48328" rIns="96656" bIns="4832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0"/>
            <a:ext cx="4160520" cy="365760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r">
              <a:defRPr sz="1200"/>
            </a:lvl1pPr>
          </a:lstStyle>
          <a:p>
            <a:fld id="{79CE198C-AAA1-45C3-BAE1-46B756CF36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Bước 1: xác định nghiệp vụ</a:t>
            </a:r>
          </a:p>
          <a:p>
            <a:r>
              <a:rPr lang="vi-VN" dirty="0"/>
              <a:t>Bước 2: giải thích mức độ chi tiết</a:t>
            </a:r>
          </a:p>
          <a:p>
            <a:r>
              <a:rPr lang="vi-VN" dirty="0"/>
              <a:t>Bước 3: xác định những bảng dimensions</a:t>
            </a:r>
          </a:p>
          <a:p>
            <a:r>
              <a:rPr lang="vi-VN" dirty="0"/>
              <a:t>Bước 4: xác định bảng 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9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78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Chọn 1 trong 3 câu để làm </a:t>
            </a:r>
          </a:p>
          <a:p>
            <a:r>
              <a:rPr lang="vi-VN" dirty="0"/>
              <a:t>Câu 1:</a:t>
            </a:r>
          </a:p>
          <a:p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</a:t>
            </a: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 Process: vận chuyển sản phẩm từ kho đến các khu vực (shipping)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Dimensions: thời gian (datetime), khu vực (region), sản phẩm (product)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Fact: datetime key, region key, product key, amount of products</a:t>
            </a:r>
            <a:endParaRPr lang="en-US" kern="0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Câu 2:</a:t>
            </a:r>
          </a:p>
          <a:p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</a:t>
            </a: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 Process: xử lý đơn của sinh viên (processing student’s application)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Dimensions: ngày (date), </a:t>
            </a:r>
            <a:r>
              <a:rPr lang="vi-VN" kern="0" dirty="0">
                <a:ea typeface="+mn-lt"/>
                <a:cs typeface="+mn-lt"/>
              </a:rPr>
              <a:t>học sinh (students), đơn xin (student’s application), bộ phận xử lý (department)</a:t>
            </a:r>
            <a:endParaRPr lang="vi-VN" kern="0" dirty="0">
              <a:solidFill>
                <a:schemeClr val="accent1"/>
              </a:solidFill>
              <a:ea typeface="+mn-lt"/>
              <a:cs typeface="+mn-lt"/>
            </a:endParaRP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Fact: date key, student key, student’s application key, average processing time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Mỗi ngày phải xử lý bao nhiêu hồ sơ ?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Trung bình mỗi hồ sơ xử lý trong bao lâu ?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Câu 3: </a:t>
            </a:r>
          </a:p>
          <a:p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</a:t>
            </a: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 Process: sinh viên HCMUTE chờ xe bus tại trạm số 1 Võ Văn Ngân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Dimensions: thời gian (time), người lao động (employees)</a:t>
            </a:r>
          </a:p>
          <a:p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Fact: datetime key, students key, the number of students, busstop</a:t>
            </a:r>
            <a:endParaRPr lang="en-US" kern="0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Khoảng thời gian tính là từ ngày mấy đến ngày mấy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Mỗi ngày có bao nhiêu học sinh chờ xe bus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Số học sinh chờ xe bus chiếm bao nhiêu phần trăm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Có bao nhiêu mã xe buýt đi qua trạm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Với mỗi mã xe, thì khoảng cách giữa trạm đến trạm số 1 là bao nhiêu lâu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kern="0" dirty="0">
                <a:solidFill>
                  <a:schemeClr val="accent1"/>
                </a:solidFill>
                <a:ea typeface="+mn-lt"/>
                <a:cs typeface="+mn-lt"/>
              </a:rPr>
              <a:t>Với mỗi mã xe, thì khoảng cách của mỗi chuyến là bao nhiêu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23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5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4672A47-A9F6-4FF8-AB20-52F33CC89B7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F308C5A2-B0F3-46C2-AB04-E7FCAAE00CD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1A2A01C-5DE8-40E5-AF70-EE667F91C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73BBC-EC3E-4B5D-86A7-B65092D712D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19">
            <a:extLst>
              <a:ext uri="{FF2B5EF4-FFF2-40B4-BE49-F238E27FC236}">
                <a16:creationId xmlns:a16="http://schemas.microsoft.com/office/drawing/2014/main" id="{7D72B009-B8F9-4F87-873D-068A595857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81000" y="2286000"/>
            <a:ext cx="56388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600200"/>
            <a:ext cx="5638800" cy="68262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6B774161-795D-4F90-88C2-80C8212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C0B0872-5493-4D0C-8EBA-7904ACC83DC3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7F4E5FB7-40C6-42D5-86BD-863A23C2AC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2B527-47C5-4117-9AD6-0F89868921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0D501D-D85D-8EF2-12A2-7CED582A8E9F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1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00BEFD3-40BE-4409-A333-C17F3DF6CF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191BD9ED-0C6B-47F0-A7EA-4E3BAB5C85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AC22392-E1EA-4757-A6AA-9BD976149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828B69-55C0-4431-8DCC-9D5162CFC355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73">
            <a:extLst>
              <a:ext uri="{FF2B5EF4-FFF2-40B4-BE49-F238E27FC236}">
                <a16:creationId xmlns:a16="http://schemas.microsoft.com/office/drawing/2014/main" id="{4998E4BB-9ABB-40DB-9905-A1080719EC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</a:t>
            </a:r>
          </a:p>
        </p:txBody>
      </p:sp>
      <p:pic>
        <p:nvPicPr>
          <p:cNvPr id="10" name="Picture 20">
            <a:extLst>
              <a:ext uri="{FF2B5EF4-FFF2-40B4-BE49-F238E27FC236}">
                <a16:creationId xmlns:a16="http://schemas.microsoft.com/office/drawing/2014/main" id="{86A1D120-5F00-4D10-BCD8-5AA96DA08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23848"/>
            <a:ext cx="7467600" cy="4873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3D786CE8-4987-47AF-A935-ED0EC1DB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7F04667-7EFF-4BFB-852A-325ECB45E84A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C34F5197-FA7B-401D-998D-9F4EB2559F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1F6A-B70A-4B7B-9BF0-9ED2B394EF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BBB34-1B41-2A10-CED7-11D27CE8CC7D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3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A113F7A-9B58-44CB-B04F-F54BA4DF9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74C7380B-3D1F-445F-818F-07A07960F80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B25B1F-974D-487F-9B6E-001E595658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B97FBAF5-37D3-4E3D-9522-834859874D3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42863" y="6350"/>
          <a:ext cx="10128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0" imgH="0" progId="Paint.Picture">
                  <p:embed/>
                </p:oleObj>
              </mc:Choice>
              <mc:Fallback>
                <p:oleObj name="Bitmap Image" r:id="rId2" imgW="0" imgH="0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B97FBAF5-37D3-4E3D-9522-834859874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" y="6350"/>
                        <a:ext cx="10128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AE6CC1-3786-44C6-82E7-595E7D9E305F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" name="Group 12">
            <a:extLst>
              <a:ext uri="{FF2B5EF4-FFF2-40B4-BE49-F238E27FC236}">
                <a16:creationId xmlns:a16="http://schemas.microsoft.com/office/drawing/2014/main" id="{1C727901-C6E7-4D7E-9D3E-4D7A0C5898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6363" y="1319213"/>
            <a:ext cx="1390650" cy="4878387"/>
            <a:chOff x="106363" y="0"/>
            <a:chExt cx="1620837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EA280E-BA1F-453C-ABEB-E5B29EC63A20}"/>
                </a:ext>
              </a:extLst>
            </p:cNvPr>
            <p:cNvSpPr/>
            <p:nvPr/>
          </p:nvSpPr>
          <p:spPr bwMode="auto">
            <a:xfrm>
              <a:off x="380203" y="0"/>
              <a:ext cx="610589" cy="6858000"/>
            </a:xfrm>
            <a:prstGeom prst="rect">
              <a:avLst/>
            </a:prstGeom>
            <a:solidFill>
              <a:schemeClr val="accent1">
                <a:tint val="60000"/>
                <a:alpha val="54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72DD33-D7BD-45BA-AFF6-5D363029BF23}"/>
                </a:ext>
              </a:extLst>
            </p:cNvPr>
            <p:cNvSpPr/>
            <p:nvPr/>
          </p:nvSpPr>
          <p:spPr bwMode="auto">
            <a:xfrm>
              <a:off x="276588" y="0"/>
              <a:ext cx="103615" cy="6858000"/>
            </a:xfrm>
            <a:prstGeom prst="rect">
              <a:avLst/>
            </a:prstGeom>
            <a:solidFill>
              <a:schemeClr val="accent1">
                <a:tint val="40000"/>
                <a:alpha val="36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26A68E-B202-4A26-B5D8-463183C5D934}"/>
                </a:ext>
              </a:extLst>
            </p:cNvPr>
            <p:cNvSpPr/>
            <p:nvPr/>
          </p:nvSpPr>
          <p:spPr bwMode="auto">
            <a:xfrm>
              <a:off x="990792" y="0"/>
              <a:ext cx="183176" cy="6858000"/>
            </a:xfrm>
            <a:prstGeom prst="rect">
              <a:avLst/>
            </a:prstGeom>
            <a:solidFill>
              <a:schemeClr val="accent1">
                <a:tint val="40000"/>
                <a:alpha val="70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85803-9DC1-4344-8EE7-1A0B87066BA6}"/>
                </a:ext>
              </a:extLst>
            </p:cNvPr>
            <p:cNvSpPr/>
            <p:nvPr/>
          </p:nvSpPr>
          <p:spPr bwMode="auto">
            <a:xfrm>
              <a:off x="1140664" y="0"/>
              <a:ext cx="231284" cy="6858000"/>
            </a:xfrm>
            <a:prstGeom prst="rect">
              <a:avLst/>
            </a:prstGeom>
            <a:solidFill>
              <a:schemeClr val="accent1">
                <a:tint val="20000"/>
                <a:alpha val="7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F5F6B728-FD3F-45CC-BB0E-6964BF06E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63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  <a:alpha val="7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A697641D-8BEF-47B7-B3FD-660AFF2D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931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20000"/>
                  <a:alpha val="8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C18606EB-FEEF-42DE-9F8C-FE318E616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872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19ECE925-689B-4BF8-A88A-D57D8904C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7200" y="0"/>
              <a:ext cx="0" cy="6858000"/>
            </a:xfrm>
            <a:prstGeom prst="line">
              <a:avLst/>
            </a:prstGeom>
            <a:noFill/>
            <a:ln w="28575" cap="flat" cmpd="sng" algn="ctr">
              <a:solidFill>
                <a:schemeClr val="accent1">
                  <a:tint val="60000"/>
                  <a:alpha val="82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5153FDC3-EEAE-47A2-B31E-AB3183986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653" y="0"/>
              <a:ext cx="0" cy="685800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C4BDF2-C14D-4A7C-8E24-5D3C9AB0D8EB}"/>
                </a:ext>
              </a:extLst>
            </p:cNvPr>
            <p:cNvSpPr/>
            <p:nvPr/>
          </p:nvSpPr>
          <p:spPr bwMode="auto">
            <a:xfrm>
              <a:off x="1218375" y="0"/>
              <a:ext cx="77711" cy="6858000"/>
            </a:xfrm>
            <a:prstGeom prst="rect">
              <a:avLst/>
            </a:prstGeom>
            <a:solidFill>
              <a:schemeClr val="accent1">
                <a:tint val="60000"/>
                <a:alpha val="5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21" name="Rectangle 73">
            <a:extLst>
              <a:ext uri="{FF2B5EF4-FFF2-40B4-BE49-F238E27FC236}">
                <a16:creationId xmlns:a16="http://schemas.microsoft.com/office/drawing/2014/main" id="{7B4378D7-4A96-4BBA-A96A-5C147E25FB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EDUCATION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A8635EE-0761-49CD-8C28-BCFE5BDC4B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829175" y="365125"/>
            <a:ext cx="4175125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No.1 Vo Van Ngan Street, Thu Duc Dist., HCMC, VN</a:t>
            </a:r>
          </a:p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Tel: +84 8 37221223,  Fax: +84 8 38960640</a:t>
            </a:r>
            <a:r>
              <a:rPr lang="en-GB" altLang="en-US" sz="1200" b="1">
                <a:solidFill>
                  <a:srgbClr val="1764A8"/>
                </a:solidFill>
              </a:rPr>
              <a:t> </a:t>
            </a:r>
            <a:endParaRPr lang="de-DE" altLang="en-US" sz="1200" b="1">
              <a:solidFill>
                <a:srgbClr val="1764A8"/>
              </a:solidFill>
            </a:endParaRPr>
          </a:p>
        </p:txBody>
      </p:sp>
      <p:pic>
        <p:nvPicPr>
          <p:cNvPr id="23" name="Picture 33">
            <a:extLst>
              <a:ext uri="{FF2B5EF4-FFF2-40B4-BE49-F238E27FC236}">
                <a16:creationId xmlns:a16="http://schemas.microsoft.com/office/drawing/2014/main" id="{6EF2B438-C297-4E25-9BEB-ED11839E6C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33338"/>
            <a:ext cx="42878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699" y="4406900"/>
            <a:ext cx="64500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4699" y="2906713"/>
            <a:ext cx="645001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id="{CC8A3B59-C265-4BDA-BBAE-452A5E88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1C696B7-5532-4607-B92E-4013F1406FE6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25" name="Slide Number Placeholder 7">
            <a:extLst>
              <a:ext uri="{FF2B5EF4-FFF2-40B4-BE49-F238E27FC236}">
                <a16:creationId xmlns:a16="http://schemas.microsoft.com/office/drawing/2014/main" id="{A7964FC1-F0A9-48BC-9577-299F03FEB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24591-B3C5-4E56-AA94-3ADCE4735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61F11-BF78-9B25-3F11-414C9EF579DC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28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EB6BAC19-7972-45EC-B2C5-E527E01B3C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E1E05DF-77F3-4041-89BF-10B88F38BC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C0C78B5A-3CB5-4B12-BD91-6FC063D5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60EF5BF-D44B-4FFF-82D0-7FCD299C2A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CD3EA4BC-0D8C-430D-BA8F-6F155DC20AFC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CD3EA4BC-0D8C-430D-BA8F-6F155DC20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ACEB9F-87A7-4541-9B3D-7E49E6019C40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BEEB2703-3EA8-4CFE-9715-62DB3201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0E9095-94A5-421D-B64D-C96C8421FBEE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6BAF0758-2BE6-4482-99C1-3D60683E9A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43FAA-CA57-4823-8118-5AB04131F8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0B635-FC67-200E-2B8C-11BC28F49559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6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3">
            <a:extLst>
              <a:ext uri="{FF2B5EF4-FFF2-40B4-BE49-F238E27FC236}">
                <a16:creationId xmlns:a16="http://schemas.microsoft.com/office/drawing/2014/main" id="{7F70F138-9F6E-43F2-831C-FA56C263B54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8" name="Line 64">
            <a:extLst>
              <a:ext uri="{FF2B5EF4-FFF2-40B4-BE49-F238E27FC236}">
                <a16:creationId xmlns:a16="http://schemas.microsoft.com/office/drawing/2014/main" id="{872CE457-ED25-47D7-A1BF-E66DA5495BF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Rectangle 73">
            <a:extLst>
              <a:ext uri="{FF2B5EF4-FFF2-40B4-BE49-F238E27FC236}">
                <a16:creationId xmlns:a16="http://schemas.microsoft.com/office/drawing/2014/main" id="{0FC7AC03-2035-436C-9AAD-4CDDADA2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B80C6BC-2465-4233-9C30-4FF9B3ADCE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7A6CFCE2-7DFB-4094-AF72-8F18BFB398B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7A6CFCE2-7DFB-4094-AF72-8F18BFB39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1EF8BE-CB24-41FB-9D86-4BF1D16D5D9E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ECCBFD39-D231-4C62-9FE6-DBBBEF3B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F9C1C50-2790-4E0B-B9AF-A941D776B8A7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98CC8A51-9C10-41B2-B898-45C2E512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FC53D-CF1E-4AF2-912B-9FC965B5FA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56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3">
            <a:extLst>
              <a:ext uri="{FF2B5EF4-FFF2-40B4-BE49-F238E27FC236}">
                <a16:creationId xmlns:a16="http://schemas.microsoft.com/office/drawing/2014/main" id="{9B2964AC-6BDA-4EDD-BD9F-9DB92DBD326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Line 64">
            <a:extLst>
              <a:ext uri="{FF2B5EF4-FFF2-40B4-BE49-F238E27FC236}">
                <a16:creationId xmlns:a16="http://schemas.microsoft.com/office/drawing/2014/main" id="{6500B714-8561-467F-9C8B-B3F424A22A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Rectangle 73">
            <a:extLst>
              <a:ext uri="{FF2B5EF4-FFF2-40B4-BE49-F238E27FC236}">
                <a16:creationId xmlns:a16="http://schemas.microsoft.com/office/drawing/2014/main" id="{40F0ED2F-6570-4920-8D70-A71CABBBC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653117D-F5A0-4E94-9CE5-7254EDEA32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30CF8B73-F60C-43F5-A4C3-119A2D1DD3D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30CF8B73-F60C-43F5-A4C3-119A2D1DD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E1677D-5682-47E2-83A7-4549B2A0CE2D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A0D940D-A163-4401-BD06-103BA94C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9E3B73D-033D-4F25-B2AD-3FD1177096BC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235D62B7-588C-480D-B025-EA4C624F6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8F8CC-A433-40C9-ACB7-0C4F36F23D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53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3">
            <a:extLst>
              <a:ext uri="{FF2B5EF4-FFF2-40B4-BE49-F238E27FC236}">
                <a16:creationId xmlns:a16="http://schemas.microsoft.com/office/drawing/2014/main" id="{1C21504A-C848-41D9-BD65-ADA32271651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Line 64">
            <a:extLst>
              <a:ext uri="{FF2B5EF4-FFF2-40B4-BE49-F238E27FC236}">
                <a16:creationId xmlns:a16="http://schemas.microsoft.com/office/drawing/2014/main" id="{E1125274-A8CA-45BF-9F20-C3A73C34015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E683EF23-24EF-4AC7-9918-F0508D93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950AE5-0EE3-4C0A-8362-8E64B1ACBD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E505E06-D4C8-4E14-9A58-1FCADB48C23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0E505E06-D4C8-4E14-9A58-1FCADB48C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C5911C-1519-430E-BDC7-CBB59F912D42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909163F-6A9E-40FF-B7D0-8A4E506C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87D14FB-E6F7-4590-BE8B-20624399BC24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DB85BA80-11E7-4F5D-9DF3-316A51FCC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87AF5-116B-4C68-8AAA-060E48E855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11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C635DB4E-BB73-44BE-AFEF-6DA7F5230B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C0667F0C-8EBE-4512-9643-0622FE9A2A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77F58C9C-04B8-4531-967E-90A893103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F7FDF83-6FA1-4D3A-B37B-0B9D346FAA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BF6CF9DB-F749-4C33-BA42-7C9E64C744C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BF6CF9DB-F749-4C33-BA42-7C9E64C74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49AC9F-16DA-4759-9F88-6349B01582EC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D524ABC1-70BF-4960-A4F8-27F93212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A9F6007-AE60-485C-B87D-D8DD9C120F7F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7DBC0A00-5FE7-482E-BDF8-16CB41AAA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C04A7-6F5F-4DA2-9FF7-93F39E0A7C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6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761BB8F1-4547-4EDA-9151-2437FC96D30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D1A9FF4-C5E6-4C0B-9DB7-D3B9557135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B6BE371D-7255-48E7-B94C-76FB915B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3C3A01D-F535-4765-92A6-E5A2E21737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EFC82542-29AF-4C7B-A8D8-204A0DCD154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EFC82542-29AF-4C7B-A8D8-204A0DCD15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143A7-1947-4725-9ED9-623A574DD2A3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5215B7DA-09B7-46A6-9C5F-974AEBCD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AE31632-F1D4-43FD-A2A7-94267D7AE8D4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1B493889-39F3-4A39-9D18-11853E3C0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6B1F9-999C-4DB0-9B88-EF31235CF0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82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72A09360-D2B4-4CE9-9C56-B7AA0350ECB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9E006647-254F-4E4E-B147-E9C76D9CA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04DF96AA-DB03-409D-91AA-02893057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C46EAAD-2CA8-42FF-822F-3E36BE88D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A8D57A5-DE3C-4BFA-B032-FE6BC2B1551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2A8D57A5-DE3C-4BFA-B032-FE6BC2B15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7BEF40-D792-4586-B571-49427F6B1BCA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45310B14-0095-4278-9455-F3128FDD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5929F5-6BEE-4EF4-9091-8557251A02F8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B8C948DA-C9B3-49D7-8C0A-68FA3F092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35477-65EE-47A2-A6EA-FF4E252DD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2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549CFCAD-AFC7-421E-BB74-87506569FC8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DA4B1660-C770-4D15-A379-B46363B531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90E30089-98C6-4B2F-8217-1AEB75764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7BC770B-790A-4452-BB65-74F41BD635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A407DB98-D1AE-42E5-8597-A9C51D2A8672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A407DB98-D1AE-42E5-8597-A9C51D2A8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48457-2658-4319-BDF4-0AA6197E13E7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81000"/>
            <a:ext cx="22288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5341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7FA91B80-6BBA-4C13-86E8-385481FE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2654F30-599F-44C4-86E4-BCA6E7E4E675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8C0E10E2-73EC-42F4-BC31-F63AC8FB3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6D95B-9E7C-4D5C-9486-870879C28D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608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4672A47-A9F6-4FF8-AB20-52F33CC89B7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F308C5A2-B0F3-46C2-AB04-E7FCAAE00CD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1A2A01C-5DE8-40E5-AF70-EE667F91C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73BBC-EC3E-4B5D-86A7-B65092D712D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19">
            <a:extLst>
              <a:ext uri="{FF2B5EF4-FFF2-40B4-BE49-F238E27FC236}">
                <a16:creationId xmlns:a16="http://schemas.microsoft.com/office/drawing/2014/main" id="{7D72B009-B8F9-4F87-873D-068A595857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81000" y="2286000"/>
            <a:ext cx="56388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600200"/>
            <a:ext cx="5638800" cy="68262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6B774161-795D-4F90-88C2-80C8212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C0B0872-5493-4D0C-8EBA-7904ACC83DC3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7F4E5FB7-40C6-42D5-86BD-863A23C2AC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2B527-47C5-4117-9AD6-0F89868921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949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00BEFD3-40BE-4409-A333-C17F3DF6CF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191BD9ED-0C6B-47F0-A7EA-4E3BAB5C85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AC22392-E1EA-4757-A6AA-9BD976149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828B69-55C0-4431-8DCC-9D5162CFC355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73">
            <a:extLst>
              <a:ext uri="{FF2B5EF4-FFF2-40B4-BE49-F238E27FC236}">
                <a16:creationId xmlns:a16="http://schemas.microsoft.com/office/drawing/2014/main" id="{4998E4BB-9ABB-40DB-9905-A1080719EC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</a:t>
            </a:r>
          </a:p>
        </p:txBody>
      </p:sp>
      <p:pic>
        <p:nvPicPr>
          <p:cNvPr id="10" name="Picture 20">
            <a:extLst>
              <a:ext uri="{FF2B5EF4-FFF2-40B4-BE49-F238E27FC236}">
                <a16:creationId xmlns:a16="http://schemas.microsoft.com/office/drawing/2014/main" id="{86A1D120-5F00-4D10-BCD8-5AA96DA08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23848"/>
            <a:ext cx="7467600" cy="4873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3D786CE8-4987-47AF-A935-ED0EC1DB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7F04667-7EFF-4BFB-852A-325ECB45E84A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C34F5197-FA7B-401D-998D-9F4EB2559F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1F6A-B70A-4B7B-9BF0-9ED2B394EF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670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A113F7A-9B58-44CB-B04F-F54BA4DF9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74C7380B-3D1F-445F-818F-07A07960F80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B25B1F-974D-487F-9B6E-001E595658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B97FBAF5-37D3-4E3D-9522-834859874D3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42863" y="6350"/>
          <a:ext cx="10128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0" imgH="0" progId="Paint.Picture">
                  <p:embed/>
                </p:oleObj>
              </mc:Choice>
              <mc:Fallback>
                <p:oleObj name="Bitmap Image" r:id="rId2" imgW="0" imgH="0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B97FBAF5-37D3-4E3D-9522-834859874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" y="6350"/>
                        <a:ext cx="10128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AE6CC1-3786-44C6-82E7-595E7D9E305F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" name="Group 12">
            <a:extLst>
              <a:ext uri="{FF2B5EF4-FFF2-40B4-BE49-F238E27FC236}">
                <a16:creationId xmlns:a16="http://schemas.microsoft.com/office/drawing/2014/main" id="{1C727901-C6E7-4D7E-9D3E-4D7A0C5898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6363" y="1319213"/>
            <a:ext cx="1390650" cy="4878387"/>
            <a:chOff x="106363" y="0"/>
            <a:chExt cx="1620837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EA280E-BA1F-453C-ABEB-E5B29EC63A20}"/>
                </a:ext>
              </a:extLst>
            </p:cNvPr>
            <p:cNvSpPr/>
            <p:nvPr/>
          </p:nvSpPr>
          <p:spPr bwMode="auto">
            <a:xfrm>
              <a:off x="380203" y="0"/>
              <a:ext cx="610589" cy="6858000"/>
            </a:xfrm>
            <a:prstGeom prst="rect">
              <a:avLst/>
            </a:prstGeom>
            <a:solidFill>
              <a:schemeClr val="accent1">
                <a:tint val="60000"/>
                <a:alpha val="54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72DD33-D7BD-45BA-AFF6-5D363029BF23}"/>
                </a:ext>
              </a:extLst>
            </p:cNvPr>
            <p:cNvSpPr/>
            <p:nvPr/>
          </p:nvSpPr>
          <p:spPr bwMode="auto">
            <a:xfrm>
              <a:off x="276588" y="0"/>
              <a:ext cx="103615" cy="6858000"/>
            </a:xfrm>
            <a:prstGeom prst="rect">
              <a:avLst/>
            </a:prstGeom>
            <a:solidFill>
              <a:schemeClr val="accent1">
                <a:tint val="40000"/>
                <a:alpha val="36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26A68E-B202-4A26-B5D8-463183C5D934}"/>
                </a:ext>
              </a:extLst>
            </p:cNvPr>
            <p:cNvSpPr/>
            <p:nvPr/>
          </p:nvSpPr>
          <p:spPr bwMode="auto">
            <a:xfrm>
              <a:off x="990792" y="0"/>
              <a:ext cx="183176" cy="6858000"/>
            </a:xfrm>
            <a:prstGeom prst="rect">
              <a:avLst/>
            </a:prstGeom>
            <a:solidFill>
              <a:schemeClr val="accent1">
                <a:tint val="40000"/>
                <a:alpha val="70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85803-9DC1-4344-8EE7-1A0B87066BA6}"/>
                </a:ext>
              </a:extLst>
            </p:cNvPr>
            <p:cNvSpPr/>
            <p:nvPr/>
          </p:nvSpPr>
          <p:spPr bwMode="auto">
            <a:xfrm>
              <a:off x="1140664" y="0"/>
              <a:ext cx="231284" cy="6858000"/>
            </a:xfrm>
            <a:prstGeom prst="rect">
              <a:avLst/>
            </a:prstGeom>
            <a:solidFill>
              <a:schemeClr val="accent1">
                <a:tint val="20000"/>
                <a:alpha val="7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F5F6B728-FD3F-45CC-BB0E-6964BF06E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63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  <a:alpha val="7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A697641D-8BEF-47B7-B3FD-660AFF2D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931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20000"/>
                  <a:alpha val="8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C18606EB-FEEF-42DE-9F8C-FE318E616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872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19ECE925-689B-4BF8-A88A-D57D8904C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7200" y="0"/>
              <a:ext cx="0" cy="6858000"/>
            </a:xfrm>
            <a:prstGeom prst="line">
              <a:avLst/>
            </a:prstGeom>
            <a:noFill/>
            <a:ln w="28575" cap="flat" cmpd="sng" algn="ctr">
              <a:solidFill>
                <a:schemeClr val="accent1">
                  <a:tint val="60000"/>
                  <a:alpha val="82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5153FDC3-EEAE-47A2-B31E-AB3183986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653" y="0"/>
              <a:ext cx="0" cy="685800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C4BDF2-C14D-4A7C-8E24-5D3C9AB0D8EB}"/>
                </a:ext>
              </a:extLst>
            </p:cNvPr>
            <p:cNvSpPr/>
            <p:nvPr/>
          </p:nvSpPr>
          <p:spPr bwMode="auto">
            <a:xfrm>
              <a:off x="1218375" y="0"/>
              <a:ext cx="77711" cy="6858000"/>
            </a:xfrm>
            <a:prstGeom prst="rect">
              <a:avLst/>
            </a:prstGeom>
            <a:solidFill>
              <a:schemeClr val="accent1">
                <a:tint val="60000"/>
                <a:alpha val="5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21" name="Rectangle 73">
            <a:extLst>
              <a:ext uri="{FF2B5EF4-FFF2-40B4-BE49-F238E27FC236}">
                <a16:creationId xmlns:a16="http://schemas.microsoft.com/office/drawing/2014/main" id="{7B4378D7-4A96-4BBA-A96A-5C147E25FB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EDUCATION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A8635EE-0761-49CD-8C28-BCFE5BDC4B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829175" y="365125"/>
            <a:ext cx="4175125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No.1 Vo Van Ngan Street, Thu Duc Dist., HCMC, VN</a:t>
            </a:r>
          </a:p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Tel: +84 8 37221223,  Fax: +84 8 38960640</a:t>
            </a:r>
            <a:r>
              <a:rPr lang="en-GB" altLang="en-US" sz="1200" b="1">
                <a:solidFill>
                  <a:srgbClr val="1764A8"/>
                </a:solidFill>
              </a:rPr>
              <a:t> </a:t>
            </a:r>
            <a:endParaRPr lang="de-DE" altLang="en-US" sz="1200" b="1">
              <a:solidFill>
                <a:srgbClr val="1764A8"/>
              </a:solidFill>
            </a:endParaRPr>
          </a:p>
        </p:txBody>
      </p:sp>
      <p:pic>
        <p:nvPicPr>
          <p:cNvPr id="23" name="Picture 33">
            <a:extLst>
              <a:ext uri="{FF2B5EF4-FFF2-40B4-BE49-F238E27FC236}">
                <a16:creationId xmlns:a16="http://schemas.microsoft.com/office/drawing/2014/main" id="{6EF2B438-C297-4E25-9BEB-ED11839E6C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33338"/>
            <a:ext cx="42878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699" y="4406900"/>
            <a:ext cx="64500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4699" y="2906713"/>
            <a:ext cx="645001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id="{CC8A3B59-C265-4BDA-BBAE-452A5E88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1C696B7-5532-4607-B92E-4013F1406FE6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25" name="Slide Number Placeholder 7">
            <a:extLst>
              <a:ext uri="{FF2B5EF4-FFF2-40B4-BE49-F238E27FC236}">
                <a16:creationId xmlns:a16="http://schemas.microsoft.com/office/drawing/2014/main" id="{A7964FC1-F0A9-48BC-9577-299F03FEB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24591-B3C5-4E56-AA94-3ADCE4735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334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EB6BAC19-7972-45EC-B2C5-E527E01B3C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E1E05DF-77F3-4041-89BF-10B88F38BC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C0C78B5A-3CB5-4B12-BD91-6FC063D5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60EF5BF-D44B-4FFF-82D0-7FCD299C2A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CD3EA4BC-0D8C-430D-BA8F-6F155DC20AFC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CD3EA4BC-0D8C-430D-BA8F-6F155DC20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ACEB9F-87A7-4541-9B3D-7E49E6019C40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BEEB2703-3EA8-4CFE-9715-62DB3201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0E9095-94A5-421D-B64D-C96C8421FBEE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6BAF0758-2BE6-4482-99C1-3D60683E9A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43FAA-CA57-4823-8118-5AB04131F8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859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3">
            <a:extLst>
              <a:ext uri="{FF2B5EF4-FFF2-40B4-BE49-F238E27FC236}">
                <a16:creationId xmlns:a16="http://schemas.microsoft.com/office/drawing/2014/main" id="{7F70F138-9F6E-43F2-831C-FA56C263B54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8" name="Line 64">
            <a:extLst>
              <a:ext uri="{FF2B5EF4-FFF2-40B4-BE49-F238E27FC236}">
                <a16:creationId xmlns:a16="http://schemas.microsoft.com/office/drawing/2014/main" id="{872CE457-ED25-47D7-A1BF-E66DA5495BF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Rectangle 73">
            <a:extLst>
              <a:ext uri="{FF2B5EF4-FFF2-40B4-BE49-F238E27FC236}">
                <a16:creationId xmlns:a16="http://schemas.microsoft.com/office/drawing/2014/main" id="{0FC7AC03-2035-436C-9AAD-4CDDADA2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B80C6BC-2465-4233-9C30-4FF9B3ADCE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7A6CFCE2-7DFB-4094-AF72-8F18BFB398B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7A6CFCE2-7DFB-4094-AF72-8F18BFB39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1EF8BE-CB24-41FB-9D86-4BF1D16D5D9E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ECCBFD39-D231-4C62-9FE6-DBBBEF3B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F9C1C50-2790-4E0B-B9AF-A941D776B8A7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98CC8A51-9C10-41B2-B898-45C2E512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FC53D-CF1E-4AF2-912B-9FC965B5FA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576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3">
            <a:extLst>
              <a:ext uri="{FF2B5EF4-FFF2-40B4-BE49-F238E27FC236}">
                <a16:creationId xmlns:a16="http://schemas.microsoft.com/office/drawing/2014/main" id="{9B2964AC-6BDA-4EDD-BD9F-9DB92DBD326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Line 64">
            <a:extLst>
              <a:ext uri="{FF2B5EF4-FFF2-40B4-BE49-F238E27FC236}">
                <a16:creationId xmlns:a16="http://schemas.microsoft.com/office/drawing/2014/main" id="{6500B714-8561-467F-9C8B-B3F424A22A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Rectangle 73">
            <a:extLst>
              <a:ext uri="{FF2B5EF4-FFF2-40B4-BE49-F238E27FC236}">
                <a16:creationId xmlns:a16="http://schemas.microsoft.com/office/drawing/2014/main" id="{40F0ED2F-6570-4920-8D70-A71CABBBC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653117D-F5A0-4E94-9CE5-7254EDEA32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30CF8B73-F60C-43F5-A4C3-119A2D1DD3D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30CF8B73-F60C-43F5-A4C3-119A2D1DD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E1677D-5682-47E2-83A7-4549B2A0CE2D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A0D940D-A163-4401-BD06-103BA94C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9E3B73D-033D-4F25-B2AD-3FD1177096BC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235D62B7-588C-480D-B025-EA4C624F6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8F8CC-A433-40C9-ACB7-0C4F36F23D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318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3">
            <a:extLst>
              <a:ext uri="{FF2B5EF4-FFF2-40B4-BE49-F238E27FC236}">
                <a16:creationId xmlns:a16="http://schemas.microsoft.com/office/drawing/2014/main" id="{1C21504A-C848-41D9-BD65-ADA32271651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Line 64">
            <a:extLst>
              <a:ext uri="{FF2B5EF4-FFF2-40B4-BE49-F238E27FC236}">
                <a16:creationId xmlns:a16="http://schemas.microsoft.com/office/drawing/2014/main" id="{E1125274-A8CA-45BF-9F20-C3A73C34015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E683EF23-24EF-4AC7-9918-F0508D93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950AE5-0EE3-4C0A-8362-8E64B1ACBD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E505E06-D4C8-4E14-9A58-1FCADB48C23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0E505E06-D4C8-4E14-9A58-1FCADB48C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C5911C-1519-430E-BDC7-CBB59F912D42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909163F-6A9E-40FF-B7D0-8A4E506C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87D14FB-E6F7-4590-BE8B-20624399BC24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DB85BA80-11E7-4F5D-9DF3-316A51FCC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87AF5-116B-4C68-8AAA-060E48E855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880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C635DB4E-BB73-44BE-AFEF-6DA7F5230B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C0667F0C-8EBE-4512-9643-0622FE9A2A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77F58C9C-04B8-4531-967E-90A893103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F7FDF83-6FA1-4D3A-B37B-0B9D346FAA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BF6CF9DB-F749-4C33-BA42-7C9E64C744C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BF6CF9DB-F749-4C33-BA42-7C9E64C74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49AC9F-16DA-4759-9F88-6349B01582EC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D524ABC1-70BF-4960-A4F8-27F93212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A9F6007-AE60-485C-B87D-D8DD9C120F7F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7DBC0A00-5FE7-482E-BDF8-16CB41AAA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C04A7-6F5F-4DA2-9FF7-93F39E0A7C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979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761BB8F1-4547-4EDA-9151-2437FC96D30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D1A9FF4-C5E6-4C0B-9DB7-D3B9557135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B6BE371D-7255-48E7-B94C-76FB915B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3C3A01D-F535-4765-92A6-E5A2E21737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EFC82542-29AF-4C7B-A8D8-204A0DCD154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EFC82542-29AF-4C7B-A8D8-204A0DCD15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143A7-1947-4725-9ED9-623A574DD2A3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5215B7DA-09B7-46A6-9C5F-974AEBCD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AE31632-F1D4-43FD-A2A7-94267D7AE8D4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1B493889-39F3-4A39-9D18-11853E3C0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6B1F9-999C-4DB0-9B88-EF31235CF0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0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72A09360-D2B4-4CE9-9C56-B7AA0350ECB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9E006647-254F-4E4E-B147-E9C76D9CA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04DF96AA-DB03-409D-91AA-02893057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C46EAAD-2CA8-42FF-822F-3E36BE88D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A8D57A5-DE3C-4BFA-B032-FE6BC2B1551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2A8D57A5-DE3C-4BFA-B032-FE6BC2B15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7BEF40-D792-4586-B571-49427F6B1BCA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45310B14-0095-4278-9455-F3128FDD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5929F5-6BEE-4EF4-9091-8557251A02F8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B8C948DA-C9B3-49D7-8C0A-68FA3F092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35477-65EE-47A2-A6EA-FF4E252DD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9136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549CFCAD-AFC7-421E-BB74-87506569FC8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DA4B1660-C770-4D15-A379-B46363B531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90E30089-98C6-4B2F-8217-1AEB75764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7BC770B-790A-4452-BB65-74F41BD635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A407DB98-D1AE-42E5-8597-A9C51D2A8672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A407DB98-D1AE-42E5-8597-A9C51D2A8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48457-2658-4319-BDF4-0AA6197E13E7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81000"/>
            <a:ext cx="22288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5341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7FA91B80-6BBA-4C13-86E8-385481FE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2654F30-599F-44C4-86E4-BCA6E7E4E675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8C0E10E2-73EC-42F4-BC31-F63AC8FB3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6D95B-9E7C-4D5C-9486-870879C28D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67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77FDBAE-022D-424A-ACD7-D925D4703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86813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Textmasterformate durch Klicken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C0C4598-5E08-4272-B03D-6F8F86000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447800" y="381000"/>
            <a:ext cx="7467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Titelmasterformat durch Klicken bearbeiten</a:t>
            </a:r>
          </a:p>
        </p:txBody>
      </p:sp>
      <p:sp>
        <p:nvSpPr>
          <p:cNvPr id="1028" name="Line 63">
            <a:extLst>
              <a:ext uri="{FF2B5EF4-FFF2-40B4-BE49-F238E27FC236}">
                <a16:creationId xmlns:a16="http://schemas.microsoft.com/office/drawing/2014/main" id="{38B99CCD-9858-400C-8A5E-07BC0B8994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9" name="Line 64">
            <a:extLst>
              <a:ext uri="{FF2B5EF4-FFF2-40B4-BE49-F238E27FC236}">
                <a16:creationId xmlns:a16="http://schemas.microsoft.com/office/drawing/2014/main" id="{92992FA9-9DB8-4C83-B9A9-EC1EBF8636D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32330740-D5AE-4275-A25D-6A2366B3FE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B595DF-D935-48CD-9328-19FBBDA5F82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98048-E2CE-4D3F-8EC5-2C5D494C8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1257" y="638016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600" b="1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A7FDDEE-B681-4A3D-8DFA-EF0829DA5615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61B386-5A43-4FC5-BB54-51D009BBC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70700" y="63579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1CD6514-C886-466C-96B6-716433E6F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4" name="Picture 4" descr="TOA NHA TRUNG TAM DHSPKT">
            <a:extLst>
              <a:ext uri="{FF2B5EF4-FFF2-40B4-BE49-F238E27FC236}">
                <a16:creationId xmlns:a16="http://schemas.microsoft.com/office/drawing/2014/main" id="{4A0B7605-123A-44A5-BB02-6CA29FB53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306321"/>
            <a:ext cx="1211217" cy="550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73">
            <a:extLst>
              <a:ext uri="{FF2B5EF4-FFF2-40B4-BE49-F238E27FC236}">
                <a16:creationId xmlns:a16="http://schemas.microsoft.com/office/drawing/2014/main" id="{FB619317-6967-48D4-995D-7560C82AD1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 </a:t>
            </a:r>
          </a:p>
        </p:txBody>
      </p:sp>
      <p:pic>
        <p:nvPicPr>
          <p:cNvPr id="1036" name="Picture 15">
            <a:extLst>
              <a:ext uri="{FF2B5EF4-FFF2-40B4-BE49-F238E27FC236}">
                <a16:creationId xmlns:a16="http://schemas.microsoft.com/office/drawing/2014/main" id="{C6E7CF43-EB6A-4CAA-9F40-5AF18FE9515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0FB194-9E0F-22F1-42EE-6836BD2C8D66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0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ü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77FDBAE-022D-424A-ACD7-D925D4703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86813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Textmasterformate durch Klicken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C0C4598-5E08-4272-B03D-6F8F86000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447800" y="381000"/>
            <a:ext cx="7467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Titelmasterformat durch Klicken bearbeiten</a:t>
            </a:r>
          </a:p>
        </p:txBody>
      </p:sp>
      <p:sp>
        <p:nvSpPr>
          <p:cNvPr id="1028" name="Line 63">
            <a:extLst>
              <a:ext uri="{FF2B5EF4-FFF2-40B4-BE49-F238E27FC236}">
                <a16:creationId xmlns:a16="http://schemas.microsoft.com/office/drawing/2014/main" id="{38B99CCD-9858-400C-8A5E-07BC0B8994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9" name="Line 64">
            <a:extLst>
              <a:ext uri="{FF2B5EF4-FFF2-40B4-BE49-F238E27FC236}">
                <a16:creationId xmlns:a16="http://schemas.microsoft.com/office/drawing/2014/main" id="{92992FA9-9DB8-4C83-B9A9-EC1EBF8636D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32330740-D5AE-4275-A25D-6A2366B3FE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B595DF-D935-48CD-9328-19FBBDA5F82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98048-E2CE-4D3F-8EC5-2C5D494C8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8600" y="64161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600" b="1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A7FDDEE-B681-4A3D-8DFA-EF0829DA5615}" type="datetime1">
              <a:rPr lang="en-US"/>
              <a:pPr>
                <a:defRPr/>
              </a:pPr>
              <a:t>3/5/2024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61B386-5A43-4FC5-BB54-51D009BBC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70700" y="63579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1CD6514-C886-466C-96B6-716433E6F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4" name="Picture 4" descr="TOA NHA TRUNG TAM DHSPKT">
            <a:extLst>
              <a:ext uri="{FF2B5EF4-FFF2-40B4-BE49-F238E27FC236}">
                <a16:creationId xmlns:a16="http://schemas.microsoft.com/office/drawing/2014/main" id="{4A0B7605-123A-44A5-BB02-6CA29FB53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780" y="6247720"/>
            <a:ext cx="1397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73">
            <a:extLst>
              <a:ext uri="{FF2B5EF4-FFF2-40B4-BE49-F238E27FC236}">
                <a16:creationId xmlns:a16="http://schemas.microsoft.com/office/drawing/2014/main" id="{FB619317-6967-48D4-995D-7560C82AD1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 </a:t>
            </a:r>
          </a:p>
        </p:txBody>
      </p:sp>
      <p:pic>
        <p:nvPicPr>
          <p:cNvPr id="1036" name="Picture 15">
            <a:extLst>
              <a:ext uri="{FF2B5EF4-FFF2-40B4-BE49-F238E27FC236}">
                <a16:creationId xmlns:a16="http://schemas.microsoft.com/office/drawing/2014/main" id="{C6E7CF43-EB6A-4CAA-9F40-5AF18FE9515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7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ü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DF8CB9-67A0-49CE-854D-3A627CA7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365125"/>
            <a:ext cx="4175125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No.1 Vo Van Ngan Street, Thu Duc Dist., HCMC, VN</a:t>
            </a:r>
          </a:p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Tel: +84 8 37221223,  Fax: +84 8 38960640</a:t>
            </a:r>
            <a:r>
              <a:rPr lang="en-GB" altLang="en-US" sz="1200" b="1">
                <a:solidFill>
                  <a:srgbClr val="1764A8"/>
                </a:solidFill>
              </a:rPr>
              <a:t> </a:t>
            </a:r>
            <a:endParaRPr lang="de-DE" altLang="en-US" sz="1200" b="1">
              <a:solidFill>
                <a:srgbClr val="1764A8"/>
              </a:solidFill>
            </a:endParaRPr>
          </a:p>
        </p:txBody>
      </p:sp>
      <p:pic>
        <p:nvPicPr>
          <p:cNvPr id="8" name="Picture 33">
            <a:extLst>
              <a:ext uri="{FF2B5EF4-FFF2-40B4-BE49-F238E27FC236}">
                <a16:creationId xmlns:a16="http://schemas.microsoft.com/office/drawing/2014/main" id="{80185FA7-7E9D-4126-BC1B-C387D0D05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42878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73">
            <a:extLst>
              <a:ext uri="{FF2B5EF4-FFF2-40B4-BE49-F238E27FC236}">
                <a16:creationId xmlns:a16="http://schemas.microsoft.com/office/drawing/2014/main" id="{A16D4F23-5CCA-4F5A-9BAB-43633EBD9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066800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 dirty="0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EDUCATION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3790325-B58E-4728-B24E-554BE1BF63C8}"/>
              </a:ext>
            </a:extLst>
          </p:cNvPr>
          <p:cNvSpPr txBox="1">
            <a:spLocks/>
          </p:cNvSpPr>
          <p:nvPr/>
        </p:nvSpPr>
        <p:spPr bwMode="auto">
          <a:xfrm>
            <a:off x="2158206" y="4805362"/>
            <a:ext cx="5638800" cy="685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None/>
              <a:defRPr sz="1600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defRPr/>
            </a:pPr>
            <a:r>
              <a:rPr lang="en-US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 </a:t>
            </a:r>
            <a:r>
              <a:rPr lang="en-US" altLang="en-US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Mcs</a:t>
            </a:r>
            <a:r>
              <a:rPr lang="en-US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Nguyễn Văn Thành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353FA91-F528-4ED2-A28C-F09225294E2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81000" y="1847851"/>
            <a:ext cx="8382000" cy="2957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altLang="en-US" sz="36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(DAWH430784)</a:t>
            </a:r>
          </a:p>
          <a:p>
            <a:pPr algn="ctr"/>
            <a:r>
              <a:rPr lang="en-US" altLang="en-US" sz="4800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br>
              <a:rPr lang="en-US" altLang="en-US" sz="4800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800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 MODELING</a:t>
            </a:r>
            <a:endParaRPr lang="en-US" altLang="en-US" sz="3600" b="1" kern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BCD9DC4-066E-0492-0471-02E4E720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357938"/>
            <a:ext cx="2133600" cy="365125"/>
          </a:xfrm>
        </p:spPr>
        <p:txBody>
          <a:bodyPr/>
          <a:lstStyle/>
          <a:p>
            <a:pPr algn="ctr">
              <a:defRPr/>
            </a:pPr>
            <a:fld id="{47F04667-7EFF-4BFB-852A-325ECB45E84A}" type="datetime1">
              <a:rPr lang="en-US" smtClean="0"/>
              <a:pPr algn="ctr">
                <a:defRPr/>
              </a:pPr>
              <a:t>3/5/2024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153400" cy="441960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Dimensional Modeling Concepts 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Dimensional Modeling Process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Types of Fact Tables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Types of Facts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Slowly Changing Dimensions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32573" y="232239"/>
            <a:ext cx="6239827" cy="68216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Dimensional Modeling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Dimensions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Facts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Dimensional Model or Star Schema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Conformed Dimensions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Data Warehouse Bus Matrix</a:t>
            </a:r>
            <a:endParaRPr lang="en-US" sz="2800" dirty="0"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8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/>
              <a:t>Dimensions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Set of </a:t>
            </a:r>
            <a:r>
              <a:rPr lang="en-US" sz="3200" dirty="0">
                <a:solidFill>
                  <a:schemeClr val="tx2"/>
                </a:solidFill>
                <a:ea typeface="+mn-lt"/>
                <a:cs typeface="+mn-lt"/>
              </a:rPr>
              <a:t>attributes</a:t>
            </a:r>
            <a:r>
              <a:rPr lang="en-US" sz="3200" dirty="0">
                <a:ea typeface="+mn-lt"/>
                <a:cs typeface="+mn-lt"/>
              </a:rPr>
              <a:t> (columns) related to a </a:t>
            </a:r>
            <a:r>
              <a:rPr lang="en-US" sz="3200" dirty="0">
                <a:solidFill>
                  <a:schemeClr val="tx2"/>
                </a:solidFill>
                <a:ea typeface="+mn-lt"/>
                <a:cs typeface="+mn-lt"/>
              </a:rPr>
              <a:t>subject/object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ea typeface="+mn-lt"/>
                <a:cs typeface="+mn-lt"/>
              </a:rPr>
              <a:t>Who, what, when, where, why, how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ea typeface="+mn-lt"/>
                <a:cs typeface="+mn-lt"/>
              </a:rPr>
              <a:t>Ex: Product, Customer, Date, Vendor, …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Each </a:t>
            </a:r>
            <a:r>
              <a:rPr lang="en-US" sz="3200" dirty="0">
                <a:solidFill>
                  <a:schemeClr val="tx2"/>
                </a:solidFill>
                <a:ea typeface="+mn-lt"/>
                <a:cs typeface="+mn-lt"/>
              </a:rPr>
              <a:t>dimension row </a:t>
            </a:r>
            <a:r>
              <a:rPr lang="en-US" sz="3200" dirty="0">
                <a:ea typeface="+mn-lt"/>
                <a:cs typeface="+mn-lt"/>
              </a:rPr>
              <a:t>is a </a:t>
            </a:r>
            <a:r>
              <a:rPr lang="en-US" sz="3200" dirty="0">
                <a:solidFill>
                  <a:schemeClr val="tx2"/>
                </a:solidFill>
                <a:ea typeface="+mn-lt"/>
                <a:cs typeface="+mn-lt"/>
              </a:rPr>
              <a:t>unique</a:t>
            </a:r>
            <a:r>
              <a:rPr lang="en-US" sz="3200" dirty="0">
                <a:ea typeface="+mn-lt"/>
                <a:cs typeface="+mn-lt"/>
              </a:rPr>
              <a:t> occurrence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ea typeface="+mn-lt"/>
                <a:cs typeface="+mn-lt"/>
              </a:rPr>
              <a:t>One row per product, customer, day, …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Dimension attributes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ea typeface="+mn-lt"/>
                <a:cs typeface="+mn-lt"/>
              </a:rPr>
              <a:t>Report </a:t>
            </a:r>
            <a:r>
              <a:rPr lang="en-US" sz="2800" i="1" dirty="0">
                <a:solidFill>
                  <a:schemeClr val="tx2"/>
                </a:solidFill>
                <a:ea typeface="+mn-lt"/>
                <a:cs typeface="+mn-lt"/>
              </a:rPr>
              <a:t>labels</a:t>
            </a:r>
            <a:r>
              <a:rPr lang="en-US" sz="2800" i="1" dirty="0">
                <a:ea typeface="+mn-lt"/>
                <a:cs typeface="+mn-lt"/>
              </a:rPr>
              <a:t> and query </a:t>
            </a:r>
            <a:r>
              <a:rPr lang="en-US" sz="2800" i="1" dirty="0">
                <a:solidFill>
                  <a:schemeClr val="tx2"/>
                </a:solidFill>
                <a:ea typeface="+mn-lt"/>
                <a:cs typeface="+mn-lt"/>
              </a:rPr>
              <a:t>constraints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ea typeface="+mn-lt"/>
                <a:cs typeface="+mn-lt"/>
              </a:rPr>
              <a:t>“</a:t>
            </a:r>
            <a:r>
              <a:rPr lang="en-US" sz="2800" i="1" dirty="0">
                <a:solidFill>
                  <a:schemeClr val="tx2"/>
                </a:solidFill>
                <a:ea typeface="+mn-lt"/>
                <a:cs typeface="+mn-lt"/>
              </a:rPr>
              <a:t>By</a:t>
            </a:r>
            <a:r>
              <a:rPr lang="en-US" sz="2800" i="1" dirty="0">
                <a:ea typeface="+mn-lt"/>
                <a:cs typeface="+mn-lt"/>
              </a:rPr>
              <a:t>” words and “</a:t>
            </a:r>
            <a:r>
              <a:rPr lang="en-US" sz="2800" i="1" dirty="0">
                <a:solidFill>
                  <a:schemeClr val="tx2"/>
                </a:solidFill>
                <a:ea typeface="+mn-lt"/>
                <a:cs typeface="+mn-lt"/>
              </a:rPr>
              <a:t>where</a:t>
            </a:r>
            <a:r>
              <a:rPr lang="en-US" sz="2800" i="1" dirty="0">
                <a:ea typeface="+mn-lt"/>
                <a:cs typeface="+mn-lt"/>
              </a:rPr>
              <a:t>” clauses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ea typeface="+mn-lt"/>
                <a:cs typeface="+mn-lt"/>
              </a:rPr>
              <a:t>Verbose </a:t>
            </a:r>
            <a:r>
              <a:rPr lang="en-US" sz="2800" i="1" dirty="0">
                <a:solidFill>
                  <a:schemeClr val="tx2"/>
                </a:solidFill>
                <a:ea typeface="+mn-lt"/>
                <a:cs typeface="+mn-lt"/>
              </a:rPr>
              <a:t>descriptive attributes</a:t>
            </a:r>
            <a:r>
              <a:rPr lang="en-US" sz="2800" i="1" dirty="0">
                <a:ea typeface="+mn-lt"/>
                <a:cs typeface="+mn-lt"/>
              </a:rPr>
              <a:t>, in addition to codes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i="1" dirty="0">
                <a:solidFill>
                  <a:schemeClr val="tx2"/>
                </a:solidFill>
                <a:ea typeface="+mn-lt"/>
                <a:cs typeface="+mn-lt"/>
              </a:rPr>
              <a:t>Hierarchical relationships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4B209-7035-CEC2-4EC2-567A243FA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7401" y="990600"/>
            <a:ext cx="158115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8582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F158C-0211-067B-AFF7-787F6D2C0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2209800"/>
            <a:ext cx="4390869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6019800" cy="4922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Result from a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business process </a:t>
            </a:r>
            <a:r>
              <a:rPr lang="en-US" dirty="0">
                <a:ea typeface="+mn-lt"/>
                <a:cs typeface="+mn-lt"/>
              </a:rPr>
              <a:t>or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business event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i="1" dirty="0">
                <a:ea typeface="+mn-lt"/>
                <a:cs typeface="+mn-lt"/>
              </a:rPr>
              <a:t>Facts are usually </a:t>
            </a:r>
            <a:r>
              <a:rPr lang="en-US" sz="2600" i="1" dirty="0">
                <a:solidFill>
                  <a:schemeClr val="accent1"/>
                </a:solidFill>
                <a:ea typeface="+mn-lt"/>
                <a:cs typeface="+mn-lt"/>
              </a:rPr>
              <a:t>numeric</a:t>
            </a:r>
            <a:r>
              <a:rPr lang="en-US" sz="2600" i="1" dirty="0">
                <a:ea typeface="+mn-lt"/>
                <a:cs typeface="+mn-lt"/>
              </a:rPr>
              <a:t> and </a:t>
            </a:r>
            <a:r>
              <a:rPr lang="en-US" sz="2600" i="1" dirty="0">
                <a:solidFill>
                  <a:schemeClr val="accent1"/>
                </a:solidFill>
                <a:ea typeface="+mn-lt"/>
                <a:cs typeface="+mn-lt"/>
              </a:rPr>
              <a:t>additive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Granularity/grain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600" i="1" dirty="0">
                <a:ea typeface="+mn-lt"/>
                <a:cs typeface="+mn-lt"/>
              </a:rPr>
              <a:t>Identifies the fact </a:t>
            </a:r>
            <a:r>
              <a:rPr lang="en-US" sz="2600" i="1" dirty="0">
                <a:solidFill>
                  <a:schemeClr val="accent1"/>
                </a:solidFill>
                <a:ea typeface="+mn-lt"/>
                <a:cs typeface="+mn-lt"/>
              </a:rPr>
              <a:t>level of detail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600" i="1" dirty="0">
                <a:ea typeface="+mn-lt"/>
                <a:cs typeface="+mn-lt"/>
              </a:rPr>
              <a:t>One row </a:t>
            </a:r>
            <a:r>
              <a:rPr lang="en-US" sz="2600" i="1" dirty="0">
                <a:solidFill>
                  <a:schemeClr val="accent1"/>
                </a:solidFill>
                <a:ea typeface="+mn-lt"/>
                <a:cs typeface="+mn-lt"/>
              </a:rPr>
              <a:t>per sale</a:t>
            </a:r>
            <a:r>
              <a:rPr lang="en-US" sz="2600" i="1" dirty="0">
                <a:ea typeface="+mn-lt"/>
                <a:cs typeface="+mn-lt"/>
              </a:rPr>
              <a:t>, one row </a:t>
            </a:r>
            <a:r>
              <a:rPr lang="en-US" sz="2600" i="1" dirty="0">
                <a:solidFill>
                  <a:schemeClr val="accent1"/>
                </a:solidFill>
                <a:ea typeface="+mn-lt"/>
                <a:cs typeface="+mn-lt"/>
              </a:rPr>
              <a:t>per service call</a:t>
            </a:r>
            <a:r>
              <a:rPr lang="en-US" sz="2600" i="1" dirty="0">
                <a:ea typeface="+mn-lt"/>
                <a:cs typeface="+mn-lt"/>
              </a:rPr>
              <a:t>, one row </a:t>
            </a:r>
            <a:r>
              <a:rPr lang="en-US" sz="2600" i="1" dirty="0">
                <a:solidFill>
                  <a:schemeClr val="accent1"/>
                </a:solidFill>
                <a:ea typeface="+mn-lt"/>
                <a:cs typeface="+mn-lt"/>
              </a:rPr>
              <a:t>per claim</a:t>
            </a:r>
            <a:r>
              <a:rPr lang="en-US" sz="2600" i="1" dirty="0">
                <a:ea typeface="+mn-lt"/>
                <a:cs typeface="+mn-lt"/>
              </a:rPr>
              <a:t>, …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600" i="1" dirty="0">
                <a:ea typeface="+mn-lt"/>
                <a:cs typeface="+mn-lt"/>
              </a:rPr>
              <a:t>Atomic grain is most flexible</a:t>
            </a:r>
            <a:r>
              <a:rPr lang="en-US" sz="260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882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Star Schema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870700" y="6281738"/>
            <a:ext cx="2133600" cy="365125"/>
          </a:xfrm>
        </p:spPr>
        <p:txBody>
          <a:bodyPr/>
          <a:lstStyle/>
          <a:p>
            <a:fld id="{01F14276-F304-40FB-9581-40E463E3B6A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1447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Fact table </a:t>
            </a:r>
            <a:r>
              <a:rPr lang="en-US" dirty="0">
                <a:ea typeface="+mn-lt"/>
                <a:cs typeface="+mn-lt"/>
              </a:rPr>
              <a:t>per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business process/event</a:t>
            </a:r>
            <a:r>
              <a:rPr lang="en-US" dirty="0">
                <a:ea typeface="+mn-lt"/>
                <a:cs typeface="+mn-lt"/>
              </a:rPr>
              <a:t>, plus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relevant dimensions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C7F387A-FCBE-B354-89C4-BDFA58DD9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37846" y="1828800"/>
            <a:ext cx="5884927" cy="361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DCCC05-276F-0D71-75AF-4688AAB3D7D6}"/>
              </a:ext>
            </a:extLst>
          </p:cNvPr>
          <p:cNvSpPr txBox="1">
            <a:spLocks/>
          </p:cNvSpPr>
          <p:nvPr/>
        </p:nvSpPr>
        <p:spPr bwMode="auto">
          <a:xfrm>
            <a:off x="76200" y="2895599"/>
            <a:ext cx="3810000" cy="2895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Benefits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300" i="1" kern="0" dirty="0">
                <a:ea typeface="+mn-lt"/>
                <a:cs typeface="+mn-lt"/>
              </a:rPr>
              <a:t>Easier to </a:t>
            </a:r>
            <a:r>
              <a:rPr lang="en-US" sz="2300" i="1" kern="0" dirty="0">
                <a:solidFill>
                  <a:schemeClr val="accent1"/>
                </a:solidFill>
                <a:ea typeface="+mn-lt"/>
                <a:cs typeface="+mn-lt"/>
              </a:rPr>
              <a:t>understand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300" i="1" kern="0" dirty="0">
                <a:ea typeface="+mn-lt"/>
                <a:cs typeface="+mn-lt"/>
              </a:rPr>
              <a:t>Better </a:t>
            </a:r>
            <a:r>
              <a:rPr lang="en-US" sz="2300" i="1" kern="0" dirty="0">
                <a:solidFill>
                  <a:schemeClr val="accent1"/>
                </a:solidFill>
                <a:ea typeface="+mn-lt"/>
                <a:cs typeface="+mn-lt"/>
              </a:rPr>
              <a:t>performance</a:t>
            </a:r>
            <a:r>
              <a:rPr lang="en-US" sz="2300" i="1" kern="0" dirty="0">
                <a:ea typeface="+mn-lt"/>
                <a:cs typeface="+mn-lt"/>
              </a:rPr>
              <a:t> from fewer joins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300" i="1" kern="0" dirty="0">
                <a:ea typeface="+mn-lt"/>
                <a:cs typeface="+mn-lt"/>
              </a:rPr>
              <a:t>Extensible to </a:t>
            </a:r>
            <a:r>
              <a:rPr lang="en-US" sz="2300" i="1" kern="0" dirty="0">
                <a:solidFill>
                  <a:schemeClr val="accent1"/>
                </a:solidFill>
                <a:ea typeface="+mn-lt"/>
                <a:cs typeface="+mn-lt"/>
              </a:rPr>
              <a:t>handle change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42655-DA5A-C635-A7FB-C5FBF61A0E40}"/>
              </a:ext>
            </a:extLst>
          </p:cNvPr>
          <p:cNvSpPr/>
          <p:nvPr/>
        </p:nvSpPr>
        <p:spPr>
          <a:xfrm>
            <a:off x="3276600" y="5562600"/>
            <a:ext cx="152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Dimension</a:t>
            </a:r>
            <a:br>
              <a:rPr lang="en-US" sz="2000" b="1" dirty="0"/>
            </a:br>
            <a:r>
              <a:rPr lang="en-US" sz="2000" b="1" dirty="0"/>
              <a:t>Tables</a:t>
            </a:r>
            <a:r>
              <a:rPr lang="en-US" sz="20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EE090-3C7C-4615-894E-807260C17826}"/>
              </a:ext>
            </a:extLst>
          </p:cNvPr>
          <p:cNvSpPr/>
          <p:nvPr/>
        </p:nvSpPr>
        <p:spPr>
          <a:xfrm>
            <a:off x="5638800" y="5562600"/>
            <a:ext cx="1295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Fact</a:t>
            </a:r>
            <a:br>
              <a:rPr lang="en-US" sz="2000" b="1" dirty="0"/>
            </a:br>
            <a:r>
              <a:rPr lang="en-US" sz="2000" b="1" dirty="0"/>
              <a:t>Table</a:t>
            </a:r>
            <a:r>
              <a:rPr lang="en-US" sz="2000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609609-CB65-26BB-445F-B7FF66ADDCF8}"/>
              </a:ext>
            </a:extLst>
          </p:cNvPr>
          <p:cNvSpPr/>
          <p:nvPr/>
        </p:nvSpPr>
        <p:spPr>
          <a:xfrm>
            <a:off x="7391400" y="5562600"/>
            <a:ext cx="152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Dimension</a:t>
            </a:r>
            <a:br>
              <a:rPr lang="en-US" sz="2000" b="1" dirty="0"/>
            </a:br>
            <a:r>
              <a:rPr lang="en-US" sz="2000" b="1" dirty="0"/>
              <a:t>Tables</a:t>
            </a:r>
            <a:r>
              <a:rPr lang="en-US" sz="2000" dirty="0"/>
              <a:t> </a:t>
            </a:r>
          </a:p>
        </p:txBody>
      </p:sp>
      <p:sp>
        <p:nvSpPr>
          <p:cNvPr id="11" name="Up Arrow 11">
            <a:extLst>
              <a:ext uri="{FF2B5EF4-FFF2-40B4-BE49-F238E27FC236}">
                <a16:creationId xmlns:a16="http://schemas.microsoft.com/office/drawing/2014/main" id="{ACBC906E-6931-1142-2D3E-DDEC728A6851}"/>
              </a:ext>
            </a:extLst>
          </p:cNvPr>
          <p:cNvSpPr/>
          <p:nvPr/>
        </p:nvSpPr>
        <p:spPr>
          <a:xfrm>
            <a:off x="3886200" y="5181600"/>
            <a:ext cx="304800" cy="381000"/>
          </a:xfrm>
          <a:prstGeom prst="upArrow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2">
            <a:extLst>
              <a:ext uri="{FF2B5EF4-FFF2-40B4-BE49-F238E27FC236}">
                <a16:creationId xmlns:a16="http://schemas.microsoft.com/office/drawing/2014/main" id="{38BECF74-F7B3-F5D9-571D-9EB20E1A87D4}"/>
              </a:ext>
            </a:extLst>
          </p:cNvPr>
          <p:cNvSpPr/>
          <p:nvPr/>
        </p:nvSpPr>
        <p:spPr>
          <a:xfrm>
            <a:off x="6096000" y="5181600"/>
            <a:ext cx="304800" cy="381000"/>
          </a:xfrm>
          <a:prstGeom prst="upArrow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3">
            <a:extLst>
              <a:ext uri="{FF2B5EF4-FFF2-40B4-BE49-F238E27FC236}">
                <a16:creationId xmlns:a16="http://schemas.microsoft.com/office/drawing/2014/main" id="{B79240F8-5BB0-8566-CC23-95088D19EFE7}"/>
              </a:ext>
            </a:extLst>
          </p:cNvPr>
          <p:cNvSpPr/>
          <p:nvPr/>
        </p:nvSpPr>
        <p:spPr>
          <a:xfrm>
            <a:off x="8153400" y="5105400"/>
            <a:ext cx="304800" cy="381000"/>
          </a:xfrm>
          <a:prstGeom prst="upArrow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1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Conformed Dimensions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743F28D-B968-4D84-473C-347027F6A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276600"/>
            <a:ext cx="6096000" cy="2905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2438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Shared across business processes (fact tables) in the DWH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All fact tables use the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same</a:t>
            </a:r>
            <a:r>
              <a:rPr lang="en-US" dirty="0">
                <a:ea typeface="+mn-lt"/>
                <a:cs typeface="+mn-lt"/>
              </a:rPr>
              <a:t> standard dimensions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Established via Bus Matrix, enforced in ETL </a:t>
            </a:r>
          </a:p>
        </p:txBody>
      </p:sp>
    </p:spTree>
    <p:extLst>
      <p:ext uri="{BB962C8B-B14F-4D97-AF65-F5344CB8AC3E}">
        <p14:creationId xmlns:p14="http://schemas.microsoft.com/office/powerpoint/2010/main" val="184840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825" y="0"/>
            <a:ext cx="8258175" cy="990599"/>
          </a:xfrm>
        </p:spPr>
        <p:txBody>
          <a:bodyPr/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Enterprise DWH Bus Architecture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DB4E067-5AF3-82B2-36EE-955EF0D47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3" y="1676401"/>
            <a:ext cx="82581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5663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Data Warehouse Bus Matrix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1143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Rows = Business processes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Columns = Conformed dimensions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0A13448-8A8A-6BAC-177D-6974AE85F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8275" y="2286001"/>
            <a:ext cx="618172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0172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Dimensional Modeling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Logical design technique </a:t>
            </a:r>
            <a:r>
              <a:rPr lang="en-US" dirty="0">
                <a:ea typeface="+mn-lt"/>
                <a:cs typeface="+mn-lt"/>
              </a:rPr>
              <a:t>for structuring data with the following objectives: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Intuitive</a:t>
            </a:r>
            <a:r>
              <a:rPr lang="en-US" dirty="0">
                <a:ea typeface="+mn-lt"/>
                <a:cs typeface="+mn-lt"/>
              </a:rPr>
              <a:t>: Easy for business users to understand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Fast</a:t>
            </a:r>
            <a:r>
              <a:rPr lang="en-US" dirty="0">
                <a:ea typeface="+mn-lt"/>
                <a:cs typeface="+mn-lt"/>
              </a:rPr>
              <a:t>: Excellent query performance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ea typeface="+mn-lt"/>
              <a:cs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 Think of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Dimensional Model </a:t>
            </a:r>
            <a:r>
              <a:rPr lang="en-US" dirty="0">
                <a:ea typeface="+mn-lt"/>
                <a:cs typeface="+mn-lt"/>
              </a:rPr>
              <a:t>as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 table </a:t>
            </a:r>
            <a:r>
              <a:rPr lang="en-US" dirty="0">
                <a:ea typeface="+mn-lt"/>
                <a:cs typeface="+mn-lt"/>
              </a:rPr>
              <a:t>+ the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dimensions</a:t>
            </a:r>
            <a:r>
              <a:rPr lang="en-US" dirty="0">
                <a:ea typeface="+mn-lt"/>
                <a:cs typeface="+mn-lt"/>
              </a:rPr>
              <a:t> it requires.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Dimensional Models </a:t>
            </a:r>
            <a:r>
              <a:rPr lang="en-US" dirty="0">
                <a:ea typeface="+mn-lt"/>
                <a:cs typeface="+mn-lt"/>
              </a:rPr>
              <a:t>are implemented in the Relational DBMS as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star schemas </a:t>
            </a:r>
            <a:r>
              <a:rPr lang="en-US" dirty="0">
                <a:ea typeface="+mn-lt"/>
                <a:cs typeface="+mn-lt"/>
              </a:rPr>
              <a:t>and in MOLAP databases as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cubes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093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Components of the Dimensional Model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 Table </a:t>
            </a:r>
            <a:r>
              <a:rPr lang="en-US" dirty="0">
                <a:ea typeface="+mn-lt"/>
                <a:cs typeface="+mn-lt"/>
              </a:rPr>
              <a:t>– A database table of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quantifiable performance measurements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facts</a:t>
            </a:r>
            <a:r>
              <a:rPr lang="en-US" dirty="0">
                <a:ea typeface="+mn-lt"/>
                <a:cs typeface="+mn-lt"/>
              </a:rPr>
              <a:t>).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Originate from business processes.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Has FK’s to each of the dimensions.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Ex. Sales Amount, Days To Ship, Quantity on Hand.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 Table </a:t>
            </a:r>
            <a:r>
              <a:rPr lang="en-US" dirty="0">
                <a:ea typeface="+mn-lt"/>
                <a:cs typeface="+mn-lt"/>
              </a:rPr>
              <a:t>– A table of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contexts</a:t>
            </a:r>
            <a:r>
              <a:rPr lang="en-US" dirty="0">
                <a:ea typeface="+mn-lt"/>
                <a:cs typeface="+mn-lt"/>
              </a:rPr>
              <a:t> for the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Ex. Date/Time, Location,  Customer, Product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Attribute</a:t>
            </a:r>
            <a:r>
              <a:rPr lang="en-US" dirty="0">
                <a:ea typeface="+mn-lt"/>
                <a:cs typeface="+mn-lt"/>
              </a:rPr>
              <a:t> –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characteristic</a:t>
            </a:r>
            <a:r>
              <a:rPr lang="en-US" dirty="0">
                <a:ea typeface="+mn-lt"/>
                <a:cs typeface="+mn-lt"/>
              </a:rPr>
              <a:t> of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Ex. Product: Name, Category, Department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Star Schema </a:t>
            </a:r>
            <a:r>
              <a:rPr lang="en-US" dirty="0">
                <a:ea typeface="+mn-lt"/>
                <a:cs typeface="+mn-lt"/>
              </a:rPr>
              <a:t>– Connections among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dimensions</a:t>
            </a:r>
            <a:r>
              <a:rPr lang="en-US" dirty="0">
                <a:ea typeface="+mn-lt"/>
                <a:cs typeface="+mn-lt"/>
              </a:rPr>
              <a:t> which define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business process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Ex: Sales, Inventory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927021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Multidimensional Data Representations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259DF6-7616-7FC9-C52B-72933173A944}"/>
              </a:ext>
            </a:extLst>
          </p:cNvPr>
          <p:cNvSpPr txBox="1">
            <a:spLocks/>
          </p:cNvSpPr>
          <p:nvPr/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de-DE" kern="0" dirty="0"/>
              <a:t>Star schema</a:t>
            </a:r>
            <a:endParaRPr lang="vi-VN" kern="0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56022B6-B9A6-0278-CBC1-C859A7CC0AD8}"/>
              </a:ext>
            </a:extLst>
          </p:cNvPr>
          <p:cNvSpPr txBox="1">
            <a:spLocks/>
          </p:cNvSpPr>
          <p:nvPr/>
        </p:nvSpPr>
        <p:spPr>
          <a:xfrm>
            <a:off x="5105400" y="1535113"/>
            <a:ext cx="3657600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de-DE" kern="0" dirty="0"/>
              <a:t>OLAP cube</a:t>
            </a:r>
            <a:endParaRPr lang="vi-VN" kern="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A1B5C17-FDBE-B687-74A7-DB79A55B0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40899"/>
            <a:ext cx="7772400" cy="3121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2002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Modeling data warehouses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data warehouse</a:t>
            </a:r>
            <a:r>
              <a:rPr lang="en-US" dirty="0">
                <a:ea typeface="+mn-lt"/>
                <a:cs typeface="+mn-lt"/>
              </a:rPr>
              <a:t> is based on a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multidimensional data model</a:t>
            </a:r>
            <a:r>
              <a:rPr lang="en-US" dirty="0">
                <a:ea typeface="+mn-lt"/>
                <a:cs typeface="+mn-lt"/>
              </a:rPr>
              <a:t> which views data in the form of a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data cube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data cube</a:t>
            </a:r>
            <a:r>
              <a:rPr lang="en-US" dirty="0">
                <a:ea typeface="+mn-lt"/>
                <a:cs typeface="+mn-lt"/>
              </a:rPr>
              <a:t>, such as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sales</a:t>
            </a:r>
            <a:r>
              <a:rPr lang="en-US" dirty="0">
                <a:ea typeface="+mn-lt"/>
                <a:cs typeface="+mn-lt"/>
              </a:rPr>
              <a:t>, allows data to be modeled and viewed in multiple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dimensions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Dimension tables</a:t>
            </a:r>
            <a:r>
              <a:rPr lang="en-US" dirty="0">
                <a:ea typeface="+mn-lt"/>
                <a:cs typeface="+mn-lt"/>
              </a:rPr>
              <a:t>, such as item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(</a:t>
            </a:r>
            <a:r>
              <a:rPr lang="en-US" dirty="0" err="1">
                <a:solidFill>
                  <a:schemeClr val="accent1"/>
                </a:solidFill>
                <a:ea typeface="+mn-lt"/>
                <a:cs typeface="+mn-lt"/>
              </a:rPr>
              <a:t>item_name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, brand, type), or time(day, week, month, quarter, year)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Fact table</a:t>
            </a:r>
            <a:r>
              <a:rPr lang="en-US" dirty="0">
                <a:ea typeface="+mn-lt"/>
                <a:cs typeface="+mn-lt"/>
              </a:rPr>
              <a:t> contains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measures</a:t>
            </a:r>
            <a:r>
              <a:rPr lang="en-US" dirty="0">
                <a:ea typeface="+mn-lt"/>
                <a:cs typeface="+mn-lt"/>
              </a:rPr>
              <a:t> (such as </a:t>
            </a:r>
            <a:r>
              <a:rPr lang="en-US" dirty="0" err="1">
                <a:solidFill>
                  <a:schemeClr val="accent1"/>
                </a:solidFill>
                <a:ea typeface="+mn-lt"/>
                <a:cs typeface="+mn-lt"/>
              </a:rPr>
              <a:t>dollars_sold</a:t>
            </a:r>
            <a:r>
              <a:rPr lang="en-US" dirty="0">
                <a:ea typeface="+mn-lt"/>
                <a:cs typeface="+mn-lt"/>
              </a:rPr>
              <a:t>) and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keys</a:t>
            </a:r>
            <a:r>
              <a:rPr lang="en-US" dirty="0">
                <a:ea typeface="+mn-lt"/>
                <a:cs typeface="+mn-lt"/>
              </a:rPr>
              <a:t> to each of the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related dimension tables</a:t>
            </a:r>
          </a:p>
        </p:txBody>
      </p:sp>
    </p:spTree>
    <p:extLst>
      <p:ext uri="{BB962C8B-B14F-4D97-AF65-F5344CB8AC3E}">
        <p14:creationId xmlns:p14="http://schemas.microsoft.com/office/powerpoint/2010/main" val="360420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Modeling data warehouses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Modeling data warehouses: dimensions &amp; measures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Star schema</a:t>
            </a:r>
            <a:r>
              <a:rPr lang="en-US" dirty="0">
                <a:ea typeface="+mn-lt"/>
                <a:cs typeface="+mn-lt"/>
              </a:rPr>
              <a:t>: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 table</a:t>
            </a:r>
            <a:r>
              <a:rPr lang="en-US" dirty="0">
                <a:ea typeface="+mn-lt"/>
                <a:cs typeface="+mn-lt"/>
              </a:rPr>
              <a:t> in the middle connected to a set of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dimension tables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Snowflake schema</a:t>
            </a:r>
            <a:r>
              <a:rPr lang="en-US" dirty="0">
                <a:ea typeface="+mn-lt"/>
                <a:cs typeface="+mn-lt"/>
              </a:rPr>
              <a:t>:  A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refinement of star schema</a:t>
            </a:r>
            <a:r>
              <a:rPr lang="en-US" dirty="0">
                <a:ea typeface="+mn-lt"/>
                <a:cs typeface="+mn-lt"/>
              </a:rPr>
              <a:t> where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some dimensional hierarchy</a:t>
            </a:r>
            <a:r>
              <a:rPr lang="en-US" dirty="0">
                <a:ea typeface="+mn-lt"/>
                <a:cs typeface="+mn-lt"/>
              </a:rPr>
              <a:t> is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normalized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into a set of smaller dimension tables</a:t>
            </a:r>
            <a:r>
              <a:rPr lang="en-US" dirty="0">
                <a:ea typeface="+mn-lt"/>
                <a:cs typeface="+mn-lt"/>
              </a:rPr>
              <a:t>, forming a shape similar to a snowflake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 constellations</a:t>
            </a:r>
            <a:r>
              <a:rPr lang="en-US" dirty="0">
                <a:ea typeface="+mn-lt"/>
                <a:cs typeface="+mn-lt"/>
              </a:rPr>
              <a:t>: 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Multiple fact tables share dimension tables</a:t>
            </a:r>
            <a:r>
              <a:rPr lang="en-US" dirty="0">
                <a:ea typeface="+mn-lt"/>
                <a:cs typeface="+mn-lt"/>
              </a:rPr>
              <a:t>, viewed as a collection of stars, therefore called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galaxy schema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fact constellation</a:t>
            </a:r>
            <a:r>
              <a:rPr lang="en-US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2937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Star Schema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4F6731-682A-E15C-7B91-B3D16462E6A0}"/>
              </a:ext>
            </a:extLst>
          </p:cNvPr>
          <p:cNvSpPr txBox="1">
            <a:spLocks noChangeArrowheads="1"/>
          </p:cNvSpPr>
          <p:nvPr/>
        </p:nvSpPr>
        <p:spPr>
          <a:xfrm>
            <a:off x="6572250" y="1600200"/>
            <a:ext cx="2495550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01A9B4-F1C2-D04E-EBAA-B4202FEBD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3086100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94F94C1C-5559-4D6F-99FD-6E965BE1CEC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341829"/>
            <a:ext cx="1819275" cy="2163763"/>
            <a:chOff x="277" y="1240"/>
            <a:chExt cx="1133" cy="1341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A6EB8236-7EAB-C798-2950-F7EB5336E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" y="1497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 dirty="0" err="1">
                  <a:latin typeface="Times New Roman" pitchFamily="18" charset="0"/>
                </a:rPr>
                <a:t>time_key</a:t>
              </a:r>
              <a:endParaRPr lang="en-US" sz="1800" dirty="0">
                <a:latin typeface="Times New Roman" pitchFamily="18" charset="0"/>
              </a:endParaRPr>
            </a:p>
            <a:p>
              <a:pPr eaLnBrk="0" hangingPunct="0"/>
              <a:r>
                <a:rPr lang="en-US" sz="1800" dirty="0">
                  <a:latin typeface="Times New Roman" pitchFamily="18" charset="0"/>
                </a:rPr>
                <a:t>day</a:t>
              </a:r>
            </a:p>
            <a:p>
              <a:pPr eaLnBrk="0" hangingPunct="0"/>
              <a:r>
                <a:rPr lang="en-US" sz="1800" dirty="0" err="1">
                  <a:latin typeface="Times New Roman" pitchFamily="18" charset="0"/>
                </a:rPr>
                <a:t>day_of_the_week</a:t>
              </a:r>
              <a:endParaRPr lang="en-US" sz="1800" dirty="0">
                <a:latin typeface="Times New Roman" pitchFamily="18" charset="0"/>
              </a:endParaRPr>
            </a:p>
            <a:p>
              <a:pPr eaLnBrk="0" hangingPunct="0"/>
              <a:r>
                <a:rPr lang="en-US" sz="1800" dirty="0">
                  <a:latin typeface="Times New Roman" pitchFamily="18" charset="0"/>
                </a:rPr>
                <a:t>month</a:t>
              </a:r>
            </a:p>
            <a:p>
              <a:pPr eaLnBrk="0" hangingPunct="0"/>
              <a:r>
                <a:rPr lang="en-US" sz="1800" dirty="0">
                  <a:latin typeface="Times New Roman" pitchFamily="18" charset="0"/>
                </a:rPr>
                <a:t>quarter</a:t>
              </a:r>
            </a:p>
            <a:p>
              <a:pPr eaLnBrk="0" hangingPunct="0"/>
              <a:r>
                <a:rPr lang="en-US" sz="1800" dirty="0">
                  <a:latin typeface="Times New Roman" pitchFamily="18" charset="0"/>
                </a:rPr>
                <a:t>year</a:t>
              </a: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EA81B657-7A0D-75C0-8A2F-6FDFE355D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" y="1240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time</a:t>
              </a:r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E6172DA9-7F26-B9EC-D198-B34BEACCD0F8}"/>
              </a:ext>
            </a:extLst>
          </p:cNvPr>
          <p:cNvGrpSpPr>
            <a:grpSpLocks/>
          </p:cNvGrpSpPr>
          <p:nvPr/>
        </p:nvGrpSpPr>
        <p:grpSpPr bwMode="auto">
          <a:xfrm>
            <a:off x="6756400" y="3790950"/>
            <a:ext cx="1831975" cy="1884363"/>
            <a:chOff x="684" y="2196"/>
            <a:chExt cx="1140" cy="1168"/>
          </a:xfrm>
        </p:grpSpPr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CD5688E0-E990-0F50-68B0-D2498B436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450"/>
              <a:ext cx="1140" cy="91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location_key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street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city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state_or_province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country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AD780C8E-B04F-DFA9-39D8-98FC39CA9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196"/>
              <a:ext cx="630" cy="25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location</a:t>
              </a:r>
            </a:p>
          </p:txBody>
        </p:sp>
      </p:grpSp>
      <p:sp>
        <p:nvSpPr>
          <p:cNvPr id="15" name="Rectangle 12">
            <a:extLst>
              <a:ext uri="{FF2B5EF4-FFF2-40B4-BE49-F238E27FC236}">
                <a16:creationId xmlns:a16="http://schemas.microsoft.com/office/drawing/2014/main" id="{B2F6AE43-FF92-3118-4E90-67AF455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2203450"/>
            <a:ext cx="186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Sales Fact Table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BF43794-A7A4-4272-3245-8573A77B6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2620963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ADE3D9D8-4482-6253-4929-C90663C81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667000"/>
            <a:ext cx="2057400" cy="396875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           time_key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FE6895FC-C66B-6DDD-C2DF-884830A65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88" y="3116263"/>
            <a:ext cx="2016125" cy="3968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dirty="0">
                <a:latin typeface="Times New Roman" pitchFamily="18" charset="0"/>
              </a:rPr>
              <a:t>              </a:t>
            </a:r>
            <a:r>
              <a:rPr lang="en-US" sz="2000" dirty="0" err="1">
                <a:latin typeface="Times New Roman" pitchFamily="18" charset="0"/>
              </a:rPr>
              <a:t>item_key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1E044CE1-4342-56CB-365C-79A4CB23A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3551238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9C72DB15-D32E-EB32-2F3C-E8196CDB3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88" y="3562350"/>
            <a:ext cx="2066925" cy="396875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dirty="0">
                <a:latin typeface="Times New Roman" pitchFamily="18" charset="0"/>
              </a:rPr>
              <a:t>           </a:t>
            </a:r>
            <a:r>
              <a:rPr lang="en-US" sz="2000" dirty="0" err="1">
                <a:latin typeface="Times New Roman" pitchFamily="18" charset="0"/>
              </a:rPr>
              <a:t>branch_key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6D82F758-0C1B-CFEB-55CB-03FCAF027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4014788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B943EBF0-F0B6-6761-739C-84B342047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038600"/>
            <a:ext cx="2065338" cy="396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location_key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EC2A26DE-AAFB-9697-74CE-6A26D2861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4479925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12E1F3D8-3A8D-727B-B280-D450D38B2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88" y="4530725"/>
            <a:ext cx="1987550" cy="39687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units_sold</a:t>
            </a: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A096A097-EF32-439B-2F88-FAF1FC46B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4945063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4A8BAA02-E3EA-4B7D-DD39-C4DD54080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88" y="4975225"/>
            <a:ext cx="1993900" cy="39687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dollars_sold</a:t>
            </a: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01ED52DA-60E4-70F1-373B-6204A7F10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5410200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7A6D9E8-8F97-8206-1BD1-6BCD4BBB7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338" y="5421313"/>
            <a:ext cx="1995487" cy="39687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 avg_sales</a:t>
            </a:r>
          </a:p>
        </p:txBody>
      </p:sp>
      <p:sp>
        <p:nvSpPr>
          <p:cNvPr id="29" name="Rectangle 26">
            <a:extLst>
              <a:ext uri="{FF2B5EF4-FFF2-40B4-BE49-F238E27FC236}">
                <a16:creationId xmlns:a16="http://schemas.microsoft.com/office/drawing/2014/main" id="{B9FD0232-D0A6-DBBA-0788-18C89A875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912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Measures</a:t>
            </a: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5BC7EBC1-E5DB-C637-0AB1-9CCCB594EF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4175" y="470535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DE2A76EB-A3AD-D781-A719-738CDB5723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5125" y="5248275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B94427A5-FC78-C5E9-688E-C182619AC7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5125" y="5616575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A729D514-6B1B-DF5D-168E-6990CC8AC5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1263" y="3873500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182F817E-BE15-8EF0-CD69-70AF606ACE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438400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53F5FA6D-6E8C-BA34-64C7-20E2248BE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2463" y="4279900"/>
            <a:ext cx="1039812" cy="38735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55BECB0B-3BCD-ABF2-9B46-78CA13655D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2463" y="2633663"/>
            <a:ext cx="1077912" cy="677862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37" name="Group 34">
            <a:extLst>
              <a:ext uri="{FF2B5EF4-FFF2-40B4-BE49-F238E27FC236}">
                <a16:creationId xmlns:a16="http://schemas.microsoft.com/office/drawing/2014/main" id="{47068FE5-6214-6CBA-B325-D6A46146A21D}"/>
              </a:ext>
            </a:extLst>
          </p:cNvPr>
          <p:cNvGrpSpPr>
            <a:grpSpLocks/>
          </p:cNvGrpSpPr>
          <p:nvPr/>
        </p:nvGrpSpPr>
        <p:grpSpPr bwMode="auto">
          <a:xfrm>
            <a:off x="6762750" y="1524000"/>
            <a:ext cx="1438275" cy="1925638"/>
            <a:chOff x="3796" y="983"/>
            <a:chExt cx="896" cy="1194"/>
          </a:xfrm>
        </p:grpSpPr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46B7E23B-C74F-88A7-F397-E820B2E5B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262"/>
              <a:ext cx="896" cy="91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item_key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item_name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brand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type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supplier_type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287D1504-D5C9-CD23-C133-635845047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item</a:t>
              </a:r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15D0A3EF-BAF2-9C05-BD0D-60B74D74CA13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810000"/>
            <a:ext cx="1509713" cy="1393825"/>
            <a:chOff x="3844" y="2426"/>
            <a:chExt cx="939" cy="864"/>
          </a:xfrm>
        </p:grpSpPr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87FDAC1F-F059-E6F1-D3A6-96BB02E47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branch_key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branch_name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branch_type</a:t>
              </a: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270AF2B6-7EA2-A5C9-F340-CA52FC857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branch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329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Snowflake Schema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3C76375-E0F3-2B54-0724-9E572982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3105150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C2317562-285D-0E06-E685-C27FC15406DA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295400"/>
            <a:ext cx="1819275" cy="2163763"/>
            <a:chOff x="277" y="1164"/>
            <a:chExt cx="1133" cy="1341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603A5FE-EC40-88F9-7B56-A4C7BD1E3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time_key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day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day_of_the_week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month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quarter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year</a:t>
              </a:r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2FB3B814-3E32-E128-67BB-77025C670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time</a:t>
              </a:r>
            </a:p>
          </p:txBody>
        </p:sp>
      </p:grpSp>
      <p:grpSp>
        <p:nvGrpSpPr>
          <p:cNvPr id="44" name="Group 8">
            <a:extLst>
              <a:ext uri="{FF2B5EF4-FFF2-40B4-BE49-F238E27FC236}">
                <a16:creationId xmlns:a16="http://schemas.microsoft.com/office/drawing/2014/main" id="{6AB1B2A4-C9B4-075F-DBC4-0857C2B132E3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810000"/>
            <a:ext cx="1374775" cy="1331913"/>
            <a:chOff x="684" y="2196"/>
            <a:chExt cx="1298" cy="834"/>
          </a:xfrm>
        </p:grpSpPr>
        <p:sp>
          <p:nvSpPr>
            <p:cNvPr id="45" name="Rectangle 9">
              <a:extLst>
                <a:ext uri="{FF2B5EF4-FFF2-40B4-BE49-F238E27FC236}">
                  <a16:creationId xmlns:a16="http://schemas.microsoft.com/office/drawing/2014/main" id="{76578C92-BAFE-30D9-90D9-6DE9E479F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450"/>
              <a:ext cx="1298" cy="58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location_key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street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city_key</a:t>
              </a:r>
            </a:p>
          </p:txBody>
        </p:sp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55B1B5C5-465A-4B63-5165-22A19EA4D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196"/>
              <a:ext cx="953" cy="2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location</a:t>
              </a:r>
            </a:p>
          </p:txBody>
        </p:sp>
      </p:grpSp>
      <p:sp>
        <p:nvSpPr>
          <p:cNvPr id="47" name="Rectangle 11">
            <a:extLst>
              <a:ext uri="{FF2B5EF4-FFF2-40B4-BE49-F238E27FC236}">
                <a16:creationId xmlns:a16="http://schemas.microsoft.com/office/drawing/2014/main" id="{5E397422-CF15-BEAD-81C6-FC778A16D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2152650"/>
            <a:ext cx="186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dirty="0">
                <a:latin typeface="Times New Roman" pitchFamily="18" charset="0"/>
              </a:rPr>
              <a:t>Sales Fact Table</a:t>
            </a:r>
          </a:p>
        </p:txBody>
      </p:sp>
      <p:sp>
        <p:nvSpPr>
          <p:cNvPr id="48" name="Rectangle 12">
            <a:extLst>
              <a:ext uri="{FF2B5EF4-FFF2-40B4-BE49-F238E27FC236}">
                <a16:creationId xmlns:a16="http://schemas.microsoft.com/office/drawing/2014/main" id="{24BEAA93-3877-0504-EDEC-BA899842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2640013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49" name="Rectangle 13">
            <a:extLst>
              <a:ext uri="{FF2B5EF4-FFF2-40B4-BE49-F238E27FC236}">
                <a16:creationId xmlns:a16="http://schemas.microsoft.com/office/drawing/2014/main" id="{6101BCB4-1927-AC2D-3D99-282512CE5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2686050"/>
            <a:ext cx="2057400" cy="396875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           time_key</a:t>
            </a:r>
          </a:p>
        </p:txBody>
      </p:sp>
      <p:sp>
        <p:nvSpPr>
          <p:cNvPr id="50" name="Rectangle 14">
            <a:extLst>
              <a:ext uri="{FF2B5EF4-FFF2-40B4-BE49-F238E27FC236}">
                <a16:creationId xmlns:a16="http://schemas.microsoft.com/office/drawing/2014/main" id="{C77C51C8-A7F3-A433-FE40-490206AF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135313"/>
            <a:ext cx="2016125" cy="3968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  item_key</a:t>
            </a:r>
          </a:p>
        </p:txBody>
      </p:sp>
      <p:sp>
        <p:nvSpPr>
          <p:cNvPr id="51" name="Rectangle 15">
            <a:extLst>
              <a:ext uri="{FF2B5EF4-FFF2-40B4-BE49-F238E27FC236}">
                <a16:creationId xmlns:a16="http://schemas.microsoft.com/office/drawing/2014/main" id="{8F4AB0F5-9B0D-DBDD-BC71-EF26FEE48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3570288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2" name="Rectangle 16">
            <a:extLst>
              <a:ext uri="{FF2B5EF4-FFF2-40B4-BE49-F238E27FC236}">
                <a16:creationId xmlns:a16="http://schemas.microsoft.com/office/drawing/2014/main" id="{1E327BA5-69F0-3024-BA04-696039840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581400"/>
            <a:ext cx="2066925" cy="396875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branch_key</a:t>
            </a:r>
          </a:p>
        </p:txBody>
      </p:sp>
      <p:sp>
        <p:nvSpPr>
          <p:cNvPr id="53" name="Rectangle 17">
            <a:extLst>
              <a:ext uri="{FF2B5EF4-FFF2-40B4-BE49-F238E27FC236}">
                <a16:creationId xmlns:a16="http://schemas.microsoft.com/office/drawing/2014/main" id="{22A52B51-DCE5-EA7E-E110-C047F22E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4033838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4" name="Rectangle 18">
            <a:extLst>
              <a:ext uri="{FF2B5EF4-FFF2-40B4-BE49-F238E27FC236}">
                <a16:creationId xmlns:a16="http://schemas.microsoft.com/office/drawing/2014/main" id="{B6778B2D-51C4-17E6-2682-66726DF5C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4057650"/>
            <a:ext cx="2065337" cy="396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location_key</a:t>
            </a:r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FC9D6F25-DE74-8E09-0FD6-638E5BAB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4498975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6" name="Rectangle 20">
            <a:extLst>
              <a:ext uri="{FF2B5EF4-FFF2-40B4-BE49-F238E27FC236}">
                <a16:creationId xmlns:a16="http://schemas.microsoft.com/office/drawing/2014/main" id="{AF512220-C288-7D92-8879-61E2A812D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549775"/>
            <a:ext cx="1987550" cy="39687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units_sold</a:t>
            </a:r>
          </a:p>
        </p:txBody>
      </p:sp>
      <p:sp>
        <p:nvSpPr>
          <p:cNvPr id="57" name="Rectangle 21">
            <a:extLst>
              <a:ext uri="{FF2B5EF4-FFF2-40B4-BE49-F238E27FC236}">
                <a16:creationId xmlns:a16="http://schemas.microsoft.com/office/drawing/2014/main" id="{CBE25573-8141-5C91-4424-3A1886CA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4964113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58" name="Rectangle 22">
            <a:extLst>
              <a:ext uri="{FF2B5EF4-FFF2-40B4-BE49-F238E27FC236}">
                <a16:creationId xmlns:a16="http://schemas.microsoft.com/office/drawing/2014/main" id="{8D7F8FD9-3632-1C17-74E7-8A724DA30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994275"/>
            <a:ext cx="1993900" cy="39687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dollars_sold</a:t>
            </a: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CE8EEA22-CA6D-9398-6BC3-75F83F058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5429250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0" name="Rectangle 24">
            <a:extLst>
              <a:ext uri="{FF2B5EF4-FFF2-40B4-BE49-F238E27FC236}">
                <a16:creationId xmlns:a16="http://schemas.microsoft.com/office/drawing/2014/main" id="{1857C96E-E2C8-2FAF-62F7-7E526425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5440363"/>
            <a:ext cx="1995488" cy="39687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 avg_sales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2C785D0F-8C5F-2AE8-70B0-FB85FCE52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8674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Measures</a:t>
            </a:r>
          </a:p>
        </p:txBody>
      </p:sp>
      <p:sp>
        <p:nvSpPr>
          <p:cNvPr id="62" name="Line 26">
            <a:extLst>
              <a:ext uri="{FF2B5EF4-FFF2-40B4-BE49-F238E27FC236}">
                <a16:creationId xmlns:a16="http://schemas.microsoft.com/office/drawing/2014/main" id="{687025F8-F953-C5C2-C876-80782E5BD9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472440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3" name="Line 27">
            <a:extLst>
              <a:ext uri="{FF2B5EF4-FFF2-40B4-BE49-F238E27FC236}">
                <a16:creationId xmlns:a16="http://schemas.microsoft.com/office/drawing/2014/main" id="{CD71950F-DAD5-1C75-D6EE-58F62E5240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9350" y="5267325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4" name="Line 28">
            <a:extLst>
              <a:ext uri="{FF2B5EF4-FFF2-40B4-BE49-F238E27FC236}">
                <a16:creationId xmlns:a16="http://schemas.microsoft.com/office/drawing/2014/main" id="{7CB48DDC-9D39-D00C-341B-FA361DCADA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9350" y="5635625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5" name="Line 29">
            <a:extLst>
              <a:ext uri="{FF2B5EF4-FFF2-40B4-BE49-F238E27FC236}">
                <a16:creationId xmlns:a16="http://schemas.microsoft.com/office/drawing/2014/main" id="{07C8EAE6-052C-AB61-6C99-DA7574A841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886200"/>
            <a:ext cx="1346200" cy="6858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6" name="Line 30">
            <a:extLst>
              <a:ext uri="{FF2B5EF4-FFF2-40B4-BE49-F238E27FC236}">
                <a16:creationId xmlns:a16="http://schemas.microsoft.com/office/drawing/2014/main" id="{7F28102B-337D-BC3C-F666-9339E88BBD6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28800" y="1981200"/>
            <a:ext cx="1522413" cy="866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7" name="Line 31">
            <a:extLst>
              <a:ext uri="{FF2B5EF4-FFF2-40B4-BE49-F238E27FC236}">
                <a16:creationId xmlns:a16="http://schemas.microsoft.com/office/drawing/2014/main" id="{F45ED610-F3CC-14B0-49A4-8E6F5AD2E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267200"/>
            <a:ext cx="609600" cy="152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68" name="Line 32">
            <a:extLst>
              <a:ext uri="{FF2B5EF4-FFF2-40B4-BE49-F238E27FC236}">
                <a16:creationId xmlns:a16="http://schemas.microsoft.com/office/drawing/2014/main" id="{F1501D50-DFAA-0616-B699-810ABEE8C7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2286000"/>
            <a:ext cx="609600" cy="838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69" name="Group 33">
            <a:extLst>
              <a:ext uri="{FF2B5EF4-FFF2-40B4-BE49-F238E27FC236}">
                <a16:creationId xmlns:a16="http://schemas.microsoft.com/office/drawing/2014/main" id="{FFDB45E6-A069-F8EB-8552-9D4428B71C5E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524000"/>
            <a:ext cx="1374775" cy="1924050"/>
            <a:chOff x="3796" y="983"/>
            <a:chExt cx="857" cy="1193"/>
          </a:xfrm>
        </p:grpSpPr>
        <p:sp>
          <p:nvSpPr>
            <p:cNvPr id="70" name="Rectangle 34">
              <a:extLst>
                <a:ext uri="{FF2B5EF4-FFF2-40B4-BE49-F238E27FC236}">
                  <a16:creationId xmlns:a16="http://schemas.microsoft.com/office/drawing/2014/main" id="{B7244076-F8A2-2CFD-3D99-B77EFC52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262"/>
              <a:ext cx="857" cy="91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item_key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item_name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brand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type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supplier_key</a:t>
              </a:r>
            </a:p>
          </p:txBody>
        </p:sp>
        <p:sp>
          <p:nvSpPr>
            <p:cNvPr id="71" name="Text Box 35">
              <a:extLst>
                <a:ext uri="{FF2B5EF4-FFF2-40B4-BE49-F238E27FC236}">
                  <a16:creationId xmlns:a16="http://schemas.microsoft.com/office/drawing/2014/main" id="{00936643-9ABB-3E25-CFE8-1C955B00B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item</a:t>
              </a:r>
            </a:p>
          </p:txBody>
        </p:sp>
      </p:grpSp>
      <p:grpSp>
        <p:nvGrpSpPr>
          <p:cNvPr id="72" name="Group 36">
            <a:extLst>
              <a:ext uri="{FF2B5EF4-FFF2-40B4-BE49-F238E27FC236}">
                <a16:creationId xmlns:a16="http://schemas.microsoft.com/office/drawing/2014/main" id="{BD399D08-A8B5-B118-3333-597FAAE2B12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886200"/>
            <a:ext cx="1509713" cy="1393825"/>
            <a:chOff x="3844" y="2426"/>
            <a:chExt cx="939" cy="864"/>
          </a:xfrm>
        </p:grpSpPr>
        <p:sp>
          <p:nvSpPr>
            <p:cNvPr id="73" name="Rectangle 37">
              <a:extLst>
                <a:ext uri="{FF2B5EF4-FFF2-40B4-BE49-F238E27FC236}">
                  <a16:creationId xmlns:a16="http://schemas.microsoft.com/office/drawing/2014/main" id="{2B32A7C7-8839-22FD-584E-E9DC07141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branch_key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branch_name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branch_type</a:t>
              </a:r>
            </a:p>
          </p:txBody>
        </p:sp>
        <p:sp>
          <p:nvSpPr>
            <p:cNvPr id="74" name="Text Box 38">
              <a:extLst>
                <a:ext uri="{FF2B5EF4-FFF2-40B4-BE49-F238E27FC236}">
                  <a16:creationId xmlns:a16="http://schemas.microsoft.com/office/drawing/2014/main" id="{E0FFEFE7-AF77-5963-E10D-B1FA8341F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branch</a:t>
              </a:r>
            </a:p>
          </p:txBody>
        </p:sp>
      </p:grpSp>
      <p:grpSp>
        <p:nvGrpSpPr>
          <p:cNvPr id="75" name="Group 40">
            <a:extLst>
              <a:ext uri="{FF2B5EF4-FFF2-40B4-BE49-F238E27FC236}">
                <a16:creationId xmlns:a16="http://schemas.microsoft.com/office/drawing/2014/main" id="{DD49058D-DFDF-8D79-96EE-BDE45440E246}"/>
              </a:ext>
            </a:extLst>
          </p:cNvPr>
          <p:cNvGrpSpPr>
            <a:grpSpLocks/>
          </p:cNvGrpSpPr>
          <p:nvPr/>
        </p:nvGrpSpPr>
        <p:grpSpPr bwMode="auto">
          <a:xfrm>
            <a:off x="7542213" y="1981200"/>
            <a:ext cx="1449387" cy="998538"/>
            <a:chOff x="3789" y="855"/>
            <a:chExt cx="903" cy="1172"/>
          </a:xfrm>
        </p:grpSpPr>
        <p:sp>
          <p:nvSpPr>
            <p:cNvPr id="76" name="Rectangle 41">
              <a:extLst>
                <a:ext uri="{FF2B5EF4-FFF2-40B4-BE49-F238E27FC236}">
                  <a16:creationId xmlns:a16="http://schemas.microsoft.com/office/drawing/2014/main" id="{B31FF505-6EF0-70AF-8177-7D709D7DB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263"/>
              <a:ext cx="896" cy="76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supplier_key</a:t>
              </a:r>
            </a:p>
            <a:p>
              <a:pPr eaLnBrk="0" hangingPunct="0"/>
              <a:r>
                <a:rPr lang="en-US" sz="1800">
                  <a:latin typeface="Times New Roman" pitchFamily="18" charset="0"/>
                </a:rPr>
                <a:t>supplier_type</a:t>
              </a:r>
            </a:p>
          </p:txBody>
        </p:sp>
        <p:sp>
          <p:nvSpPr>
            <p:cNvPr id="77" name="Text Box 42">
              <a:extLst>
                <a:ext uri="{FF2B5EF4-FFF2-40B4-BE49-F238E27FC236}">
                  <a16:creationId xmlns:a16="http://schemas.microsoft.com/office/drawing/2014/main" id="{7237FF8D-EB43-2FBA-0005-ACA847B35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" y="855"/>
              <a:ext cx="732" cy="5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>
                  <a:latin typeface="Times New Roman" pitchFamily="18" charset="0"/>
                </a:rPr>
                <a:t>supplier</a:t>
              </a:r>
            </a:p>
          </p:txBody>
        </p:sp>
      </p:grpSp>
      <p:sp>
        <p:nvSpPr>
          <p:cNvPr id="78" name="Line 43">
            <a:extLst>
              <a:ext uri="{FF2B5EF4-FFF2-40B4-BE49-F238E27FC236}">
                <a16:creationId xmlns:a16="http://schemas.microsoft.com/office/drawing/2014/main" id="{1DFF9B08-32EE-AFF9-9E91-DC4248440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2667000"/>
            <a:ext cx="5334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79" name="Group 45">
            <a:extLst>
              <a:ext uri="{FF2B5EF4-FFF2-40B4-BE49-F238E27FC236}">
                <a16:creationId xmlns:a16="http://schemas.microsoft.com/office/drawing/2014/main" id="{084B5E85-8200-8A04-5DBD-6B4B0D01F4E0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4876800"/>
            <a:ext cx="1654175" cy="1495425"/>
            <a:chOff x="684" y="2196"/>
            <a:chExt cx="1565" cy="913"/>
          </a:xfrm>
        </p:grpSpPr>
        <p:sp>
          <p:nvSpPr>
            <p:cNvPr id="80" name="Rectangle 46">
              <a:extLst>
                <a:ext uri="{FF2B5EF4-FFF2-40B4-BE49-F238E27FC236}">
                  <a16:creationId xmlns:a16="http://schemas.microsoft.com/office/drawing/2014/main" id="{768CFB5D-D85C-6AFE-7F5B-11C04DBAC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450"/>
              <a:ext cx="1565" cy="65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lang="en-US" sz="1600">
                  <a:latin typeface="Times New Roman" pitchFamily="18" charset="0"/>
                </a:rPr>
                <a:t>city_key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city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state_or_province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country</a:t>
              </a:r>
            </a:p>
          </p:txBody>
        </p:sp>
        <p:sp>
          <p:nvSpPr>
            <p:cNvPr id="81" name="Rectangle 47">
              <a:extLst>
                <a:ext uri="{FF2B5EF4-FFF2-40B4-BE49-F238E27FC236}">
                  <a16:creationId xmlns:a16="http://schemas.microsoft.com/office/drawing/2014/main" id="{00DA09FE-EC35-C9F4-4C4C-E17B32318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196"/>
              <a:ext cx="54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city</a:t>
              </a:r>
            </a:p>
          </p:txBody>
        </p:sp>
      </p:grpSp>
      <p:sp>
        <p:nvSpPr>
          <p:cNvPr id="82" name="Line 48">
            <a:extLst>
              <a:ext uri="{FF2B5EF4-FFF2-40B4-BE49-F238E27FC236}">
                <a16:creationId xmlns:a16="http://schemas.microsoft.com/office/drawing/2014/main" id="{6BFB7982-3BFC-A93E-DE97-CC4474927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029200"/>
            <a:ext cx="685800" cy="457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65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Constellation Schema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054C44-DCB1-0246-90CE-8C260716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971800"/>
            <a:ext cx="1608138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6893CE2-535F-E74F-48D4-CDFD3FEA1169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143000"/>
            <a:ext cx="1639888" cy="1982788"/>
            <a:chOff x="277" y="1164"/>
            <a:chExt cx="1021" cy="12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355966-A558-C7E8-30CD-B0535CE2F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" y="1421"/>
              <a:ext cx="1021" cy="97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>
                  <a:latin typeface="Times New Roman" pitchFamily="18" charset="0"/>
                </a:rPr>
                <a:t>time_key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day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day_of_the_week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month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quarter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year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B21293-E2DC-DAB2-DB16-78CEB315F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" y="1164"/>
              <a:ext cx="374" cy="233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time</a:t>
              </a:r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01F4CCAE-84B4-E08F-08A6-6323A91F43B2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62400"/>
            <a:ext cx="1654175" cy="1733550"/>
            <a:chOff x="684" y="2196"/>
            <a:chExt cx="1030" cy="107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15738C-F7E4-B657-339C-1D11853D9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450"/>
              <a:ext cx="1030" cy="8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>
                  <a:latin typeface="Times New Roman" pitchFamily="18" charset="0"/>
                </a:rPr>
                <a:t>location_key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street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city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province_or_state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country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8806BC-1AEF-422A-6EBC-38F03F39D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196"/>
              <a:ext cx="580" cy="23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>
                  <a:latin typeface="Times New Roman" pitchFamily="18" charset="0"/>
                </a:rPr>
                <a:t>location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210946E-95F5-4115-4CFE-9863FE33B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057400"/>
            <a:ext cx="169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Sales Fact Table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E4291B-9ADE-3E91-3E26-515BDFF83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5146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C6780-9A0F-C5BB-AE6A-5DC15FE2C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590800"/>
            <a:ext cx="1601788" cy="366713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1800">
                <a:latin typeface="Times New Roman" pitchFamily="18" charset="0"/>
              </a:rPr>
              <a:t>time_key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2EB419-20AD-590E-C0CC-9959C9A10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048000"/>
            <a:ext cx="1600200" cy="36671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    item_key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3204C-7ABA-A38A-1E94-CEED9B0D4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42900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2063F3-0716-1863-DAD5-30B9EF20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429000"/>
            <a:ext cx="1600200" cy="366713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 branch_key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75EE95-2BB4-C1F1-B6D6-30BF53E61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862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CBC45B-C124-9756-39D6-3704CE3C0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905250"/>
            <a:ext cx="1593850" cy="3667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location_key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FA5858-E1D9-DBD9-B69E-ED5A5D87A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4343400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593837-EC99-F566-22E6-BF39572F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97375"/>
            <a:ext cx="1581150" cy="366713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   units_sold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5B615-BC24-4DB5-1658-A0777D42E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4800600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1E124F-D79D-C584-FF2C-2DF90B5A5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841875"/>
            <a:ext cx="1587500" cy="366713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dollars_sold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B38D23-69F3-0BA2-3508-E7DFDE853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525780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E9D2C-B50E-B05A-1306-5038D4DC5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5287963"/>
            <a:ext cx="1587500" cy="366712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    avg_sales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6ABE12-0582-0C10-5D05-A134A84F5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638800"/>
            <a:ext cx="1219200" cy="376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Measures</a:t>
            </a: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497345FA-01CE-4901-01B6-D49635307F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4388" y="4572000"/>
            <a:ext cx="769937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9D2199A-BC39-F013-5FF8-6449625E60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5338" y="5114925"/>
            <a:ext cx="788987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B805513B-2B72-97D0-4F87-A21BE69CAE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5338" y="5483225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E73B85BD-C632-A72F-4A5D-00DD063A2E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41475" y="3740150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A4FCA20E-D39F-8131-074E-B49E06F1D9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05000" y="2286000"/>
            <a:ext cx="914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B8B02F74-0846-9768-2CB4-8063A5B76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1910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3FB1B810-DBBF-F753-27D5-DC7508338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667000"/>
            <a:ext cx="762000" cy="52546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vi-VN"/>
          </a:p>
        </p:txBody>
      </p:sp>
      <p:grpSp>
        <p:nvGrpSpPr>
          <p:cNvPr id="36" name="Group 33">
            <a:extLst>
              <a:ext uri="{FF2B5EF4-FFF2-40B4-BE49-F238E27FC236}">
                <a16:creationId xmlns:a16="http://schemas.microsoft.com/office/drawing/2014/main" id="{04B158E9-E92A-9F76-BD1D-B72E1038B6B3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447800"/>
            <a:ext cx="1303338" cy="1744663"/>
            <a:chOff x="3796" y="1002"/>
            <a:chExt cx="812" cy="108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C725A94-8777-A10C-4F8D-C0E5FCB60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262"/>
              <a:ext cx="812" cy="82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>
                  <a:latin typeface="Times New Roman" pitchFamily="18" charset="0"/>
                </a:rPr>
                <a:t>item_key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item_name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brand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type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supplier_type</a:t>
              </a: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6D8564CB-90BA-38FD-4246-04621A082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3" y="1002"/>
              <a:ext cx="401" cy="25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item</a:t>
              </a:r>
            </a:p>
          </p:txBody>
        </p:sp>
      </p:grpSp>
      <p:grpSp>
        <p:nvGrpSpPr>
          <p:cNvPr id="39" name="Group 36">
            <a:extLst>
              <a:ext uri="{FF2B5EF4-FFF2-40B4-BE49-F238E27FC236}">
                <a16:creationId xmlns:a16="http://schemas.microsoft.com/office/drawing/2014/main" id="{B38F9001-D5C8-9835-4C10-241B5A5032C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886200"/>
            <a:ext cx="1290638" cy="1230313"/>
            <a:chOff x="3896" y="2472"/>
            <a:chExt cx="803" cy="76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FF28188-D8BD-539E-89F6-A54B075F9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716"/>
              <a:ext cx="803" cy="51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>
                  <a:latin typeface="Times New Roman" pitchFamily="18" charset="0"/>
                </a:rPr>
                <a:t>branch_key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branch_name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branch_type</a:t>
              </a: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F391A456-3254-3EEC-CD7A-A9A8438BC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2472"/>
              <a:ext cx="507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800">
                  <a:latin typeface="Times New Roman" pitchFamily="18" charset="0"/>
                </a:rPr>
                <a:t>branch</a:t>
              </a: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171A643A-6A82-BAB4-8976-A4EDCD78A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419350"/>
            <a:ext cx="1608137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40D7160-5DDD-5299-A4D0-DBB79C594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88" y="1504950"/>
            <a:ext cx="203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Shipping Fact Table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0C5B786-B743-AC1C-4DCA-B0BCFF100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9621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DA11D94-CBA0-2E60-3FF8-6711B9374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038350"/>
            <a:ext cx="1601787" cy="366713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1800">
                <a:latin typeface="Times New Roman" pitchFamily="18" charset="0"/>
              </a:rPr>
              <a:t>time_key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67F3C15-69C4-CA46-1735-73D95CE1E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495550"/>
            <a:ext cx="1600200" cy="36671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    item_key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0E49D5D-E0EA-D8F0-68DD-5E308045C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87655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B442275-CB03-789A-0742-174B5D14E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876550"/>
            <a:ext cx="1600200" cy="366713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shipper_key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2B04023-4BAF-935D-3945-339665AB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3337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50B8501-7618-845F-199E-75BD5261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352800"/>
            <a:ext cx="1593850" cy="3667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from_location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DF14860-7D97-CF56-A8D2-CD6AAF61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3790950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CE91A5E-DF30-F36F-92F3-F1AA2DE9F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867150"/>
            <a:ext cx="1555750" cy="3667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 to_location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271E30C-A763-9E44-8D39-5D19EBA66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4248150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530F5CD-9D22-5A6C-6BC1-2CDAD64EC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289425"/>
            <a:ext cx="1574800" cy="366713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  dollars_cost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C63D2D0-18FF-90B0-6D42-E0F4A177B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470535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D26BED9-F975-33B2-3290-47DCB404B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938" y="4735513"/>
            <a:ext cx="1625600" cy="366712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   units_shipped</a:t>
            </a:r>
          </a:p>
        </p:txBody>
      </p:sp>
      <p:sp>
        <p:nvSpPr>
          <p:cNvPr id="97" name="Line 55">
            <a:extLst>
              <a:ext uri="{FF2B5EF4-FFF2-40B4-BE49-F238E27FC236}">
                <a16:creationId xmlns:a16="http://schemas.microsoft.com/office/drawing/2014/main" id="{6CB7CECF-0FCA-7A31-0E89-F996CCD3FF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29400" y="1447800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vi-VN"/>
          </a:p>
        </p:txBody>
      </p:sp>
      <p:sp>
        <p:nvSpPr>
          <p:cNvPr id="98" name="Line 56">
            <a:extLst>
              <a:ext uri="{FF2B5EF4-FFF2-40B4-BE49-F238E27FC236}">
                <a16:creationId xmlns:a16="http://schemas.microsoft.com/office/drawing/2014/main" id="{11D3C4CE-F205-B8F2-15B2-F9BCFBD674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44780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vi-VN"/>
          </a:p>
        </p:txBody>
      </p:sp>
      <p:sp>
        <p:nvSpPr>
          <p:cNvPr id="99" name="Line 57">
            <a:extLst>
              <a:ext uri="{FF2B5EF4-FFF2-40B4-BE49-F238E27FC236}">
                <a16:creationId xmlns:a16="http://schemas.microsoft.com/office/drawing/2014/main" id="{F8F9B19E-634F-BA44-A086-BBC82280E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1447800"/>
            <a:ext cx="914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vi-VN"/>
          </a:p>
        </p:txBody>
      </p:sp>
      <p:sp>
        <p:nvSpPr>
          <p:cNvPr id="100" name="Line 58">
            <a:extLst>
              <a:ext uri="{FF2B5EF4-FFF2-40B4-BE49-F238E27FC236}">
                <a16:creationId xmlns:a16="http://schemas.microsoft.com/office/drawing/2014/main" id="{754E00FC-4752-E1F6-8E8D-B81D1F6C1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77000" y="22098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vi-VN"/>
          </a:p>
        </p:txBody>
      </p:sp>
      <p:sp>
        <p:nvSpPr>
          <p:cNvPr id="101" name="Line 59">
            <a:extLst>
              <a:ext uri="{FF2B5EF4-FFF2-40B4-BE49-F238E27FC236}">
                <a16:creationId xmlns:a16="http://schemas.microsoft.com/office/drawing/2014/main" id="{A7E87AE5-077E-5F23-AF3E-C29E037C1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3581400"/>
            <a:ext cx="685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vi-VN"/>
          </a:p>
        </p:txBody>
      </p:sp>
      <p:sp>
        <p:nvSpPr>
          <p:cNvPr id="102" name="Line 60">
            <a:extLst>
              <a:ext uri="{FF2B5EF4-FFF2-40B4-BE49-F238E27FC236}">
                <a16:creationId xmlns:a16="http://schemas.microsoft.com/office/drawing/2014/main" id="{6C95DAF6-C742-781F-7649-D512A21FE6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1148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vi-VN"/>
          </a:p>
        </p:txBody>
      </p:sp>
      <p:sp>
        <p:nvSpPr>
          <p:cNvPr id="103" name="Line 61">
            <a:extLst>
              <a:ext uri="{FF2B5EF4-FFF2-40B4-BE49-F238E27FC236}">
                <a16:creationId xmlns:a16="http://schemas.microsoft.com/office/drawing/2014/main" id="{6498EFBD-DC09-67B5-8C49-78585B2E5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31242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vi-VN"/>
          </a:p>
        </p:txBody>
      </p:sp>
      <p:grpSp>
        <p:nvGrpSpPr>
          <p:cNvPr id="104" name="Group 63">
            <a:extLst>
              <a:ext uri="{FF2B5EF4-FFF2-40B4-BE49-F238E27FC236}">
                <a16:creationId xmlns:a16="http://schemas.microsoft.com/office/drawing/2014/main" id="{A8202462-095A-395C-AD11-46C6F9426125}"/>
              </a:ext>
            </a:extLst>
          </p:cNvPr>
          <p:cNvGrpSpPr>
            <a:grpSpLocks/>
          </p:cNvGrpSpPr>
          <p:nvPr/>
        </p:nvGrpSpPr>
        <p:grpSpPr bwMode="auto">
          <a:xfrm>
            <a:off x="7612063" y="5334000"/>
            <a:ext cx="1344612" cy="1473200"/>
            <a:chOff x="3891" y="2472"/>
            <a:chExt cx="836" cy="911"/>
          </a:xfrm>
        </p:grpSpPr>
        <p:sp>
          <p:nvSpPr>
            <p:cNvPr id="105" name="Rectangle 64">
              <a:extLst>
                <a:ext uri="{FF2B5EF4-FFF2-40B4-BE49-F238E27FC236}">
                  <a16:creationId xmlns:a16="http://schemas.microsoft.com/office/drawing/2014/main" id="{D4F2A4C9-E34D-9B11-E129-474C962F0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715"/>
              <a:ext cx="831" cy="66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600">
                  <a:latin typeface="Times New Roman" pitchFamily="18" charset="0"/>
                </a:rPr>
                <a:t>shipper_key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shipper_name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location_key</a:t>
              </a:r>
            </a:p>
            <a:p>
              <a:pPr eaLnBrk="0" hangingPunct="0"/>
              <a:r>
                <a:rPr lang="en-US" sz="1600">
                  <a:latin typeface="Times New Roman" pitchFamily="18" charset="0"/>
                </a:rPr>
                <a:t>shipper_type</a:t>
              </a:r>
            </a:p>
          </p:txBody>
        </p:sp>
        <p:sp>
          <p:nvSpPr>
            <p:cNvPr id="106" name="Text Box 65">
              <a:extLst>
                <a:ext uri="{FF2B5EF4-FFF2-40B4-BE49-F238E27FC236}">
                  <a16:creationId xmlns:a16="http://schemas.microsoft.com/office/drawing/2014/main" id="{9C3357E3-428F-FFA1-BE7C-A6694F6FF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" y="2472"/>
              <a:ext cx="539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800">
                  <a:latin typeface="Times New Roman" pitchFamily="18" charset="0"/>
                </a:rPr>
                <a:t>shipper</a:t>
              </a:r>
            </a:p>
          </p:txBody>
        </p:sp>
      </p:grpSp>
      <p:sp>
        <p:nvSpPr>
          <p:cNvPr id="107" name="Line 66">
            <a:extLst>
              <a:ext uri="{FF2B5EF4-FFF2-40B4-BE49-F238E27FC236}">
                <a16:creationId xmlns:a16="http://schemas.microsoft.com/office/drawing/2014/main" id="{5C135538-5FF5-F52A-05C1-B78BD76F98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0600" y="4724400"/>
            <a:ext cx="381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vi-VN"/>
          </a:p>
        </p:txBody>
      </p:sp>
      <p:sp>
        <p:nvSpPr>
          <p:cNvPr id="108" name="Line 67">
            <a:extLst>
              <a:ext uri="{FF2B5EF4-FFF2-40B4-BE49-F238E27FC236}">
                <a16:creationId xmlns:a16="http://schemas.microsoft.com/office/drawing/2014/main" id="{26C2F342-1CC6-F0ED-F1F4-74199346B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31242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/>
          <a:lstStyle/>
          <a:p>
            <a:endParaRPr lang="vi-VN"/>
          </a:p>
        </p:txBody>
      </p:sp>
      <p:sp>
        <p:nvSpPr>
          <p:cNvPr id="109" name="Line 68">
            <a:extLst>
              <a:ext uri="{FF2B5EF4-FFF2-40B4-BE49-F238E27FC236}">
                <a16:creationId xmlns:a16="http://schemas.microsoft.com/office/drawing/2014/main" id="{7B1360E5-B99E-B9BE-9C1A-013BBE84F5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5715000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806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Dimensional Modeling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Develop the Data Warehouse Bus Matrix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Follow the 4-step method to define fact and dimension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i="1" dirty="0">
                <a:ea typeface="+mn-lt"/>
                <a:cs typeface="+mn-lt"/>
              </a:rPr>
              <a:t>Step 1</a:t>
            </a:r>
            <a:r>
              <a:rPr lang="en-US" i="1" dirty="0">
                <a:ea typeface="+mn-lt"/>
                <a:cs typeface="+mn-lt"/>
              </a:rPr>
              <a:t>: Identify the business process (matrix row)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i="1" dirty="0">
                <a:ea typeface="+mn-lt"/>
                <a:cs typeface="+mn-lt"/>
              </a:rPr>
              <a:t>Step 2</a:t>
            </a:r>
            <a:r>
              <a:rPr lang="en-US" i="1" dirty="0">
                <a:ea typeface="+mn-lt"/>
                <a:cs typeface="+mn-lt"/>
              </a:rPr>
              <a:t>: Declare the grain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i="1" dirty="0">
                <a:ea typeface="+mn-lt"/>
                <a:cs typeface="+mn-lt"/>
              </a:rPr>
              <a:t>Step 3</a:t>
            </a:r>
            <a:r>
              <a:rPr lang="en-US" i="1" dirty="0">
                <a:ea typeface="+mn-lt"/>
                <a:cs typeface="+mn-lt"/>
              </a:rPr>
              <a:t>: Identify the dimensions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i="1" dirty="0">
                <a:ea typeface="+mn-lt"/>
                <a:cs typeface="+mn-lt"/>
              </a:rPr>
              <a:t>Step 4</a:t>
            </a:r>
            <a:r>
              <a:rPr lang="en-US" i="1" dirty="0">
                <a:ea typeface="+mn-lt"/>
                <a:cs typeface="+mn-lt"/>
              </a:rPr>
              <a:t>: Identify the facts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Diagram the dimensional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Fill the dimension and fact attributes</a:t>
            </a:r>
          </a:p>
        </p:txBody>
      </p:sp>
    </p:spTree>
    <p:extLst>
      <p:ext uri="{BB962C8B-B14F-4D97-AF65-F5344CB8AC3E}">
        <p14:creationId xmlns:p14="http://schemas.microsoft.com/office/powerpoint/2010/main" val="70699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#1: Identifying Business Processes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A29BC1-0863-083C-94A2-052F3BD99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598653"/>
              </p:ext>
            </p:extLst>
          </p:nvPr>
        </p:nvGraphicFramePr>
        <p:xfrm>
          <a:off x="4572000" y="1447800"/>
          <a:ext cx="62484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6248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3 types of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 processes</a:t>
            </a:r>
            <a:r>
              <a:rPr lang="en-US" kern="0" dirty="0">
                <a:ea typeface="+mn-lt"/>
                <a:cs typeface="+mn-lt"/>
              </a:rPr>
              <a:t> (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fact table</a:t>
            </a:r>
            <a:r>
              <a:rPr lang="en-US" kern="0" dirty="0">
                <a:ea typeface="+mn-lt"/>
                <a:cs typeface="+mn-lt"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kern="0" dirty="0">
              <a:ea typeface="+mn-lt"/>
              <a:cs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Events or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Transactions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Workflows a.k.a. </a:t>
            </a:r>
            <a:br>
              <a:rPr lang="en-US" kern="0" dirty="0">
                <a:ea typeface="+mn-lt"/>
                <a:cs typeface="+mn-lt"/>
              </a:rPr>
            </a:b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Accumulating Snapshots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Points in time </a:t>
            </a:r>
            <a:r>
              <a:rPr lang="en-US" kern="0" dirty="0" err="1">
                <a:ea typeface="+mn-lt"/>
                <a:cs typeface="+mn-lt"/>
              </a:rPr>
              <a:t>a.k.a</a:t>
            </a:r>
            <a:br>
              <a:rPr lang="en-US" kern="0" dirty="0">
                <a:ea typeface="+mn-lt"/>
                <a:cs typeface="+mn-lt"/>
              </a:rPr>
            </a:b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Periodic Snapshots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kern="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i="1" kern="0" dirty="0">
                <a:solidFill>
                  <a:schemeClr val="accent1"/>
                </a:solidFill>
                <a:ea typeface="+mn-lt"/>
                <a:cs typeface="+mn-lt"/>
              </a:rPr>
              <a:t>Business processes</a:t>
            </a:r>
            <a:r>
              <a:rPr lang="en-US" i="1" kern="0" dirty="0">
                <a:ea typeface="+mn-lt"/>
                <a:cs typeface="+mn-lt"/>
              </a:rPr>
              <a:t> contain </a:t>
            </a:r>
            <a:r>
              <a:rPr lang="en-US" i="1" kern="0" dirty="0">
                <a:solidFill>
                  <a:schemeClr val="accent1"/>
                </a:solidFill>
                <a:ea typeface="+mn-lt"/>
                <a:cs typeface="+mn-lt"/>
              </a:rPr>
              <a:t>facts</a:t>
            </a:r>
            <a:r>
              <a:rPr lang="en-US" i="1" kern="0" dirty="0">
                <a:ea typeface="+mn-lt"/>
                <a:cs typeface="+mn-lt"/>
              </a:rPr>
              <a:t> which we use end up being the </a:t>
            </a:r>
            <a:r>
              <a:rPr lang="en-US" i="1" kern="0" dirty="0">
                <a:solidFill>
                  <a:schemeClr val="accent1"/>
                </a:solidFill>
                <a:ea typeface="+mn-lt"/>
                <a:cs typeface="+mn-lt"/>
              </a:rPr>
              <a:t>fact tables</a:t>
            </a:r>
            <a:r>
              <a:rPr lang="en-US" i="1" kern="0" dirty="0">
                <a:ea typeface="+mn-lt"/>
                <a:cs typeface="+mn-lt"/>
              </a:rPr>
              <a:t> in our </a:t>
            </a:r>
            <a:r>
              <a:rPr lang="en-US" i="1" kern="0" dirty="0">
                <a:solidFill>
                  <a:schemeClr val="accent1"/>
                </a:solidFill>
                <a:ea typeface="+mn-lt"/>
                <a:cs typeface="+mn-lt"/>
              </a:rPr>
              <a:t>ROLAP star schemas</a:t>
            </a:r>
            <a:r>
              <a:rPr lang="en-US" i="1" kern="0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4980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Transaction Fact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The most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basic</a:t>
            </a:r>
            <a:r>
              <a:rPr lang="en-US" dirty="0">
                <a:ea typeface="+mn-lt"/>
                <a:cs typeface="+mn-lt"/>
              </a:rPr>
              <a:t> fact grain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One row per line </a:t>
            </a:r>
            <a:r>
              <a:rPr lang="en-US" dirty="0">
                <a:ea typeface="+mn-lt"/>
                <a:cs typeface="+mn-lt"/>
              </a:rPr>
              <a:t>in a transaction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Corresponds to a point in space and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Once inserted, it is not revisited for an update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Rows inserted into fact table when transaction or event occurs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Sales, Returns, Telemarketing, Registration Events</a:t>
            </a:r>
          </a:p>
        </p:txBody>
      </p:sp>
    </p:spTree>
    <p:extLst>
      <p:ext uri="{BB962C8B-B14F-4D97-AF65-F5344CB8AC3E}">
        <p14:creationId xmlns:p14="http://schemas.microsoft.com/office/powerpoint/2010/main" val="2250230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Types of Fact Table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68442BE-524B-1F70-447F-088FB3F01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671" y="1524000"/>
            <a:ext cx="864972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37717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Accumulating Snapshot Fact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Less frequently used, application specific.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Used to capture a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business process workflow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Fact row is initially inserted, then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updated</a:t>
            </a:r>
            <a:r>
              <a:rPr lang="en-US" dirty="0">
                <a:ea typeface="+mn-lt"/>
                <a:cs typeface="+mn-lt"/>
              </a:rPr>
              <a:t> as milestones occur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Fact table has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multiple date FK</a:t>
            </a:r>
            <a:r>
              <a:rPr lang="en-US" dirty="0">
                <a:ea typeface="+mn-lt"/>
                <a:cs typeface="+mn-lt"/>
              </a:rPr>
              <a:t> that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correspond to each milestone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Special facts</a:t>
            </a:r>
            <a:r>
              <a:rPr lang="en-US" dirty="0">
                <a:ea typeface="+mn-lt"/>
                <a:cs typeface="+mn-lt"/>
              </a:rPr>
              <a:t>: milestone counters and lag facts for a length of time between milestones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Examples: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Order fulfillment, Job Applicant tracking, Rental Cars</a:t>
            </a:r>
          </a:p>
        </p:txBody>
      </p:sp>
    </p:spTree>
    <p:extLst>
      <p:ext uri="{BB962C8B-B14F-4D97-AF65-F5344CB8AC3E}">
        <p14:creationId xmlns:p14="http://schemas.microsoft.com/office/powerpoint/2010/main" val="980131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Periodic Snapshot Fact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724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At 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predetermined intervals snapshots </a:t>
            </a:r>
            <a:r>
              <a:rPr lang="en-US" dirty="0">
                <a:ea typeface="+mn-lt"/>
                <a:cs typeface="+mn-lt"/>
              </a:rPr>
              <a:t>of the same level of detail are taken and stacked consecutively in the fact table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Snapshots can be taken daily, weekly, monthly, hourly, etc.…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Complements detailed transaction facts but does not replace them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Share the same conformed dimensions but has less dimensions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Examples: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Financial reports, Bank account values, Semester class schedules, Daily classroom Lab Logins, Student GPAs</a:t>
            </a:r>
          </a:p>
        </p:txBody>
      </p:sp>
    </p:spTree>
    <p:extLst>
      <p:ext uri="{BB962C8B-B14F-4D97-AF65-F5344CB8AC3E}">
        <p14:creationId xmlns:p14="http://schemas.microsoft.com/office/powerpoint/2010/main" val="3050061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Which Fact Table?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A29BC1-0863-083C-94A2-052F3BD99F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0" y="1447800"/>
          <a:ext cx="62484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6248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Concert ticket purchases?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Voter exit polls in an election?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Mortgage loan application and approval?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Auditing software use in a computer lab?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Daily summaries of visitors to websites?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Tracking Law School applications?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Attendance at sporting events?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Admissions to sporting events at 15-minute intervals?</a:t>
            </a:r>
          </a:p>
        </p:txBody>
      </p:sp>
    </p:spTree>
    <p:extLst>
      <p:ext uri="{BB962C8B-B14F-4D97-AF65-F5344CB8AC3E}">
        <p14:creationId xmlns:p14="http://schemas.microsoft.com/office/powerpoint/2010/main" val="2005305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#2: Declare the grain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Grain</a:t>
            </a:r>
            <a:r>
              <a:rPr lang="en-US" kern="0" dirty="0">
                <a:ea typeface="+mn-lt"/>
                <a:cs typeface="+mn-lt"/>
              </a:rPr>
              <a:t> is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level of detail </a:t>
            </a:r>
            <a:r>
              <a:rPr lang="en-US" kern="0" dirty="0">
                <a:ea typeface="+mn-lt"/>
                <a:cs typeface="+mn-lt"/>
              </a:rPr>
              <a:t>stored in the data warehouse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Do we store all products or just product categories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Each month, week, day, or hour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Grain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impact on the size </a:t>
            </a:r>
            <a:r>
              <a:rPr lang="en-US" kern="0" dirty="0">
                <a:ea typeface="+mn-lt"/>
                <a:cs typeface="+mn-lt"/>
              </a:rPr>
              <a:t>of the data warehouse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Typically implement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the lowest possible dimension grain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We can aggregate in many different ways</a:t>
            </a:r>
          </a:p>
        </p:txBody>
      </p:sp>
    </p:spTree>
    <p:extLst>
      <p:ext uri="{BB962C8B-B14F-4D97-AF65-F5344CB8AC3E}">
        <p14:creationId xmlns:p14="http://schemas.microsoft.com/office/powerpoint/2010/main" val="3138762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#3: Identify the Dimensions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Dimensions provide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context</a:t>
            </a:r>
            <a:r>
              <a:rPr lang="en-US" kern="0" dirty="0">
                <a:ea typeface="+mn-lt"/>
                <a:cs typeface="+mn-lt"/>
              </a:rPr>
              <a:t> for our facts.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We can easily identify dimensions because of the “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by</a:t>
            </a:r>
            <a:r>
              <a:rPr lang="en-US" kern="0" dirty="0">
                <a:ea typeface="+mn-lt"/>
                <a:cs typeface="+mn-lt"/>
              </a:rPr>
              <a:t>” and/or “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for</a:t>
            </a:r>
            <a:r>
              <a:rPr lang="en-US" kern="0" dirty="0">
                <a:ea typeface="+mn-lt"/>
                <a:cs typeface="+mn-lt"/>
              </a:rPr>
              <a:t>” words.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Total accounts receivables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for</a:t>
            </a:r>
            <a:r>
              <a:rPr lang="en-US" kern="0" dirty="0">
                <a:ea typeface="+mn-lt"/>
                <a:cs typeface="+mn-lt"/>
              </a:rPr>
              <a:t> the IT Department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by</a:t>
            </a:r>
            <a:r>
              <a:rPr lang="en-US" kern="0" dirty="0">
                <a:ea typeface="+mn-lt"/>
                <a:cs typeface="+mn-lt"/>
              </a:rPr>
              <a:t> Month.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Dimensions have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attributes</a:t>
            </a:r>
            <a:r>
              <a:rPr lang="en-US" kern="0" dirty="0">
                <a:ea typeface="+mn-lt"/>
                <a:cs typeface="+mn-lt"/>
              </a:rPr>
              <a:t> that describe and categorize their values.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Student: Major, Year, Dormitory, Gender.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 attributes help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constrain</a:t>
            </a:r>
            <a:r>
              <a:rPr lang="en-US" kern="0" dirty="0">
                <a:ea typeface="+mn-lt"/>
                <a:cs typeface="+mn-lt"/>
              </a:rPr>
              <a:t> and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summarize facts</a:t>
            </a:r>
            <a:r>
              <a:rPr lang="en-US" kern="0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1032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#4: Identify the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Facts</a:t>
            </a:r>
            <a:r>
              <a:rPr lang="en-US" kern="0" dirty="0">
                <a:ea typeface="+mn-lt"/>
                <a:cs typeface="+mn-lt"/>
              </a:rPr>
              <a:t> are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quantifiable numerical values</a:t>
            </a:r>
            <a:r>
              <a:rPr lang="en-US" kern="0" dirty="0">
                <a:ea typeface="+mn-lt"/>
                <a:cs typeface="+mn-lt"/>
              </a:rPr>
              <a:t> associated with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 process</a:t>
            </a:r>
            <a:r>
              <a:rPr lang="en-US" kern="0" dirty="0">
                <a:ea typeface="+mn-lt"/>
                <a:cs typeface="+mn-lt"/>
              </a:rPr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How much?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How many?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How long?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How often?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If it’s not tied to the business process, it’s not a fact.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For example: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Points Scored == Fact</a:t>
            </a:r>
          </a:p>
        </p:txBody>
      </p:sp>
    </p:spTree>
    <p:extLst>
      <p:ext uri="{BB962C8B-B14F-4D97-AF65-F5344CB8AC3E}">
        <p14:creationId xmlns:p14="http://schemas.microsoft.com/office/powerpoint/2010/main" val="3836180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Type of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Additive</a:t>
            </a:r>
            <a:r>
              <a:rPr lang="en-US" kern="0" dirty="0">
                <a:ea typeface="+mn-lt"/>
                <a:cs typeface="+mn-lt"/>
              </a:rPr>
              <a:t> - Fact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can</a:t>
            </a:r>
            <a:r>
              <a:rPr lang="en-US" kern="0" dirty="0">
                <a:ea typeface="+mn-lt"/>
                <a:cs typeface="+mn-lt"/>
              </a:rPr>
              <a:t> be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summed across all dimensions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 most useful kind of fact.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Quantity sold, hours billed.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Semi-Additive</a:t>
            </a:r>
            <a:r>
              <a:rPr lang="en-US" kern="0" dirty="0">
                <a:ea typeface="+mn-lt"/>
                <a:cs typeface="+mn-lt"/>
              </a:rPr>
              <a:t> - Fact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cannot</a:t>
            </a:r>
            <a:r>
              <a:rPr lang="en-US" kern="0" dirty="0">
                <a:ea typeface="+mn-lt"/>
                <a:cs typeface="+mn-lt"/>
              </a:rPr>
              <a:t> be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summed across all dimensions</a:t>
            </a:r>
            <a:r>
              <a:rPr lang="en-US" kern="0" dirty="0">
                <a:ea typeface="+mn-lt"/>
                <a:cs typeface="+mn-lt"/>
              </a:rPr>
              <a:t>, such as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time</a:t>
            </a:r>
            <a:r>
              <a:rPr lang="en-US" kern="0" dirty="0">
                <a:ea typeface="+mn-lt"/>
                <a:cs typeface="+mn-lt"/>
              </a:rPr>
              <a:t> periods.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 Sometimes these are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averaged</a:t>
            </a:r>
            <a:r>
              <a:rPr lang="en-US" kern="0" dirty="0">
                <a:ea typeface="+mn-lt"/>
                <a:cs typeface="+mn-lt"/>
              </a:rPr>
              <a:t> across the time dimension.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Quantity on Hand, Time logged on to the computer.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Non-Additive</a:t>
            </a:r>
            <a:r>
              <a:rPr lang="en-US" kern="0" dirty="0">
                <a:ea typeface="+mn-lt"/>
                <a:cs typeface="+mn-lt"/>
              </a:rPr>
              <a:t> -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Cannot</a:t>
            </a:r>
            <a:r>
              <a:rPr lang="en-US" kern="0" dirty="0">
                <a:ea typeface="+mn-lt"/>
                <a:cs typeface="+mn-lt"/>
              </a:rPr>
              <a:t> be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summed across any dimension</a:t>
            </a:r>
            <a:r>
              <a:rPr lang="en-US" kern="0" dirty="0">
                <a:ea typeface="+mn-lt"/>
                <a:cs typeface="+mn-lt"/>
              </a:rPr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These do not belong in the fact table, but with the dimension.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Basketball player height, Retail Price</a:t>
            </a:r>
          </a:p>
        </p:txBody>
      </p:sp>
    </p:spTree>
    <p:extLst>
      <p:ext uri="{BB962C8B-B14F-4D97-AF65-F5344CB8AC3E}">
        <p14:creationId xmlns:p14="http://schemas.microsoft.com/office/powerpoint/2010/main" val="3652668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Type of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B36E3-0EE2-4CE5-5BEA-C2ED758E7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399" y="1905000"/>
            <a:ext cx="8077201" cy="396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5618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Addictive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Airline Industry Fact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Dimensions: Date and Branch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Measure: Number of ticket sold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23E3C9-57F6-8CF0-6A96-3A5227FAD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971800"/>
            <a:ext cx="6466034" cy="3139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70050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Addictive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23D506F-5C6C-AA26-3C48-DBA939346DE0}"/>
              </a:ext>
            </a:extLst>
          </p:cNvPr>
          <p:cNvSpPr txBox="1">
            <a:spLocks/>
          </p:cNvSpPr>
          <p:nvPr/>
        </p:nvSpPr>
        <p:spPr bwMode="auto">
          <a:xfrm>
            <a:off x="342900" y="1535113"/>
            <a:ext cx="41544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Sum across Date Dimension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A24A9D-42F1-0EA2-20B7-C22255FD8509}"/>
              </a:ext>
            </a:extLst>
          </p:cNvPr>
          <p:cNvSpPr txBox="1">
            <a:spLocks/>
          </p:cNvSpPr>
          <p:nvPr/>
        </p:nvSpPr>
        <p:spPr>
          <a:xfrm>
            <a:off x="4645025" y="1535113"/>
            <a:ext cx="4498975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Sum across Branch Dimension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7AF9FD0-DECB-0D2C-2674-4A52A24C3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2174875"/>
            <a:ext cx="8458200" cy="314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41650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Semi-addictive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Bank Industry Fact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Dimensions: Date and Account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Measure: Current Balance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E743F04-9172-7463-C7F2-CA3E1D3F8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895600"/>
            <a:ext cx="69342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62106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Semi-addictive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23D506F-5C6C-AA26-3C48-DBA939346DE0}"/>
              </a:ext>
            </a:extLst>
          </p:cNvPr>
          <p:cNvSpPr txBox="1">
            <a:spLocks/>
          </p:cNvSpPr>
          <p:nvPr/>
        </p:nvSpPr>
        <p:spPr bwMode="auto">
          <a:xfrm>
            <a:off x="342900" y="1535113"/>
            <a:ext cx="41544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Sum across Date Dimension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A24A9D-42F1-0EA2-20B7-C22255FD8509}"/>
              </a:ext>
            </a:extLst>
          </p:cNvPr>
          <p:cNvSpPr txBox="1">
            <a:spLocks/>
          </p:cNvSpPr>
          <p:nvPr/>
        </p:nvSpPr>
        <p:spPr>
          <a:xfrm>
            <a:off x="4572001" y="1535113"/>
            <a:ext cx="4572000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Sum across Account Dimension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1B67D-C1E7-9318-CBF3-D598C00D7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09800"/>
            <a:ext cx="847133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83817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Non-addictive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Supper Market Chain Fact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Dimensions: Date and Store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Measure: Profit Margin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960D0-CD43-7B53-0FB5-28E134AEA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819400"/>
            <a:ext cx="7010400" cy="329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04245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Non-addictive Facts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23D506F-5C6C-AA26-3C48-DBA939346DE0}"/>
              </a:ext>
            </a:extLst>
          </p:cNvPr>
          <p:cNvSpPr txBox="1">
            <a:spLocks/>
          </p:cNvSpPr>
          <p:nvPr/>
        </p:nvSpPr>
        <p:spPr bwMode="auto">
          <a:xfrm>
            <a:off x="342900" y="1535113"/>
            <a:ext cx="4154488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Sum across Date Dimension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A24A9D-42F1-0EA2-20B7-C22255FD8509}"/>
              </a:ext>
            </a:extLst>
          </p:cNvPr>
          <p:cNvSpPr txBox="1">
            <a:spLocks/>
          </p:cNvSpPr>
          <p:nvPr/>
        </p:nvSpPr>
        <p:spPr>
          <a:xfrm>
            <a:off x="4646613" y="1535113"/>
            <a:ext cx="4354423" cy="639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Sum across Store Dimension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4660A9A-40A2-428A-96E8-D80353066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09800"/>
            <a:ext cx="8543327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75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137"/>
            <a:ext cx="83820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Which Fact? Additive? Semi? Non?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Number of page views on a website?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The amount of taxes withheld on an employee’s monthly paycheck?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Credit card balance.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Pants waist size? 32, 34, </a:t>
            </a:r>
            <a:r>
              <a:rPr lang="en-US" kern="0" dirty="0" err="1">
                <a:ea typeface="+mn-lt"/>
                <a:cs typeface="+mn-lt"/>
              </a:rPr>
              <a:t>etc</a:t>
            </a:r>
            <a:r>
              <a:rPr lang="en-US" kern="0" dirty="0">
                <a:ea typeface="+mn-lt"/>
                <a:cs typeface="+mn-lt"/>
              </a:rPr>
              <a:t>…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Tracking when a student attends class?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Product Retail Price?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Vehicle’s MPG rating?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The number of minutes late employees arrive to work each day.</a:t>
            </a:r>
          </a:p>
        </p:txBody>
      </p:sp>
    </p:spTree>
    <p:extLst>
      <p:ext uri="{BB962C8B-B14F-4D97-AF65-F5344CB8AC3E}">
        <p14:creationId xmlns:p14="http://schemas.microsoft.com/office/powerpoint/2010/main" val="2352234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137"/>
            <a:ext cx="83820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Dimensional Modeling Practice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Identify: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 Process</a:t>
            </a:r>
            <a:r>
              <a:rPr lang="en-US" kern="0" dirty="0">
                <a:ea typeface="+mn-lt"/>
                <a:cs typeface="+mn-lt"/>
              </a:rPr>
              <a:t>,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Fact</a:t>
            </a:r>
            <a:r>
              <a:rPr lang="en-US" kern="0" dirty="0">
                <a:ea typeface="+mn-lt"/>
                <a:cs typeface="+mn-lt"/>
              </a:rPr>
              <a:t>, and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Dimensions</a:t>
            </a:r>
          </a:p>
          <a:p>
            <a:pPr marL="0" indent="0">
              <a:buNone/>
            </a:pPr>
            <a:endParaRPr lang="en-US" kern="0" dirty="0">
              <a:solidFill>
                <a:schemeClr val="accent1"/>
              </a:solidFill>
              <a:ea typeface="+mn-lt"/>
              <a:cs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What’s the total amount of product shipped by sales region for 2010-2014?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What’s the average time in days for a student’s application to be processed?</a:t>
            </a:r>
          </a:p>
          <a:p>
            <a:pPr marL="514350" indent="-514350">
              <a:buFont typeface="+mj-lt"/>
              <a:buAutoNum type="arabicPeriod"/>
            </a:pPr>
            <a:r>
              <a:rPr lang="en-US" kern="0" dirty="0">
                <a:ea typeface="+mn-lt"/>
                <a:cs typeface="+mn-lt"/>
              </a:rPr>
              <a:t>How many </a:t>
            </a:r>
            <a:r>
              <a:rPr lang="vi-VN" kern="0" dirty="0">
                <a:ea typeface="+mn-lt"/>
                <a:cs typeface="+mn-lt"/>
              </a:rPr>
              <a:t>HCMUTE’s students </a:t>
            </a:r>
            <a:r>
              <a:rPr lang="en-US" kern="0" dirty="0">
                <a:ea typeface="+mn-lt"/>
                <a:cs typeface="+mn-lt"/>
              </a:rPr>
              <a:t>wait more than 15 </a:t>
            </a:r>
            <a:r>
              <a:rPr lang="vi-VN" kern="0" dirty="0">
                <a:ea typeface="+mn-lt"/>
                <a:cs typeface="+mn-lt"/>
              </a:rPr>
              <a:t>minutes at Bus centre 1st VoVanNgan </a:t>
            </a:r>
            <a:r>
              <a:rPr lang="en-US" kern="0" dirty="0">
                <a:ea typeface="+mn-lt"/>
                <a:cs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437639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Enterprise Bus Matrix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A key deliverable from requirements gathering,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 matrix</a:t>
            </a:r>
            <a:r>
              <a:rPr lang="en-US" kern="0" dirty="0">
                <a:ea typeface="+mn-lt"/>
                <a:cs typeface="+mn-lt"/>
              </a:rPr>
              <a:t> documents your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 processes</a:t>
            </a:r>
            <a:r>
              <a:rPr lang="en-US" kern="0" dirty="0">
                <a:ea typeface="+mn-lt"/>
                <a:cs typeface="+mn-lt"/>
              </a:rPr>
              <a:t>,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grain</a:t>
            </a:r>
            <a:r>
              <a:rPr lang="en-US" kern="0" dirty="0">
                <a:ea typeface="+mn-lt"/>
                <a:cs typeface="+mn-lt"/>
              </a:rPr>
              <a:t>,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dimensions</a:t>
            </a:r>
            <a:r>
              <a:rPr lang="en-US" kern="0" dirty="0">
                <a:ea typeface="+mn-lt"/>
                <a:cs typeface="+mn-lt"/>
              </a:rPr>
              <a:t>, and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facts</a:t>
            </a:r>
            <a:r>
              <a:rPr lang="en-US" kern="0" dirty="0">
                <a:ea typeface="+mn-lt"/>
                <a:cs typeface="+mn-lt"/>
              </a:rPr>
              <a:t> across all projects in your program.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91191-A06A-CBD2-73FD-C64A7CFDCB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3462728"/>
            <a:ext cx="8153400" cy="24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7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Build A Bus Matrix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Identify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 processes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Transaction, Periodic Snapshot or Accumulating Snapshot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Declare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grain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 level of detail stored in the data warehouse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Identify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dimensions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 context for our facts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Identify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facts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Should be Additive or at least Semi-Additive</a:t>
            </a:r>
          </a:p>
        </p:txBody>
      </p:sp>
    </p:spTree>
    <p:extLst>
      <p:ext uri="{BB962C8B-B14F-4D97-AF65-F5344CB8AC3E}">
        <p14:creationId xmlns:p14="http://schemas.microsoft.com/office/powerpoint/2010/main" val="1519671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The Dimension Table Key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Surrogate keys </a:t>
            </a:r>
            <a:r>
              <a:rPr lang="en-US" kern="0" dirty="0">
                <a:ea typeface="+mn-lt"/>
                <a:cs typeface="+mn-lt"/>
              </a:rPr>
              <a:t>(identities, sequences e.g. 1,2,3,…) are used for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primary key constraint</a:t>
            </a:r>
            <a:r>
              <a:rPr lang="en-US" kern="0" dirty="0">
                <a:ea typeface="+mn-lt"/>
                <a:cs typeface="+mn-lt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They yield the best performance for the Star Schema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Most efficient joins,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Smaller indexes in a fact table,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More rows per block in the fact table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They have no dependency on the primary key in operational source data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Makes it easier to deal with changes to the source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 table requires a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natural key </a:t>
            </a:r>
            <a:r>
              <a:rPr lang="en-US" kern="0" dirty="0">
                <a:ea typeface="+mn-lt"/>
                <a:cs typeface="+mn-lt"/>
              </a:rPr>
              <a:t>or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business key </a:t>
            </a:r>
            <a:r>
              <a:rPr lang="en-US" kern="0" dirty="0">
                <a:ea typeface="+mn-lt"/>
                <a:cs typeface="+mn-lt"/>
              </a:rPr>
              <a:t>to identify a unique row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Ex: Customer’s email address, Employee’s ID number.</a:t>
            </a:r>
          </a:p>
        </p:txBody>
      </p:sp>
    </p:spTree>
    <p:extLst>
      <p:ext uri="{BB962C8B-B14F-4D97-AF65-F5344CB8AC3E}">
        <p14:creationId xmlns:p14="http://schemas.microsoft.com/office/powerpoint/2010/main" val="184573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Date and Time Dimensions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Just about every fact table has a date and/or time dimension.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This is the most common of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conformed dimensions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Usually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generated programmatically </a:t>
            </a:r>
            <a:r>
              <a:rPr lang="en-US" kern="0" dirty="0">
                <a:ea typeface="+mn-lt"/>
                <a:cs typeface="+mn-lt"/>
              </a:rPr>
              <a:t>during the ETL process or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imported</a:t>
            </a:r>
            <a:r>
              <a:rPr lang="en-US" kern="0" dirty="0">
                <a:ea typeface="+mn-lt"/>
                <a:cs typeface="+mn-lt"/>
              </a:rPr>
              <a:t> from a spreadsheet.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Acceptable to use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PK</a:t>
            </a:r>
            <a:r>
              <a:rPr lang="en-US" kern="0" dirty="0">
                <a:ea typeface="+mn-lt"/>
                <a:cs typeface="+mn-lt"/>
              </a:rPr>
              <a:t> in the form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YYYYMMDD (int)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In you need the time of day, use a separate dimension.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Time of day should only be used if there are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meaningful textual descriptions</a:t>
            </a:r>
            <a:r>
              <a:rPr lang="en-US" kern="0" dirty="0">
                <a:ea typeface="+mn-lt"/>
                <a:cs typeface="+mn-lt"/>
              </a:rPr>
              <a:t> of time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Lunch, Dinner, 1st shift, 2nd Shift,  etc.…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Elapsed times intervals are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facts</a:t>
            </a:r>
            <a:r>
              <a:rPr lang="en-US" kern="0" dirty="0">
                <a:ea typeface="+mn-lt"/>
                <a:cs typeface="+mn-lt"/>
              </a:rPr>
              <a:t>, not attributes.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Minutes between when the order was received and shipped </a:t>
            </a:r>
          </a:p>
        </p:txBody>
      </p:sp>
    </p:spTree>
    <p:extLst>
      <p:ext uri="{BB962C8B-B14F-4D97-AF65-F5344CB8AC3E}">
        <p14:creationId xmlns:p14="http://schemas.microsoft.com/office/powerpoint/2010/main" val="247390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Date Dimension Example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593FB036-B9CA-457E-914D-363754071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1371600"/>
            <a:ext cx="8990743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Degenerate Dimensions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Dimensions we store in the fact table</a:t>
            </a:r>
            <a:r>
              <a:rPr lang="en-US" kern="0" dirty="0">
                <a:ea typeface="+mn-lt"/>
                <a:cs typeface="+mn-lt"/>
              </a:rPr>
              <a:t> because there’s too many of them for their own a dimension 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For example a 1-1 relationship from fact to dimension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These occur in transaction fact tables that have a parent-child (One to Many) structure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Order </a:t>
            </a:r>
            <a:r>
              <a:rPr lang="en-US" kern="0" dirty="0">
                <a:ea typeface="+mn-lt"/>
                <a:cs typeface="+mn-lt"/>
                <a:sym typeface="Wingdings" panose="05000000000000000000" pitchFamily="2" charset="2"/>
              </a:rPr>
              <a:t></a:t>
            </a:r>
            <a:r>
              <a:rPr lang="en-US" kern="0" dirty="0">
                <a:ea typeface="+mn-lt"/>
                <a:cs typeface="+mn-lt"/>
              </a:rPr>
              <a:t> Order Detail, 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Airline Ticket </a:t>
            </a:r>
            <a:r>
              <a:rPr lang="en-US" kern="0" dirty="0">
                <a:ea typeface="+mn-lt"/>
                <a:cs typeface="+mn-lt"/>
                <a:sym typeface="Wingdings" panose="05000000000000000000" pitchFamily="2" charset="2"/>
              </a:rPr>
              <a:t></a:t>
            </a:r>
            <a:r>
              <a:rPr lang="en-US" kern="0" dirty="0">
                <a:ea typeface="+mn-lt"/>
                <a:cs typeface="+mn-lt"/>
              </a:rPr>
              <a:t> Flights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Allow us to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drill-through</a:t>
            </a:r>
            <a:r>
              <a:rPr lang="en-US" kern="0" dirty="0">
                <a:ea typeface="+mn-lt"/>
                <a:cs typeface="+mn-lt"/>
              </a:rPr>
              <a:t> to operational data, in the ODS.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Usually ends up as part of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primary key </a:t>
            </a:r>
            <a:r>
              <a:rPr lang="en-US" kern="0" dirty="0">
                <a:ea typeface="+mn-lt"/>
                <a:cs typeface="+mn-lt"/>
              </a:rPr>
              <a:t>of the fact table.</a:t>
            </a:r>
          </a:p>
        </p:txBody>
      </p:sp>
    </p:spTree>
    <p:extLst>
      <p:ext uri="{BB962C8B-B14F-4D97-AF65-F5344CB8AC3E}">
        <p14:creationId xmlns:p14="http://schemas.microsoft.com/office/powerpoint/2010/main" val="3938630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Slowly Changing Dimensions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Dimensional data changes infrequently but when it does you need a strategy for addressing the change.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Ex: What happens when a customer has a new address,  or an Employee has a name change?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4 Popular Strategies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Type 1</a:t>
            </a:r>
            <a:r>
              <a:rPr lang="en-US" kern="0" dirty="0">
                <a:ea typeface="+mn-lt"/>
                <a:cs typeface="+mn-lt"/>
              </a:rPr>
              <a:t>: Overwrite the existing attribute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Type 2</a:t>
            </a:r>
            <a:r>
              <a:rPr lang="en-US" kern="0" dirty="0">
                <a:ea typeface="+mn-lt"/>
                <a:cs typeface="+mn-lt"/>
              </a:rPr>
              <a:t>: Add a new Dimension row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Type 3</a:t>
            </a:r>
            <a:r>
              <a:rPr lang="en-US" kern="0" dirty="0">
                <a:ea typeface="+mn-lt"/>
                <a:cs typeface="+mn-lt"/>
              </a:rPr>
              <a:t>: Add a new Dimension attribute -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Mini-Dimension</a:t>
            </a:r>
            <a:r>
              <a:rPr lang="en-US" kern="0" dirty="0">
                <a:ea typeface="+mn-lt"/>
                <a:cs typeface="+mn-lt"/>
              </a:rPr>
              <a:t>: Add a new Dimension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These strategies are not mutually exclusive and can be combined.</a:t>
            </a:r>
          </a:p>
        </p:txBody>
      </p:sp>
    </p:spTree>
    <p:extLst>
      <p:ext uri="{BB962C8B-B14F-4D97-AF65-F5344CB8AC3E}">
        <p14:creationId xmlns:p14="http://schemas.microsoft.com/office/powerpoint/2010/main" val="767436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Type 1: Overwrite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Appropriate for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correcting mistakes or errors  in data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changes where historical associations do not matter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 old value has no significance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If the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previous value matters, don’t use this strategy</a:t>
            </a:r>
            <a:r>
              <a:rPr lang="en-US" kern="0" dirty="0">
                <a:ea typeface="+mn-lt"/>
                <a:cs typeface="+mn-lt"/>
              </a:rPr>
              <a:t>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You are rewriting history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Problems will occur with data aggregated on old values.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Employee Name Changes, Corrections, Natural Key Edits.</a:t>
            </a:r>
          </a:p>
        </p:txBody>
      </p:sp>
    </p:spTree>
    <p:extLst>
      <p:ext uri="{BB962C8B-B14F-4D97-AF65-F5344CB8AC3E}">
        <p14:creationId xmlns:p14="http://schemas.microsoft.com/office/powerpoint/2010/main" val="22108597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Type 2: Add New Dimension Row</a:t>
            </a:r>
            <a:endParaRPr lang="en-US" sz="4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Most popular strategy, as it preserves history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Natural key is repeated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Old and new values are stored along with effective dates and indicators of which row is “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current</a:t>
            </a:r>
            <a:r>
              <a:rPr lang="en-US" kern="0" dirty="0">
                <a:ea typeface="+mn-lt"/>
                <a:cs typeface="+mn-lt"/>
              </a:rPr>
              <a:t>”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4DA47D-3B61-6BB2-CD7C-451FC091D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47895"/>
              </p:ext>
            </p:extLst>
          </p:nvPr>
        </p:nvGraphicFramePr>
        <p:xfrm>
          <a:off x="304801" y="3276600"/>
          <a:ext cx="8610599" cy="2479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7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78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1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4822">
                <a:tc>
                  <a:txBody>
                    <a:bodyPr/>
                    <a:lstStyle/>
                    <a:p>
                      <a:r>
                        <a:rPr lang="en-US" dirty="0"/>
                        <a:t>Product 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</a:t>
                      </a:r>
                      <a:r>
                        <a:rPr lang="en-US" dirty="0" err="1"/>
                        <a:t>Descr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Effective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Expiration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Current 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698">
                <a:tc>
                  <a:txBody>
                    <a:bodyPr/>
                    <a:lstStyle/>
                    <a:p>
                      <a:r>
                        <a:rPr lang="en-US" dirty="0"/>
                        <a:t>11981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Stapler,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4/7/2010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9/1/2011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98">
                <a:tc>
                  <a:txBody>
                    <a:bodyPr/>
                    <a:lstStyle/>
                    <a:p>
                      <a:r>
                        <a:rPr lang="en-US" dirty="0"/>
                        <a:t>20344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Stapler,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9/2/2011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3/31/2013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22">
                <a:tc>
                  <a:txBody>
                    <a:bodyPr/>
                    <a:lstStyle/>
                    <a:p>
                      <a:r>
                        <a:rPr lang="en-US" dirty="0"/>
                        <a:t>45393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Stapler,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Office 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4/1/2013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12/31/9999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Up Arrow 4">
            <a:extLst>
              <a:ext uri="{FF2B5EF4-FFF2-40B4-BE49-F238E27FC236}">
                <a16:creationId xmlns:a16="http://schemas.microsoft.com/office/drawing/2014/main" id="{28E90B53-14B7-103B-E6D8-72C8A289C7D5}"/>
              </a:ext>
            </a:extLst>
          </p:cNvPr>
          <p:cNvSpPr/>
          <p:nvPr/>
        </p:nvSpPr>
        <p:spPr>
          <a:xfrm>
            <a:off x="3581399" y="5739581"/>
            <a:ext cx="1981200" cy="838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Change</a:t>
            </a:r>
          </a:p>
        </p:txBody>
      </p:sp>
    </p:spTree>
    <p:extLst>
      <p:ext uri="{BB962C8B-B14F-4D97-AF65-F5344CB8AC3E}">
        <p14:creationId xmlns:p14="http://schemas.microsoft.com/office/powerpoint/2010/main" val="11623256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Type 3: Add A New Dimension Attribute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Infrequently used, preserves history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Useful for “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soft</a:t>
            </a:r>
            <a:r>
              <a:rPr lang="en-US" kern="0" dirty="0">
                <a:ea typeface="+mn-lt"/>
                <a:cs typeface="+mn-lt"/>
              </a:rPr>
              <a:t>” changes where users might want to choose between the old and new attribute or need to access both values for a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The new value is written to the existing column, and the old value is stored in a new column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This way queries do not have to be re-written to access the new attribute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Ex. Redistricting sales territories. Re-charting accounting codes</a:t>
            </a:r>
          </a:p>
        </p:txBody>
      </p:sp>
    </p:spTree>
    <p:extLst>
      <p:ext uri="{BB962C8B-B14F-4D97-AF65-F5344CB8AC3E}">
        <p14:creationId xmlns:p14="http://schemas.microsoft.com/office/powerpoint/2010/main" val="2921266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Mini-Dimensions: Add New Dimension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8686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If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attributes change frequently </a:t>
            </a:r>
            <a:r>
              <a:rPr lang="en-US" kern="0" dirty="0">
                <a:ea typeface="+mn-lt"/>
                <a:cs typeface="+mn-lt"/>
              </a:rPr>
              <a:t>consider placing them in their own “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mini-dimensions</a:t>
            </a:r>
            <a:r>
              <a:rPr lang="en-US" kern="0" dirty="0">
                <a:ea typeface="+mn-lt"/>
                <a:cs typeface="+mn-lt"/>
              </a:rPr>
              <a:t>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kern="0" dirty="0">
                <a:ea typeface="+mn-lt"/>
                <a:cs typeface="+mn-lt"/>
              </a:rPr>
              <a:t>Most effective when you have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banded values </a:t>
            </a:r>
            <a:r>
              <a:rPr lang="en-US" kern="0" dirty="0">
                <a:ea typeface="+mn-lt"/>
                <a:cs typeface="+mn-lt"/>
              </a:rPr>
              <a:t>or </a:t>
            </a:r>
            <a:r>
              <a:rPr lang="en-US" kern="0" dirty="0">
                <a:solidFill>
                  <a:schemeClr val="accent1"/>
                </a:solidFill>
                <a:ea typeface="+mn-lt"/>
                <a:cs typeface="+mn-lt"/>
              </a:rPr>
              <a:t>ranges of discrete values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kern="0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75DA6-4114-14BF-ACEC-BEB97BF2B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450322"/>
            <a:ext cx="3429000" cy="2057400"/>
          </a:xfrm>
          <a:prstGeom prst="rect">
            <a:avLst/>
          </a:prstGeom>
          <a:solidFill>
            <a:srgbClr val="92D05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b="1" u="sng" dirty="0"/>
              <a:t>Fact Table</a:t>
            </a:r>
          </a:p>
          <a:p>
            <a:pPr algn="ctr" eaLnBrk="1" hangingPunct="1"/>
            <a:r>
              <a:rPr lang="en-US" dirty="0">
                <a:latin typeface="+mn-lt"/>
              </a:rPr>
              <a:t>Customer Key FK</a:t>
            </a:r>
          </a:p>
          <a:p>
            <a:pPr algn="ctr" eaLnBrk="1" hangingPunct="1"/>
            <a:r>
              <a:rPr lang="en-US" dirty="0">
                <a:latin typeface="+mn-lt"/>
              </a:rPr>
              <a:t>Customer Demographics Key FK</a:t>
            </a:r>
          </a:p>
          <a:p>
            <a:pPr algn="ctr" eaLnBrk="1" hangingPunct="1"/>
            <a:r>
              <a:rPr lang="en-US" dirty="0">
                <a:latin typeface="+mn-lt"/>
              </a:rPr>
              <a:t>… other </a:t>
            </a:r>
            <a:r>
              <a:rPr lang="en-US" dirty="0" err="1">
                <a:latin typeface="+mn-lt"/>
              </a:rPr>
              <a:t>FKeys</a:t>
            </a:r>
            <a:r>
              <a:rPr lang="en-US" dirty="0">
                <a:latin typeface="+mn-lt"/>
              </a:rPr>
              <a:t>…</a:t>
            </a:r>
          </a:p>
          <a:p>
            <a:pPr algn="ctr" eaLnBrk="1" hangingPunct="1"/>
            <a:r>
              <a:rPr lang="en-US" dirty="0">
                <a:latin typeface="+mn-lt"/>
              </a:rPr>
              <a:t>… Facts…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1CCB1-FB1C-5FBB-E07D-134D011C9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743200"/>
            <a:ext cx="2514600" cy="1470279"/>
          </a:xfrm>
          <a:prstGeom prst="rect">
            <a:avLst/>
          </a:prstGeom>
          <a:solidFill>
            <a:srgbClr val="92D050"/>
          </a:solidFill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b="1" u="sng" dirty="0"/>
              <a:t>Customer Dimension</a:t>
            </a:r>
          </a:p>
          <a:p>
            <a:pPr algn="ctr" eaLnBrk="1" hangingPunct="1"/>
            <a:r>
              <a:rPr lang="en-US" dirty="0">
                <a:latin typeface="+mn-lt"/>
              </a:rPr>
              <a:t>Customer key PK</a:t>
            </a:r>
          </a:p>
          <a:p>
            <a:pPr algn="ctr" eaLnBrk="1" hangingPunct="1"/>
            <a:r>
              <a:rPr lang="en-US" dirty="0">
                <a:latin typeface="+mn-lt"/>
              </a:rPr>
              <a:t>Customer ID (Nat. Key)</a:t>
            </a:r>
          </a:p>
          <a:p>
            <a:pPr algn="ctr" eaLnBrk="1" hangingPunct="1"/>
            <a:r>
              <a:rPr lang="en-US" dirty="0">
                <a:latin typeface="+mn-lt"/>
              </a:rPr>
              <a:t>Customer Name</a:t>
            </a:r>
          </a:p>
          <a:p>
            <a:pPr algn="ctr" eaLnBrk="1" hangingPunct="1"/>
            <a:r>
              <a:rPr lang="en-US" dirty="0">
                <a:latin typeface="+mn-lt"/>
              </a:rPr>
              <a:t>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63ED0B-1F72-10E9-96BF-6E3185B252DB}"/>
              </a:ext>
            </a:extLst>
          </p:cNvPr>
          <p:cNvCxnSpPr>
            <a:cxnSpLocks/>
          </p:cNvCxnSpPr>
          <p:nvPr/>
        </p:nvCxnSpPr>
        <p:spPr>
          <a:xfrm flipV="1">
            <a:off x="3581400" y="3200400"/>
            <a:ext cx="2362200" cy="85952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92D3F79-D938-4242-6BDE-55A0ED5C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40923"/>
            <a:ext cx="4419600" cy="1905000"/>
          </a:xfrm>
          <a:prstGeom prst="rect">
            <a:avLst/>
          </a:prstGeom>
          <a:solidFill>
            <a:srgbClr val="92D05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b="1" u="sng" dirty="0"/>
              <a:t>Customer Demographics Dimension</a:t>
            </a:r>
          </a:p>
          <a:p>
            <a:pPr algn="ctr" eaLnBrk="1" hangingPunct="1"/>
            <a:r>
              <a:rPr lang="en-US" dirty="0">
                <a:latin typeface="+mn-lt"/>
              </a:rPr>
              <a:t>Customer Demographics Key PK</a:t>
            </a:r>
          </a:p>
          <a:p>
            <a:pPr algn="ctr" eaLnBrk="1" hangingPunct="1"/>
            <a:r>
              <a:rPr lang="en-US" dirty="0">
                <a:latin typeface="+mn-lt"/>
              </a:rPr>
              <a:t>Customer Age Band</a:t>
            </a:r>
          </a:p>
          <a:p>
            <a:pPr algn="ctr" eaLnBrk="1" hangingPunct="1"/>
            <a:r>
              <a:rPr lang="en-US" dirty="0">
                <a:latin typeface="+mn-lt"/>
              </a:rPr>
              <a:t>Customer Gender</a:t>
            </a:r>
          </a:p>
          <a:p>
            <a:pPr algn="ctr" eaLnBrk="1" hangingPunct="1"/>
            <a:r>
              <a:rPr lang="en-US" dirty="0">
                <a:latin typeface="+mn-lt"/>
              </a:rPr>
              <a:t>Customer Income Band</a:t>
            </a:r>
          </a:p>
          <a:p>
            <a:pPr algn="ctr" eaLnBrk="1" hangingPunct="1"/>
            <a:r>
              <a:rPr lang="en-US" dirty="0">
                <a:latin typeface="+mn-lt"/>
              </a:rPr>
              <a:t>…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744230-13A1-6640-F633-14DDDCC959E2}"/>
              </a:ext>
            </a:extLst>
          </p:cNvPr>
          <p:cNvCxnSpPr>
            <a:cxnSpLocks/>
          </p:cNvCxnSpPr>
          <p:nvPr/>
        </p:nvCxnSpPr>
        <p:spPr>
          <a:xfrm>
            <a:off x="3581400" y="4574272"/>
            <a:ext cx="1447800" cy="45492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175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338137"/>
            <a:ext cx="8242300" cy="4873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Summary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369A0-6144-D191-9617-9D808D6D2E3F}"/>
              </a:ext>
            </a:extLst>
          </p:cNvPr>
          <p:cNvSpPr txBox="1">
            <a:spLocks/>
          </p:cNvSpPr>
          <p:nvPr/>
        </p:nvSpPr>
        <p:spPr bwMode="auto">
          <a:xfrm>
            <a:off x="228600" y="1524000"/>
            <a:ext cx="8686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3200" kern="0" dirty="0">
                <a:ea typeface="+mn-lt"/>
                <a:cs typeface="+mn-lt"/>
              </a:rPr>
              <a:t>Dimensional Modeling Concepts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kern="0" dirty="0">
                <a:ea typeface="+mn-lt"/>
                <a:cs typeface="+mn-lt"/>
              </a:rPr>
              <a:t>Dimensional Modeling Process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kern="0" dirty="0">
                <a:ea typeface="+mn-lt"/>
                <a:cs typeface="+mn-lt"/>
              </a:rPr>
              <a:t>Types of Fact Tables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kern="0" dirty="0">
                <a:ea typeface="+mn-lt"/>
                <a:cs typeface="+mn-lt"/>
              </a:rPr>
              <a:t>Types of Facts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kern="0" dirty="0">
                <a:ea typeface="+mn-lt"/>
                <a:cs typeface="+mn-lt"/>
              </a:rPr>
              <a:t>Slowly Changing Dimensions</a:t>
            </a:r>
          </a:p>
        </p:txBody>
      </p:sp>
    </p:spTree>
    <p:extLst>
      <p:ext uri="{BB962C8B-B14F-4D97-AF65-F5344CB8AC3E}">
        <p14:creationId xmlns:p14="http://schemas.microsoft.com/office/powerpoint/2010/main" val="3584516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5638800" cy="487363"/>
          </a:xfrm>
        </p:spPr>
        <p:txBody>
          <a:bodyPr/>
          <a:lstStyle/>
          <a:p>
            <a:r>
              <a:rPr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Reference Books</a:t>
            </a:r>
            <a:endParaRPr 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766C7-1058-4F19-8581-0A18D460B31C}"/>
              </a:ext>
            </a:extLst>
          </p:cNvPr>
          <p:cNvSpPr txBox="1"/>
          <p:nvPr/>
        </p:nvSpPr>
        <p:spPr>
          <a:xfrm>
            <a:off x="986287" y="3071004"/>
            <a:ext cx="2743200" cy="2693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50" dirty="0">
              <a:latin typeface="Times New Roman"/>
              <a:cs typeface="Times New Roman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265F64-D9A5-49CB-AAB0-26A48ABDC13B}"/>
              </a:ext>
            </a:extLst>
          </p:cNvPr>
          <p:cNvSpPr txBox="1">
            <a:spLocks/>
          </p:cNvSpPr>
          <p:nvPr/>
        </p:nvSpPr>
        <p:spPr bwMode="auto">
          <a:xfrm>
            <a:off x="64698" y="1519687"/>
            <a:ext cx="8772436" cy="454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W. H. </a:t>
            </a:r>
            <a:r>
              <a:rPr lang="en-US" kern="0" dirty="0" err="1">
                <a:latin typeface="Times New Roman"/>
                <a:ea typeface="+mn-lt"/>
                <a:cs typeface="+mn-lt"/>
              </a:rPr>
              <a:t>Inmon</a:t>
            </a:r>
            <a:r>
              <a:rPr lang="en-US" kern="0" dirty="0">
                <a:latin typeface="Times New Roman"/>
                <a:ea typeface="+mn-lt"/>
                <a:cs typeface="+mn-lt"/>
              </a:rPr>
              <a:t>, Building the Data Warehouse, 4th Edition, Wiley, 2005.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 err="1">
                <a:latin typeface="Times New Roman"/>
                <a:ea typeface="+mn-lt"/>
                <a:cs typeface="+mn-lt"/>
              </a:rPr>
              <a:t>Paulraj</a:t>
            </a:r>
            <a:r>
              <a:rPr lang="en-US" kern="0" dirty="0">
                <a:latin typeface="Times New Roman"/>
                <a:ea typeface="+mn-lt"/>
                <a:cs typeface="+mn-lt"/>
              </a:rPr>
              <a:t> Ponniah, Data Warehousing Fundamentals for IT Professionals, 2nd Edition, Wiley, 2010.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Christopher Adamson, Star Schema: The Complete Reference, McGraw Hill, 2010.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Paul Lane et al., Oracle Database Data Warehousing Guide, 12cRelease 1 (12.1), Oracle, 2014.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Matt Casters et al., Pentaho Kettle Solutions: Building Open Source ETL Solutions with Pentaho Data Integration, Wiley, 2010.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Roland </a:t>
            </a:r>
            <a:r>
              <a:rPr lang="en-US" kern="0" dirty="0" err="1">
                <a:latin typeface="Times New Roman"/>
                <a:ea typeface="+mn-lt"/>
                <a:cs typeface="+mn-lt"/>
              </a:rPr>
              <a:t>Bouman</a:t>
            </a:r>
            <a:r>
              <a:rPr lang="en-US" kern="0" dirty="0">
                <a:latin typeface="Times New Roman"/>
                <a:ea typeface="+mn-lt"/>
                <a:cs typeface="+mn-lt"/>
              </a:rPr>
              <a:t> and Jos van Dongen, Pentaho Solutions: Business Intelligence and Data Warehousing with Pentaho and MySQL, Wiley, 2009.</a:t>
            </a:r>
          </a:p>
        </p:txBody>
      </p:sp>
    </p:spTree>
    <p:extLst>
      <p:ext uri="{BB962C8B-B14F-4D97-AF65-F5344CB8AC3E}">
        <p14:creationId xmlns:p14="http://schemas.microsoft.com/office/powerpoint/2010/main" val="66821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390C7-8DF7-FF9C-BB5E-C58C3D53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357938"/>
            <a:ext cx="2133600" cy="365125"/>
          </a:xfrm>
        </p:spPr>
        <p:txBody>
          <a:bodyPr/>
          <a:lstStyle/>
          <a:p>
            <a:pPr algn="ctr">
              <a:defRPr/>
            </a:pPr>
            <a:fld id="{47F04667-7EFF-4BFB-852A-325ECB45E84A}" type="datetime1">
              <a:rPr lang="en-US" smtClean="0"/>
              <a:pPr algn="ctr">
                <a:defRPr/>
              </a:pPr>
              <a:t>3/5/2024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1EE0A-3E7E-5C78-9127-A25CBE3744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221F6A-B70A-4B7B-9BF0-9ED2B394EFCD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19F80E-F644-5EE5-4DF1-6B06994BF1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52234"/>
            <a:ext cx="7924800" cy="431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613093"/>
      </p:ext>
    </p:extLst>
  </p:cSld>
  <p:clrMapOvr>
    <a:masterClrMapping/>
  </p:clrMapOvr>
</p:sld>
</file>

<file path=ppt/theme/theme1.xml><?xml version="1.0" encoding="utf-8"?>
<a:theme xmlns:a="http://schemas.openxmlformats.org/drawingml/2006/main" name="1_cdb2004193l">
  <a:themeElements>
    <a:clrScheme name="cdb2004193l 3">
      <a:dk1>
        <a:srgbClr val="0E3558"/>
      </a:dk1>
      <a:lt1>
        <a:srgbClr val="FFFFFF"/>
      </a:lt1>
      <a:dk2>
        <a:srgbClr val="006699"/>
      </a:dk2>
      <a:lt2>
        <a:srgbClr val="969696"/>
      </a:lt2>
      <a:accent1>
        <a:srgbClr val="3B86CB"/>
      </a:accent1>
      <a:accent2>
        <a:srgbClr val="5CB68D"/>
      </a:accent2>
      <a:accent3>
        <a:srgbClr val="FFFFFF"/>
      </a:accent3>
      <a:accent4>
        <a:srgbClr val="0A2C4A"/>
      </a:accent4>
      <a:accent5>
        <a:srgbClr val="AFC3E2"/>
      </a:accent5>
      <a:accent6>
        <a:srgbClr val="53A57F"/>
      </a:accent6>
      <a:hlink>
        <a:srgbClr val="CC3300"/>
      </a:hlink>
      <a:folHlink>
        <a:srgbClr val="333399"/>
      </a:folHlink>
    </a:clrScheme>
    <a:fontScheme name="cdb2004193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93l 1">
        <a:dk1>
          <a:srgbClr val="132767"/>
        </a:dk1>
        <a:lt1>
          <a:srgbClr val="FFFFFF"/>
        </a:lt1>
        <a:dk2>
          <a:srgbClr val="184BB2"/>
        </a:dk2>
        <a:lt2>
          <a:srgbClr val="C0C0C0"/>
        </a:lt2>
        <a:accent1>
          <a:srgbClr val="22A2E2"/>
        </a:accent1>
        <a:accent2>
          <a:srgbClr val="81CFEB"/>
        </a:accent2>
        <a:accent3>
          <a:srgbClr val="FFFFFF"/>
        </a:accent3>
        <a:accent4>
          <a:srgbClr val="0E2057"/>
        </a:accent4>
        <a:accent5>
          <a:srgbClr val="ABCEEE"/>
        </a:accent5>
        <a:accent6>
          <a:srgbClr val="74BBD5"/>
        </a:accent6>
        <a:hlink>
          <a:srgbClr val="55ABA9"/>
        </a:hlink>
        <a:folHlink>
          <a:srgbClr val="DCCA4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2">
        <a:dk1>
          <a:srgbClr val="37175B"/>
        </a:dk1>
        <a:lt1>
          <a:srgbClr val="FFFFFF"/>
        </a:lt1>
        <a:dk2>
          <a:srgbClr val="754ECC"/>
        </a:dk2>
        <a:lt2>
          <a:srgbClr val="C0C0C0"/>
        </a:lt2>
        <a:accent1>
          <a:srgbClr val="869EEC"/>
        </a:accent1>
        <a:accent2>
          <a:srgbClr val="EFA441"/>
        </a:accent2>
        <a:accent3>
          <a:srgbClr val="FFFFFF"/>
        </a:accent3>
        <a:accent4>
          <a:srgbClr val="2D124C"/>
        </a:accent4>
        <a:accent5>
          <a:srgbClr val="C3CCF4"/>
        </a:accent5>
        <a:accent6>
          <a:srgbClr val="D9943A"/>
        </a:accent6>
        <a:hlink>
          <a:srgbClr val="33835F"/>
        </a:hlink>
        <a:folHlink>
          <a:srgbClr val="AAC85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3">
        <a:dk1>
          <a:srgbClr val="0E3558"/>
        </a:dk1>
        <a:lt1>
          <a:srgbClr val="FFFFFF"/>
        </a:lt1>
        <a:dk2>
          <a:srgbClr val="006699"/>
        </a:dk2>
        <a:lt2>
          <a:srgbClr val="969696"/>
        </a:lt2>
        <a:accent1>
          <a:srgbClr val="3B86CB"/>
        </a:accent1>
        <a:accent2>
          <a:srgbClr val="5CB68D"/>
        </a:accent2>
        <a:accent3>
          <a:srgbClr val="FFFFFF"/>
        </a:accent3>
        <a:accent4>
          <a:srgbClr val="0A2C4A"/>
        </a:accent4>
        <a:accent5>
          <a:srgbClr val="AFC3E2"/>
        </a:accent5>
        <a:accent6>
          <a:srgbClr val="53A57F"/>
        </a:accent6>
        <a:hlink>
          <a:srgbClr val="CC33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db2004193l">
  <a:themeElements>
    <a:clrScheme name="cdb2004193l 3">
      <a:dk1>
        <a:srgbClr val="0E3558"/>
      </a:dk1>
      <a:lt1>
        <a:srgbClr val="FFFFFF"/>
      </a:lt1>
      <a:dk2>
        <a:srgbClr val="006699"/>
      </a:dk2>
      <a:lt2>
        <a:srgbClr val="969696"/>
      </a:lt2>
      <a:accent1>
        <a:srgbClr val="3B86CB"/>
      </a:accent1>
      <a:accent2>
        <a:srgbClr val="5CB68D"/>
      </a:accent2>
      <a:accent3>
        <a:srgbClr val="FFFFFF"/>
      </a:accent3>
      <a:accent4>
        <a:srgbClr val="0A2C4A"/>
      </a:accent4>
      <a:accent5>
        <a:srgbClr val="AFC3E2"/>
      </a:accent5>
      <a:accent6>
        <a:srgbClr val="53A57F"/>
      </a:accent6>
      <a:hlink>
        <a:srgbClr val="CC3300"/>
      </a:hlink>
      <a:folHlink>
        <a:srgbClr val="333399"/>
      </a:folHlink>
    </a:clrScheme>
    <a:fontScheme name="cdb2004193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93l 1">
        <a:dk1>
          <a:srgbClr val="132767"/>
        </a:dk1>
        <a:lt1>
          <a:srgbClr val="FFFFFF"/>
        </a:lt1>
        <a:dk2>
          <a:srgbClr val="184BB2"/>
        </a:dk2>
        <a:lt2>
          <a:srgbClr val="C0C0C0"/>
        </a:lt2>
        <a:accent1>
          <a:srgbClr val="22A2E2"/>
        </a:accent1>
        <a:accent2>
          <a:srgbClr val="81CFEB"/>
        </a:accent2>
        <a:accent3>
          <a:srgbClr val="FFFFFF"/>
        </a:accent3>
        <a:accent4>
          <a:srgbClr val="0E2057"/>
        </a:accent4>
        <a:accent5>
          <a:srgbClr val="ABCEEE"/>
        </a:accent5>
        <a:accent6>
          <a:srgbClr val="74BBD5"/>
        </a:accent6>
        <a:hlink>
          <a:srgbClr val="55ABA9"/>
        </a:hlink>
        <a:folHlink>
          <a:srgbClr val="DCCA4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2">
        <a:dk1>
          <a:srgbClr val="37175B"/>
        </a:dk1>
        <a:lt1>
          <a:srgbClr val="FFFFFF"/>
        </a:lt1>
        <a:dk2>
          <a:srgbClr val="754ECC"/>
        </a:dk2>
        <a:lt2>
          <a:srgbClr val="C0C0C0"/>
        </a:lt2>
        <a:accent1>
          <a:srgbClr val="869EEC"/>
        </a:accent1>
        <a:accent2>
          <a:srgbClr val="EFA441"/>
        </a:accent2>
        <a:accent3>
          <a:srgbClr val="FFFFFF"/>
        </a:accent3>
        <a:accent4>
          <a:srgbClr val="2D124C"/>
        </a:accent4>
        <a:accent5>
          <a:srgbClr val="C3CCF4"/>
        </a:accent5>
        <a:accent6>
          <a:srgbClr val="D9943A"/>
        </a:accent6>
        <a:hlink>
          <a:srgbClr val="33835F"/>
        </a:hlink>
        <a:folHlink>
          <a:srgbClr val="AAC85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3">
        <a:dk1>
          <a:srgbClr val="0E3558"/>
        </a:dk1>
        <a:lt1>
          <a:srgbClr val="FFFFFF"/>
        </a:lt1>
        <a:dk2>
          <a:srgbClr val="006699"/>
        </a:dk2>
        <a:lt2>
          <a:srgbClr val="969696"/>
        </a:lt2>
        <a:accent1>
          <a:srgbClr val="3B86CB"/>
        </a:accent1>
        <a:accent2>
          <a:srgbClr val="5CB68D"/>
        </a:accent2>
        <a:accent3>
          <a:srgbClr val="FFFFFF"/>
        </a:accent3>
        <a:accent4>
          <a:srgbClr val="0A2C4A"/>
        </a:accent4>
        <a:accent5>
          <a:srgbClr val="AFC3E2"/>
        </a:accent5>
        <a:accent6>
          <a:srgbClr val="53A57F"/>
        </a:accent6>
        <a:hlink>
          <a:srgbClr val="CC33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2800</TotalTime>
  <Words>3025</Words>
  <Application>Microsoft Office PowerPoint</Application>
  <PresentationFormat>On-screen Show (4:3)</PresentationFormat>
  <Paragraphs>539</Paragraphs>
  <Slides>51</Slides>
  <Notes>4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굴림</vt:lpstr>
      <vt:lpstr>Arial</vt:lpstr>
      <vt:lpstr>Calibri</vt:lpstr>
      <vt:lpstr>Times New Roman</vt:lpstr>
      <vt:lpstr>Wingdings</vt:lpstr>
      <vt:lpstr>1_cdb2004193l</vt:lpstr>
      <vt:lpstr>cdb2004193l</vt:lpstr>
      <vt:lpstr>Bitmap Image</vt:lpstr>
      <vt:lpstr>PowerPoint Presentation</vt:lpstr>
      <vt:lpstr>PowerPoint Presentation</vt:lpstr>
      <vt:lpstr>Dimensional Modeling Concepts</vt:lpstr>
      <vt:lpstr>Dimensions</vt:lpstr>
      <vt:lpstr>Facts</vt:lpstr>
      <vt:lpstr>Star Schema</vt:lpstr>
      <vt:lpstr>Conformed Dimensions </vt:lpstr>
      <vt:lpstr>Enterprise DWH Bus Architecture</vt:lpstr>
      <vt:lpstr>Data Warehouse Bus Matrix </vt:lpstr>
      <vt:lpstr>Dimensional Modeling</vt:lpstr>
      <vt:lpstr>Components of the Dimensional Model</vt:lpstr>
      <vt:lpstr>Multidimensional Data Representations</vt:lpstr>
      <vt:lpstr>Modeling data warehouses</vt:lpstr>
      <vt:lpstr>Modeling data warehouses</vt:lpstr>
      <vt:lpstr>Star Schema Example</vt:lpstr>
      <vt:lpstr>Snowflake Schema Example</vt:lpstr>
      <vt:lpstr>Constellation Schema Example</vt:lpstr>
      <vt:lpstr>Dimensional Modeling Process</vt:lpstr>
      <vt:lpstr>#1: Identifying Business Processes</vt:lpstr>
      <vt:lpstr>Transaction Fact</vt:lpstr>
      <vt:lpstr>Types of Fact Table</vt:lpstr>
      <vt:lpstr>Accumulating Snapshot Fact</vt:lpstr>
      <vt:lpstr>Periodic Snapshot Fact</vt:lpstr>
      <vt:lpstr>Which Fact Table?</vt:lpstr>
      <vt:lpstr>#2: Declare the grain</vt:lpstr>
      <vt:lpstr>#3: Identify the Dimensions</vt:lpstr>
      <vt:lpstr>#4: Identify the Facts</vt:lpstr>
      <vt:lpstr>Type of Facts</vt:lpstr>
      <vt:lpstr>Type of Facts</vt:lpstr>
      <vt:lpstr>Addictive Facts</vt:lpstr>
      <vt:lpstr>Addictive Facts</vt:lpstr>
      <vt:lpstr>Semi-addictive Facts</vt:lpstr>
      <vt:lpstr>Semi-addictive Facts</vt:lpstr>
      <vt:lpstr>Non-addictive Facts</vt:lpstr>
      <vt:lpstr>Non-addictive Facts</vt:lpstr>
      <vt:lpstr>Which Fact? Additive? Semi? Non?</vt:lpstr>
      <vt:lpstr>Dimensional Modeling Practice</vt:lpstr>
      <vt:lpstr>Enterprise Bus Matrix</vt:lpstr>
      <vt:lpstr>Build A Bus Matrix</vt:lpstr>
      <vt:lpstr>The Dimension Table Key</vt:lpstr>
      <vt:lpstr>Date and Time Dimensions</vt:lpstr>
      <vt:lpstr>Date Dimension Example</vt:lpstr>
      <vt:lpstr>Degenerate Dimensions</vt:lpstr>
      <vt:lpstr>Slowly Changing Dimensions</vt:lpstr>
      <vt:lpstr>Type 1: Overwrite</vt:lpstr>
      <vt:lpstr>Type 2: Add New Dimension Row</vt:lpstr>
      <vt:lpstr>Type 3: Add A New Dimension Attribute</vt:lpstr>
      <vt:lpstr>Mini-Dimensions: Add New Dimension</vt:lpstr>
      <vt:lpstr>Summary</vt:lpstr>
      <vt:lpstr>Reference Books</vt:lpstr>
      <vt:lpstr>PowerPoint Presentation</vt:lpstr>
    </vt:vector>
  </TitlesOfParts>
  <Company>Coltech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TNguyen</dc:creator>
  <cp:lastModifiedBy>ngọc phụng</cp:lastModifiedBy>
  <cp:revision>456</cp:revision>
  <cp:lastPrinted>2023-02-23T00:04:13Z</cp:lastPrinted>
  <dcterms:created xsi:type="dcterms:W3CDTF">2012-11-21T22:42:14Z</dcterms:created>
  <dcterms:modified xsi:type="dcterms:W3CDTF">2024-03-05T08:52:04Z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2024-02-27T07:54:34Z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28d66c42-6d45-427a-841c-19b542e99e21</vt:lpwstr>
  </property>
  <property fmtid="{D5CDD505-2E9C-101B-9397-08002B2CF9AE}" pid="7" name="MSIP_Label_defa4170-0d19-0005-0004-bc88714345d2_ActionId">
    <vt:lpwstr>1b3a8575-c958-49ea-be16-64747b8d3846</vt:lpwstr>
  </property>
  <property fmtid="{D5CDD505-2E9C-101B-9397-08002B2CF9AE}" pid="8" name="MSIP_Label_defa4170-0d19-0005-0004-bc88714345d2_ContentBits">
    <vt:lpwstr>0</vt:lpwstr>
  </property>
</Properties>
</file>