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0" r:id="rId4"/>
  </p:sldMasterIdLst>
  <p:notesMasterIdLst>
    <p:notesMasterId r:id="rId137"/>
  </p:notesMasterIdLst>
  <p:sldIdLst>
    <p:sldId id="256" r:id="rId5"/>
    <p:sldId id="257" r:id="rId6"/>
    <p:sldId id="268" r:id="rId7"/>
    <p:sldId id="269" r:id="rId8"/>
    <p:sldId id="429" r:id="rId9"/>
    <p:sldId id="271" r:id="rId10"/>
    <p:sldId id="272" r:id="rId11"/>
    <p:sldId id="273" r:id="rId12"/>
    <p:sldId id="275" r:id="rId13"/>
    <p:sldId id="276" r:id="rId14"/>
    <p:sldId id="277" r:id="rId15"/>
    <p:sldId id="292" r:id="rId16"/>
    <p:sldId id="293" r:id="rId17"/>
    <p:sldId id="296" r:id="rId18"/>
    <p:sldId id="297" r:id="rId19"/>
    <p:sldId id="298" r:id="rId20"/>
    <p:sldId id="299" r:id="rId21"/>
    <p:sldId id="300" r:id="rId22"/>
    <p:sldId id="301" r:id="rId23"/>
    <p:sldId id="302" r:id="rId24"/>
    <p:sldId id="303" r:id="rId25"/>
    <p:sldId id="304" r:id="rId26"/>
    <p:sldId id="305" r:id="rId27"/>
    <p:sldId id="306" r:id="rId28"/>
    <p:sldId id="307" r:id="rId29"/>
    <p:sldId id="308" r:id="rId30"/>
    <p:sldId id="309" r:id="rId31"/>
    <p:sldId id="310" r:id="rId32"/>
    <p:sldId id="431" r:id="rId33"/>
    <p:sldId id="432" r:id="rId34"/>
    <p:sldId id="433" r:id="rId35"/>
    <p:sldId id="434" r:id="rId36"/>
    <p:sldId id="435" r:id="rId37"/>
    <p:sldId id="436" r:id="rId38"/>
    <p:sldId id="437" r:id="rId39"/>
    <p:sldId id="438" r:id="rId40"/>
    <p:sldId id="439" r:id="rId41"/>
    <p:sldId id="440" r:id="rId42"/>
    <p:sldId id="441" r:id="rId43"/>
    <p:sldId id="442" r:id="rId44"/>
    <p:sldId id="443" r:id="rId45"/>
    <p:sldId id="444" r:id="rId46"/>
    <p:sldId id="445" r:id="rId47"/>
    <p:sldId id="446" r:id="rId48"/>
    <p:sldId id="447" r:id="rId49"/>
    <p:sldId id="448" r:id="rId50"/>
    <p:sldId id="449" r:id="rId51"/>
    <p:sldId id="450" r:id="rId52"/>
    <p:sldId id="451" r:id="rId53"/>
    <p:sldId id="314" r:id="rId54"/>
    <p:sldId id="315" r:id="rId55"/>
    <p:sldId id="316" r:id="rId56"/>
    <p:sldId id="317" r:id="rId57"/>
    <p:sldId id="318" r:id="rId58"/>
    <p:sldId id="319" r:id="rId59"/>
    <p:sldId id="320" r:id="rId60"/>
    <p:sldId id="321" r:id="rId61"/>
    <p:sldId id="322" r:id="rId62"/>
    <p:sldId id="323" r:id="rId63"/>
    <p:sldId id="324" r:id="rId64"/>
    <p:sldId id="326" r:id="rId65"/>
    <p:sldId id="327" r:id="rId66"/>
    <p:sldId id="328" r:id="rId67"/>
    <p:sldId id="329" r:id="rId68"/>
    <p:sldId id="330" r:id="rId69"/>
    <p:sldId id="331" r:id="rId70"/>
    <p:sldId id="332" r:id="rId71"/>
    <p:sldId id="333" r:id="rId72"/>
    <p:sldId id="334" r:id="rId73"/>
    <p:sldId id="335" r:id="rId74"/>
    <p:sldId id="336" r:id="rId75"/>
    <p:sldId id="337" r:id="rId76"/>
    <p:sldId id="338" r:id="rId77"/>
    <p:sldId id="458" r:id="rId78"/>
    <p:sldId id="462" r:id="rId79"/>
    <p:sldId id="460" r:id="rId80"/>
    <p:sldId id="459" r:id="rId81"/>
    <p:sldId id="464" r:id="rId82"/>
    <p:sldId id="463" r:id="rId83"/>
    <p:sldId id="465" r:id="rId84"/>
    <p:sldId id="461" r:id="rId85"/>
    <p:sldId id="339" r:id="rId86"/>
    <p:sldId id="340" r:id="rId87"/>
    <p:sldId id="341" r:id="rId88"/>
    <p:sldId id="342" r:id="rId89"/>
    <p:sldId id="343" r:id="rId90"/>
    <p:sldId id="344" r:id="rId91"/>
    <p:sldId id="345" r:id="rId92"/>
    <p:sldId id="346" r:id="rId93"/>
    <p:sldId id="347" r:id="rId94"/>
    <p:sldId id="348" r:id="rId95"/>
    <p:sldId id="349" r:id="rId96"/>
    <p:sldId id="350" r:id="rId97"/>
    <p:sldId id="351" r:id="rId98"/>
    <p:sldId id="352" r:id="rId99"/>
    <p:sldId id="353" r:id="rId100"/>
    <p:sldId id="354" r:id="rId101"/>
    <p:sldId id="355" r:id="rId102"/>
    <p:sldId id="356" r:id="rId103"/>
    <p:sldId id="357" r:id="rId104"/>
    <p:sldId id="358" r:id="rId105"/>
    <p:sldId id="359" r:id="rId106"/>
    <p:sldId id="360" r:id="rId107"/>
    <p:sldId id="361" r:id="rId108"/>
    <p:sldId id="362" r:id="rId109"/>
    <p:sldId id="363" r:id="rId110"/>
    <p:sldId id="364" r:id="rId111"/>
    <p:sldId id="365" r:id="rId112"/>
    <p:sldId id="366" r:id="rId113"/>
    <p:sldId id="367" r:id="rId114"/>
    <p:sldId id="368" r:id="rId115"/>
    <p:sldId id="369" r:id="rId116"/>
    <p:sldId id="370" r:id="rId117"/>
    <p:sldId id="371" r:id="rId118"/>
    <p:sldId id="372" r:id="rId119"/>
    <p:sldId id="373" r:id="rId120"/>
    <p:sldId id="374" r:id="rId121"/>
    <p:sldId id="375" r:id="rId122"/>
    <p:sldId id="376" r:id="rId123"/>
    <p:sldId id="377" r:id="rId124"/>
    <p:sldId id="378" r:id="rId125"/>
    <p:sldId id="379" r:id="rId126"/>
    <p:sldId id="380" r:id="rId127"/>
    <p:sldId id="381" r:id="rId128"/>
    <p:sldId id="382" r:id="rId129"/>
    <p:sldId id="452" r:id="rId130"/>
    <p:sldId id="456" r:id="rId131"/>
    <p:sldId id="453" r:id="rId132"/>
    <p:sldId id="454" r:id="rId133"/>
    <p:sldId id="457" r:id="rId134"/>
    <p:sldId id="383" r:id="rId135"/>
    <p:sldId id="384" r:id="rId136"/>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FC8E90-0E13-4BE7-9249-81BB95F8E5D7}" v="6" dt="2025-05-16T13:12:49.843"/>
    <p1510:client id="{7E78C4F1-C606-49BA-BA34-4584D9A8424A}" v="113" dt="2025-05-16T06:56:12.888"/>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9689" autoAdjust="0"/>
  </p:normalViewPr>
  <p:slideViewPr>
    <p:cSldViewPr>
      <p:cViewPr varScale="1">
        <p:scale>
          <a:sx n="71" d="100"/>
          <a:sy n="71" d="100"/>
        </p:scale>
        <p:origin x="1286" y="5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38" Type="http://schemas.openxmlformats.org/officeDocument/2006/relationships/presProps" Target="presProps.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28" Type="http://schemas.openxmlformats.org/officeDocument/2006/relationships/slide" Target="slides/slide124.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slide" Target="slides/slide114.xml"/><Relationship Id="rId134" Type="http://schemas.openxmlformats.org/officeDocument/2006/relationships/slide" Target="slides/slide130.xml"/><Relationship Id="rId139" Type="http://schemas.openxmlformats.org/officeDocument/2006/relationships/viewProps" Target="viewProps.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124" Type="http://schemas.openxmlformats.org/officeDocument/2006/relationships/slide" Target="slides/slide120.xml"/><Relationship Id="rId129" Type="http://schemas.openxmlformats.org/officeDocument/2006/relationships/slide" Target="slides/slide125.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4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slide" Target="slides/slide126.xml"/><Relationship Id="rId135" Type="http://schemas.openxmlformats.org/officeDocument/2006/relationships/slide" Target="slides/slide131.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141" Type="http://schemas.openxmlformats.org/officeDocument/2006/relationships/tableStyles" Target="tableStyle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slide" Target="slides/slide127.xml"/><Relationship Id="rId136" Type="http://schemas.openxmlformats.org/officeDocument/2006/relationships/slide" Target="slides/slide132.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142" Type="http://schemas.microsoft.com/office/2016/11/relationships/changesInfo" Target="changesInfos/changesInfo1.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137"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6" Type="http://schemas.openxmlformats.org/officeDocument/2006/relationships/slide" Target="slides/slide1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inh Tran Trong" userId="c1283c94-e8ca-44d9-904c-fa0c4c442f84" providerId="ADAL" clId="{545CF005-3427-4061-99DC-8D130E8AA0EC}"/>
    <pc:docChg chg="addSld modSld sldOrd">
      <pc:chgData name="Binh Tran Trong" userId="c1283c94-e8ca-44d9-904c-fa0c4c442f84" providerId="ADAL" clId="{545CF005-3427-4061-99DC-8D130E8AA0EC}" dt="2024-12-12T09:23:45.575" v="683"/>
      <pc:docMkLst>
        <pc:docMk/>
      </pc:docMkLst>
      <pc:sldChg chg="modSp">
        <pc:chgData name="Binh Tran Trong" userId="c1283c94-e8ca-44d9-904c-fa0c4c442f84" providerId="ADAL" clId="{545CF005-3427-4061-99DC-8D130E8AA0EC}" dt="2024-12-12T01:54:41.597" v="1" actId="20578"/>
        <pc:sldMkLst>
          <pc:docMk/>
          <pc:sldMk cId="0" sldId="315"/>
        </pc:sldMkLst>
      </pc:sldChg>
      <pc:sldChg chg="addSp modSp">
        <pc:chgData name="Binh Tran Trong" userId="c1283c94-e8ca-44d9-904c-fa0c4c442f84" providerId="ADAL" clId="{545CF005-3427-4061-99DC-8D130E8AA0EC}" dt="2024-12-12T09:23:45.575" v="683"/>
        <pc:sldMkLst>
          <pc:docMk/>
          <pc:sldMk cId="0" sldId="327"/>
        </pc:sldMkLst>
      </pc:sldChg>
      <pc:sldChg chg="delSp modSp">
        <pc:chgData name="Binh Tran Trong" userId="c1283c94-e8ca-44d9-904c-fa0c4c442f84" providerId="ADAL" clId="{545CF005-3427-4061-99DC-8D130E8AA0EC}" dt="2024-12-12T09:05:49.226" v="677"/>
        <pc:sldMkLst>
          <pc:docMk/>
          <pc:sldMk cId="0" sldId="339"/>
        </pc:sldMkLst>
      </pc:sldChg>
      <pc:sldChg chg="modSp">
        <pc:chgData name="Binh Tran Trong" userId="c1283c94-e8ca-44d9-904c-fa0c4c442f84" providerId="ADAL" clId="{545CF005-3427-4061-99DC-8D130E8AA0EC}" dt="2024-12-12T09:08:56.687" v="678"/>
        <pc:sldMkLst>
          <pc:docMk/>
          <pc:sldMk cId="0" sldId="343"/>
        </pc:sldMkLst>
      </pc:sldChg>
      <pc:sldChg chg="modSp">
        <pc:chgData name="Binh Tran Trong" userId="c1283c94-e8ca-44d9-904c-fa0c4c442f84" providerId="ADAL" clId="{545CF005-3427-4061-99DC-8D130E8AA0EC}" dt="2024-12-12T09:10:38.481" v="681"/>
        <pc:sldMkLst>
          <pc:docMk/>
          <pc:sldMk cId="0" sldId="347"/>
        </pc:sldMkLst>
      </pc:sldChg>
      <pc:sldChg chg="modSp">
        <pc:chgData name="Binh Tran Trong" userId="c1283c94-e8ca-44d9-904c-fa0c4c442f84" providerId="ADAL" clId="{545CF005-3427-4061-99DC-8D130E8AA0EC}" dt="2024-12-12T02:16:45.881" v="5"/>
        <pc:sldMkLst>
          <pc:docMk/>
          <pc:sldMk cId="0" sldId="361"/>
        </pc:sldMkLst>
      </pc:sldChg>
      <pc:sldChg chg="addSp modSp">
        <pc:chgData name="Binh Tran Trong" userId="c1283c94-e8ca-44d9-904c-fa0c4c442f84" providerId="ADAL" clId="{545CF005-3427-4061-99DC-8D130E8AA0EC}" dt="2024-12-12T02:20:07.109" v="8"/>
        <pc:sldMkLst>
          <pc:docMk/>
          <pc:sldMk cId="0" sldId="364"/>
        </pc:sldMkLst>
      </pc:sldChg>
      <pc:sldChg chg="addSp modSp">
        <pc:chgData name="Binh Tran Trong" userId="c1283c94-e8ca-44d9-904c-fa0c4c442f84" providerId="ADAL" clId="{545CF005-3427-4061-99DC-8D130E8AA0EC}" dt="2024-12-12T03:52:08.035" v="10"/>
        <pc:sldMkLst>
          <pc:docMk/>
          <pc:sldMk cId="0" sldId="375"/>
        </pc:sldMkLst>
      </pc:sldChg>
      <pc:sldChg chg="addSp modSp">
        <pc:chgData name="Binh Tran Trong" userId="c1283c94-e8ca-44d9-904c-fa0c4c442f84" providerId="ADAL" clId="{545CF005-3427-4061-99DC-8D130E8AA0EC}" dt="2024-12-12T08:55:32.121" v="644"/>
        <pc:sldMkLst>
          <pc:docMk/>
          <pc:sldMk cId="0" sldId="381"/>
        </pc:sldMkLst>
      </pc:sldChg>
      <pc:sldChg chg="modSp">
        <pc:chgData name="Binh Tran Trong" userId="c1283c94-e8ca-44d9-904c-fa0c4c442f84" providerId="ADAL" clId="{545CF005-3427-4061-99DC-8D130E8AA0EC}" dt="2024-12-12T06:36:27.663" v="388" actId="207"/>
        <pc:sldMkLst>
          <pc:docMk/>
          <pc:sldMk cId="0" sldId="384"/>
        </pc:sldMkLst>
      </pc:sldChg>
      <pc:sldChg chg="modSp add">
        <pc:chgData name="Binh Tran Trong" userId="c1283c94-e8ca-44d9-904c-fa0c4c442f84" providerId="ADAL" clId="{545CF005-3427-4061-99DC-8D130E8AA0EC}" dt="2024-12-12T08:53:51.166" v="643"/>
        <pc:sldMkLst>
          <pc:docMk/>
          <pc:sldMk cId="2202437713" sldId="452"/>
        </pc:sldMkLst>
      </pc:sldChg>
      <pc:sldChg chg="addSp delSp modSp add">
        <pc:chgData name="Binh Tran Trong" userId="c1283c94-e8ca-44d9-904c-fa0c4c442f84" providerId="ADAL" clId="{545CF005-3427-4061-99DC-8D130E8AA0EC}" dt="2024-12-12T08:45:05.082" v="637"/>
        <pc:sldMkLst>
          <pc:docMk/>
          <pc:sldMk cId="3229857128" sldId="453"/>
        </pc:sldMkLst>
      </pc:sldChg>
      <pc:sldChg chg="modSp add">
        <pc:chgData name="Binh Tran Trong" userId="c1283c94-e8ca-44d9-904c-fa0c4c442f84" providerId="ADAL" clId="{545CF005-3427-4061-99DC-8D130E8AA0EC}" dt="2024-12-12T08:47:16.458" v="641"/>
        <pc:sldMkLst>
          <pc:docMk/>
          <pc:sldMk cId="3518199635" sldId="454"/>
        </pc:sldMkLst>
      </pc:sldChg>
      <pc:sldChg chg="addSp delSp modSp add">
        <pc:chgData name="Binh Tran Trong" userId="c1283c94-e8ca-44d9-904c-fa0c4c442f84" providerId="ADAL" clId="{545CF005-3427-4061-99DC-8D130E8AA0EC}" dt="2024-12-12T08:38:52.074" v="635"/>
        <pc:sldMkLst>
          <pc:docMk/>
          <pc:sldMk cId="3331961528" sldId="455"/>
        </pc:sldMkLst>
      </pc:sldChg>
      <pc:sldChg chg="addSp modSp add">
        <pc:chgData name="Binh Tran Trong" userId="c1283c94-e8ca-44d9-904c-fa0c4c442f84" providerId="ADAL" clId="{545CF005-3427-4061-99DC-8D130E8AA0EC}" dt="2024-12-12T07:57:58.053" v="594"/>
        <pc:sldMkLst>
          <pc:docMk/>
          <pc:sldMk cId="1598900455" sldId="456"/>
        </pc:sldMkLst>
      </pc:sldChg>
      <pc:sldChg chg="addSp modSp add ord">
        <pc:chgData name="Binh Tran Trong" userId="c1283c94-e8ca-44d9-904c-fa0c4c442f84" providerId="ADAL" clId="{545CF005-3427-4061-99DC-8D130E8AA0EC}" dt="2024-12-12T08:30:32.701" v="598"/>
        <pc:sldMkLst>
          <pc:docMk/>
          <pc:sldMk cId="347250791" sldId="457"/>
        </pc:sldMkLst>
      </pc:sldChg>
    </pc:docChg>
  </pc:docChgLst>
  <pc:docChgLst>
    <pc:chgData name="Tran Trong Binh" userId="c1283c94-e8ca-44d9-904c-fa0c4c442f84" providerId="ADAL" clId="{7E78C4F1-C606-49BA-BA34-4584D9A8424A}"/>
    <pc:docChg chg="undo redo custSel addSld delSld modSld sldOrd modMainMaster">
      <pc:chgData name="Tran Trong Binh" userId="c1283c94-e8ca-44d9-904c-fa0c4c442f84" providerId="ADAL" clId="{7E78C4F1-C606-49BA-BA34-4584D9A8424A}" dt="2025-05-16T06:58:34.131" v="1784" actId="27636"/>
      <pc:docMkLst>
        <pc:docMk/>
      </pc:docMkLst>
      <pc:sldChg chg="addSp delSp modSp mod modClrScheme chgLayout">
        <pc:chgData name="Tran Trong Binh" userId="c1283c94-e8ca-44d9-904c-fa0c4c442f84" providerId="ADAL" clId="{7E78C4F1-C606-49BA-BA34-4584D9A8424A}" dt="2025-05-16T06:55:40.095" v="1752" actId="700"/>
        <pc:sldMkLst>
          <pc:docMk/>
          <pc:sldMk cId="0" sldId="256"/>
        </pc:sldMkLst>
        <pc:spChg chg="add del mod">
          <ac:chgData name="Tran Trong Binh" userId="c1283c94-e8ca-44d9-904c-fa0c4c442f84" providerId="ADAL" clId="{7E78C4F1-C606-49BA-BA34-4584D9A8424A}" dt="2025-05-16T06:55:34.640" v="1751" actId="6264"/>
          <ac:spMkLst>
            <pc:docMk/>
            <pc:sldMk cId="0" sldId="256"/>
            <ac:spMk id="2" creationId="{A46C13CD-A389-062F-9531-D4CF03257304}"/>
          </ac:spMkLst>
        </pc:spChg>
        <pc:spChg chg="mod ord">
          <ac:chgData name="Tran Trong Binh" userId="c1283c94-e8ca-44d9-904c-fa0c4c442f84" providerId="ADAL" clId="{7E78C4F1-C606-49BA-BA34-4584D9A8424A}" dt="2025-05-16T06:55:40.095" v="1752" actId="700"/>
          <ac:spMkLst>
            <pc:docMk/>
            <pc:sldMk cId="0" sldId="256"/>
            <ac:spMk id="3" creationId="{00000000-0000-0000-0000-000000000000}"/>
          </ac:spMkLst>
        </pc:spChg>
        <pc:spChg chg="add del mod ord">
          <ac:chgData name="Tran Trong Binh" userId="c1283c94-e8ca-44d9-904c-fa0c4c442f84" providerId="ADAL" clId="{7E78C4F1-C606-49BA-BA34-4584D9A8424A}" dt="2025-05-16T06:55:40.095" v="1752" actId="700"/>
          <ac:spMkLst>
            <pc:docMk/>
            <pc:sldMk cId="0" sldId="256"/>
            <ac:spMk id="4" creationId="{5D19904E-D4FC-8F59-B785-5FDDE5F715EB}"/>
          </ac:spMkLst>
        </pc:spChg>
        <pc:spChg chg="add mod ord">
          <ac:chgData name="Tran Trong Binh" userId="c1283c94-e8ca-44d9-904c-fa0c4c442f84" providerId="ADAL" clId="{7E78C4F1-C606-49BA-BA34-4584D9A8424A}" dt="2025-05-16T06:55:40.095" v="1752" actId="700"/>
          <ac:spMkLst>
            <pc:docMk/>
            <pc:sldMk cId="0" sldId="256"/>
            <ac:spMk id="5" creationId="{951D872E-A382-4998-779D-FF2FA1814C3E}"/>
          </ac:spMkLst>
        </pc:spChg>
      </pc:sldChg>
      <pc:sldChg chg="addSp delSp modSp mod chgLayout">
        <pc:chgData name="Tran Trong Binh" userId="c1283c94-e8ca-44d9-904c-fa0c4c442f84" providerId="ADAL" clId="{7E78C4F1-C606-49BA-BA34-4584D9A8424A}" dt="2025-05-16T06:43:20.956" v="1495"/>
        <pc:sldMkLst>
          <pc:docMk/>
          <pc:sldMk cId="0" sldId="257"/>
        </pc:sldMkLst>
        <pc:spChg chg="mod ord">
          <ac:chgData name="Tran Trong Binh" userId="c1283c94-e8ca-44d9-904c-fa0c4c442f84" providerId="ADAL" clId="{7E78C4F1-C606-49BA-BA34-4584D9A8424A}" dt="2025-05-16T06:43:20.061" v="1494" actId="6264"/>
          <ac:spMkLst>
            <pc:docMk/>
            <pc:sldMk cId="0" sldId="257"/>
            <ac:spMk id="2" creationId="{00000000-0000-0000-0000-000000000000}"/>
          </ac:spMkLst>
        </pc:spChg>
        <pc:spChg chg="del mod">
          <ac:chgData name="Tran Trong Binh" userId="c1283c94-e8ca-44d9-904c-fa0c4c442f84" providerId="ADAL" clId="{7E78C4F1-C606-49BA-BA34-4584D9A8424A}" dt="2025-05-16T06:43:18.603" v="1493"/>
          <ac:spMkLst>
            <pc:docMk/>
            <pc:sldMk cId="0" sldId="257"/>
            <ac:spMk id="3" creationId="{00000000-0000-0000-0000-000000000000}"/>
          </ac:spMkLst>
        </pc:spChg>
        <pc:spChg chg="mod ord">
          <ac:chgData name="Tran Trong Binh" userId="c1283c94-e8ca-44d9-904c-fa0c4c442f84" providerId="ADAL" clId="{7E78C4F1-C606-49BA-BA34-4584D9A8424A}" dt="2025-05-16T06:43:20.061" v="1494" actId="6264"/>
          <ac:spMkLst>
            <pc:docMk/>
            <pc:sldMk cId="0" sldId="257"/>
            <ac:spMk id="4" creationId="{00000000-0000-0000-0000-000000000000}"/>
          </ac:spMkLst>
        </pc:spChg>
        <pc:spChg chg="add del mod">
          <ac:chgData name="Tran Trong Binh" userId="c1283c94-e8ca-44d9-904c-fa0c4c442f84" providerId="ADAL" clId="{7E78C4F1-C606-49BA-BA34-4584D9A8424A}" dt="2025-05-16T06:43:20.061" v="1494" actId="6264"/>
          <ac:spMkLst>
            <pc:docMk/>
            <pc:sldMk cId="0" sldId="257"/>
            <ac:spMk id="5" creationId="{4B667C9D-9B4C-D996-6372-D8673D404E43}"/>
          </ac:spMkLst>
        </pc:spChg>
        <pc:spChg chg="add del mod">
          <ac:chgData name="Tran Trong Binh" userId="c1283c94-e8ca-44d9-904c-fa0c4c442f84" providerId="ADAL" clId="{7E78C4F1-C606-49BA-BA34-4584D9A8424A}" dt="2025-05-16T06:43:20.061" v="1494" actId="6264"/>
          <ac:spMkLst>
            <pc:docMk/>
            <pc:sldMk cId="0" sldId="257"/>
            <ac:spMk id="6" creationId="{0F5031CD-4B11-AE39-D0C1-B34925FD3665}"/>
          </ac:spMkLst>
        </pc:spChg>
        <pc:spChg chg="add mod ord">
          <ac:chgData name="Tran Trong Binh" userId="c1283c94-e8ca-44d9-904c-fa0c4c442f84" providerId="ADAL" clId="{7E78C4F1-C606-49BA-BA34-4584D9A8424A}" dt="2025-05-16T06:43:20.956" v="1495"/>
          <ac:spMkLst>
            <pc:docMk/>
            <pc:sldMk cId="0" sldId="257"/>
            <ac:spMk id="7" creationId="{87B14025-B898-B412-366A-07FA8198F81E}"/>
          </ac:spMkLst>
        </pc:spChg>
      </pc:sldChg>
      <pc:sldChg chg="addSp delSp modSp mod chgLayout">
        <pc:chgData name="Tran Trong Binh" userId="c1283c94-e8ca-44d9-904c-fa0c4c442f84" providerId="ADAL" clId="{7E78C4F1-C606-49BA-BA34-4584D9A8424A}" dt="2025-05-16T06:43:14.732" v="1490"/>
        <pc:sldMkLst>
          <pc:docMk/>
          <pc:sldMk cId="0" sldId="268"/>
        </pc:sldMkLst>
        <pc:spChg chg="mod ord">
          <ac:chgData name="Tran Trong Binh" userId="c1283c94-e8ca-44d9-904c-fa0c4c442f84" providerId="ADAL" clId="{7E78C4F1-C606-49BA-BA34-4584D9A8424A}" dt="2025-05-16T06:43:13.543" v="1489" actId="6264"/>
          <ac:spMkLst>
            <pc:docMk/>
            <pc:sldMk cId="0" sldId="268"/>
            <ac:spMk id="2" creationId="{00000000-0000-0000-0000-000000000000}"/>
          </ac:spMkLst>
        </pc:spChg>
        <pc:spChg chg="del mod">
          <ac:chgData name="Tran Trong Binh" userId="c1283c94-e8ca-44d9-904c-fa0c4c442f84" providerId="ADAL" clId="{7E78C4F1-C606-49BA-BA34-4584D9A8424A}" dt="2025-05-16T06:43:12.319" v="1488"/>
          <ac:spMkLst>
            <pc:docMk/>
            <pc:sldMk cId="0" sldId="268"/>
            <ac:spMk id="3" creationId="{00000000-0000-0000-0000-000000000000}"/>
          </ac:spMkLst>
        </pc:spChg>
        <pc:spChg chg="mod ord">
          <ac:chgData name="Tran Trong Binh" userId="c1283c94-e8ca-44d9-904c-fa0c4c442f84" providerId="ADAL" clId="{7E78C4F1-C606-49BA-BA34-4584D9A8424A}" dt="2025-05-16T06:43:13.543" v="1489" actId="6264"/>
          <ac:spMkLst>
            <pc:docMk/>
            <pc:sldMk cId="0" sldId="268"/>
            <ac:spMk id="4" creationId="{00000000-0000-0000-0000-000000000000}"/>
          </ac:spMkLst>
        </pc:spChg>
        <pc:spChg chg="add del mod">
          <ac:chgData name="Tran Trong Binh" userId="c1283c94-e8ca-44d9-904c-fa0c4c442f84" providerId="ADAL" clId="{7E78C4F1-C606-49BA-BA34-4584D9A8424A}" dt="2025-05-16T06:43:13.543" v="1489" actId="6264"/>
          <ac:spMkLst>
            <pc:docMk/>
            <pc:sldMk cId="0" sldId="268"/>
            <ac:spMk id="5" creationId="{70C5ABAE-340B-7104-0C2C-04C9A428B2B0}"/>
          </ac:spMkLst>
        </pc:spChg>
        <pc:spChg chg="add del mod">
          <ac:chgData name="Tran Trong Binh" userId="c1283c94-e8ca-44d9-904c-fa0c4c442f84" providerId="ADAL" clId="{7E78C4F1-C606-49BA-BA34-4584D9A8424A}" dt="2025-05-16T06:43:13.543" v="1489" actId="6264"/>
          <ac:spMkLst>
            <pc:docMk/>
            <pc:sldMk cId="0" sldId="268"/>
            <ac:spMk id="6" creationId="{8522661D-3AFD-3176-BF74-C4CD3B1D6A46}"/>
          </ac:spMkLst>
        </pc:spChg>
        <pc:spChg chg="add mod ord">
          <ac:chgData name="Tran Trong Binh" userId="c1283c94-e8ca-44d9-904c-fa0c4c442f84" providerId="ADAL" clId="{7E78C4F1-C606-49BA-BA34-4584D9A8424A}" dt="2025-05-16T06:43:14.732" v="1490"/>
          <ac:spMkLst>
            <pc:docMk/>
            <pc:sldMk cId="0" sldId="268"/>
            <ac:spMk id="7" creationId="{D98A0C89-4A6A-D45D-A9E5-3C8A5FCE1E2B}"/>
          </ac:spMkLst>
        </pc:spChg>
      </pc:sldChg>
      <pc:sldChg chg="addSp delSp modSp mod chgLayout">
        <pc:chgData name="Tran Trong Binh" userId="c1283c94-e8ca-44d9-904c-fa0c4c442f84" providerId="ADAL" clId="{7E78C4F1-C606-49BA-BA34-4584D9A8424A}" dt="2025-05-16T06:27:16.925" v="1181"/>
        <pc:sldMkLst>
          <pc:docMk/>
          <pc:sldMk cId="0" sldId="272"/>
        </pc:sldMkLst>
        <pc:spChg chg="mod ord">
          <ac:chgData name="Tran Trong Binh" userId="c1283c94-e8ca-44d9-904c-fa0c4c442f84" providerId="ADAL" clId="{7E78C4F1-C606-49BA-BA34-4584D9A8424A}" dt="2025-05-16T06:27:08.009" v="1176" actId="6264"/>
          <ac:spMkLst>
            <pc:docMk/>
            <pc:sldMk cId="0" sldId="272"/>
            <ac:spMk id="2" creationId="{00000000-0000-0000-0000-000000000000}"/>
          </ac:spMkLst>
        </pc:spChg>
        <pc:spChg chg="del mod">
          <ac:chgData name="Tran Trong Binh" userId="c1283c94-e8ca-44d9-904c-fa0c4c442f84" providerId="ADAL" clId="{7E78C4F1-C606-49BA-BA34-4584D9A8424A}" dt="2025-05-16T06:27:16.925" v="1181"/>
          <ac:spMkLst>
            <pc:docMk/>
            <pc:sldMk cId="0" sldId="272"/>
            <ac:spMk id="3" creationId="{00000000-0000-0000-0000-000000000000}"/>
          </ac:spMkLst>
        </pc:spChg>
        <pc:spChg chg="mod ord">
          <ac:chgData name="Tran Trong Binh" userId="c1283c94-e8ca-44d9-904c-fa0c4c442f84" providerId="ADAL" clId="{7E78C4F1-C606-49BA-BA34-4584D9A8424A}" dt="2025-05-16T06:27:08.009" v="1176" actId="6264"/>
          <ac:spMkLst>
            <pc:docMk/>
            <pc:sldMk cId="0" sldId="272"/>
            <ac:spMk id="4" creationId="{00000000-0000-0000-0000-000000000000}"/>
          </ac:spMkLst>
        </pc:spChg>
        <pc:spChg chg="add del mod">
          <ac:chgData name="Tran Trong Binh" userId="c1283c94-e8ca-44d9-904c-fa0c4c442f84" providerId="ADAL" clId="{7E78C4F1-C606-49BA-BA34-4584D9A8424A}" dt="2025-05-16T06:27:08.009" v="1176" actId="6264"/>
          <ac:spMkLst>
            <pc:docMk/>
            <pc:sldMk cId="0" sldId="272"/>
            <ac:spMk id="5" creationId="{BC2B2136-CA9B-D14F-A00C-31B153C6DC9A}"/>
          </ac:spMkLst>
        </pc:spChg>
        <pc:spChg chg="add del mod">
          <ac:chgData name="Tran Trong Binh" userId="c1283c94-e8ca-44d9-904c-fa0c4c442f84" providerId="ADAL" clId="{7E78C4F1-C606-49BA-BA34-4584D9A8424A}" dt="2025-05-16T06:27:08.009" v="1176" actId="6264"/>
          <ac:spMkLst>
            <pc:docMk/>
            <pc:sldMk cId="0" sldId="272"/>
            <ac:spMk id="6" creationId="{454C20A4-6199-A93A-8F5A-B103FFAF7CE6}"/>
          </ac:spMkLst>
        </pc:spChg>
        <pc:spChg chg="add mod ord">
          <ac:chgData name="Tran Trong Binh" userId="c1283c94-e8ca-44d9-904c-fa0c4c442f84" providerId="ADAL" clId="{7E78C4F1-C606-49BA-BA34-4584D9A8424A}" dt="2025-05-16T06:27:15.864" v="1179" actId="5793"/>
          <ac:spMkLst>
            <pc:docMk/>
            <pc:sldMk cId="0" sldId="272"/>
            <ac:spMk id="7" creationId="{5927758D-CD03-3FDB-8EBF-EAAED5C864A3}"/>
          </ac:spMkLst>
        </pc:spChg>
      </pc:sldChg>
      <pc:sldChg chg="addSp delSp modSp mod delDesignElem chgLayout">
        <pc:chgData name="Tran Trong Binh" userId="c1283c94-e8ca-44d9-904c-fa0c4c442f84" providerId="ADAL" clId="{7E78C4F1-C606-49BA-BA34-4584D9A8424A}" dt="2025-05-16T06:41:57.071" v="1467" actId="27636"/>
        <pc:sldMkLst>
          <pc:docMk/>
          <pc:sldMk cId="0" sldId="273"/>
        </pc:sldMkLst>
        <pc:spChg chg="mod ord">
          <ac:chgData name="Tran Trong Binh" userId="c1283c94-e8ca-44d9-904c-fa0c4c442f84" providerId="ADAL" clId="{7E78C4F1-C606-49BA-BA34-4584D9A8424A}" dt="2025-05-16T06:27:20.003" v="1182" actId="6264"/>
          <ac:spMkLst>
            <pc:docMk/>
            <pc:sldMk cId="0" sldId="273"/>
            <ac:spMk id="3" creationId="{00000000-0000-0000-0000-000000000000}"/>
          </ac:spMkLst>
        </pc:spChg>
        <pc:spChg chg="add del mod">
          <ac:chgData name="Tran Trong Binh" userId="c1283c94-e8ca-44d9-904c-fa0c4c442f84" providerId="ADAL" clId="{7E78C4F1-C606-49BA-BA34-4584D9A8424A}" dt="2025-05-16T06:27:20.003" v="1182" actId="6264"/>
          <ac:spMkLst>
            <pc:docMk/>
            <pc:sldMk cId="0" sldId="273"/>
            <ac:spMk id="4" creationId="{765CE13B-1BF0-C2D1-0E94-FF401BA27B26}"/>
          </ac:spMkLst>
        </pc:spChg>
        <pc:spChg chg="mod ord">
          <ac:chgData name="Tran Trong Binh" userId="c1283c94-e8ca-44d9-904c-fa0c4c442f84" providerId="ADAL" clId="{7E78C4F1-C606-49BA-BA34-4584D9A8424A}" dt="2025-05-16T06:41:57.071" v="1467" actId="27636"/>
          <ac:spMkLst>
            <pc:docMk/>
            <pc:sldMk cId="0" sldId="273"/>
            <ac:spMk id="5" creationId="{EDD41F99-B676-E606-21A5-214067EBA4F0}"/>
          </ac:spMkLst>
        </pc:spChg>
        <pc:spChg chg="add del mod">
          <ac:chgData name="Tran Trong Binh" userId="c1283c94-e8ca-44d9-904c-fa0c4c442f84" providerId="ADAL" clId="{7E78C4F1-C606-49BA-BA34-4584D9A8424A}" dt="2025-05-16T06:27:20.003" v="1182" actId="6264"/>
          <ac:spMkLst>
            <pc:docMk/>
            <pc:sldMk cId="0" sldId="273"/>
            <ac:spMk id="6" creationId="{0311CBF6-8C6F-2421-8314-30B0373F95A0}"/>
          </ac:spMkLst>
        </pc:spChg>
        <pc:grpChg chg="del">
          <ac:chgData name="Tran Trong Binh" userId="c1283c94-e8ca-44d9-904c-fa0c4c442f84" providerId="ADAL" clId="{7E78C4F1-C606-49BA-BA34-4584D9A8424A}" dt="2025-05-16T06:27:20.003" v="1182" actId="6264"/>
          <ac:grpSpMkLst>
            <pc:docMk/>
            <pc:sldMk cId="0" sldId="273"/>
            <ac:grpSpMk id="25" creationId="{6258F736-B256-8039-9DC6-F4E49A5C5AD5}"/>
          </ac:grpSpMkLst>
        </pc:grpChg>
      </pc:sldChg>
      <pc:sldChg chg="del">
        <pc:chgData name="Tran Trong Binh" userId="c1283c94-e8ca-44d9-904c-fa0c4c442f84" providerId="ADAL" clId="{7E78C4F1-C606-49BA-BA34-4584D9A8424A}" dt="2025-05-16T06:17:16.267" v="930" actId="47"/>
        <pc:sldMkLst>
          <pc:docMk/>
          <pc:sldMk cId="0" sldId="274"/>
        </pc:sldMkLst>
      </pc:sldChg>
      <pc:sldChg chg="addSp delSp modSp mod chgLayout">
        <pc:chgData name="Tran Trong Binh" userId="c1283c94-e8ca-44d9-904c-fa0c4c442f84" providerId="ADAL" clId="{7E78C4F1-C606-49BA-BA34-4584D9A8424A}" dt="2025-05-16T06:41:08.962" v="1461" actId="5793"/>
        <pc:sldMkLst>
          <pc:docMk/>
          <pc:sldMk cId="0" sldId="276"/>
        </pc:sldMkLst>
        <pc:spChg chg="mod ord">
          <ac:chgData name="Tran Trong Binh" userId="c1283c94-e8ca-44d9-904c-fa0c4c442f84" providerId="ADAL" clId="{7E78C4F1-C606-49BA-BA34-4584D9A8424A}" dt="2025-05-16T06:41:06.566" v="1459" actId="6264"/>
          <ac:spMkLst>
            <pc:docMk/>
            <pc:sldMk cId="0" sldId="276"/>
            <ac:spMk id="2" creationId="{00000000-0000-0000-0000-000000000000}"/>
          </ac:spMkLst>
        </pc:spChg>
        <pc:spChg chg="del mod">
          <ac:chgData name="Tran Trong Binh" userId="c1283c94-e8ca-44d9-904c-fa0c4c442f84" providerId="ADAL" clId="{7E78C4F1-C606-49BA-BA34-4584D9A8424A}" dt="2025-05-16T06:41:04.950" v="1458"/>
          <ac:spMkLst>
            <pc:docMk/>
            <pc:sldMk cId="0" sldId="276"/>
            <ac:spMk id="3" creationId="{00000000-0000-0000-0000-000000000000}"/>
          </ac:spMkLst>
        </pc:spChg>
        <pc:spChg chg="mod ord">
          <ac:chgData name="Tran Trong Binh" userId="c1283c94-e8ca-44d9-904c-fa0c4c442f84" providerId="ADAL" clId="{7E78C4F1-C606-49BA-BA34-4584D9A8424A}" dt="2025-05-16T06:41:06.566" v="1459" actId="6264"/>
          <ac:spMkLst>
            <pc:docMk/>
            <pc:sldMk cId="0" sldId="276"/>
            <ac:spMk id="4" creationId="{00000000-0000-0000-0000-000000000000}"/>
          </ac:spMkLst>
        </pc:spChg>
        <pc:spChg chg="add del mod">
          <ac:chgData name="Tran Trong Binh" userId="c1283c94-e8ca-44d9-904c-fa0c4c442f84" providerId="ADAL" clId="{7E78C4F1-C606-49BA-BA34-4584D9A8424A}" dt="2025-05-16T06:41:06.566" v="1459" actId="6264"/>
          <ac:spMkLst>
            <pc:docMk/>
            <pc:sldMk cId="0" sldId="276"/>
            <ac:spMk id="5" creationId="{9F9CDF85-62A2-63BF-DB69-8E51BEE86B1F}"/>
          </ac:spMkLst>
        </pc:spChg>
        <pc:spChg chg="add del mod">
          <ac:chgData name="Tran Trong Binh" userId="c1283c94-e8ca-44d9-904c-fa0c4c442f84" providerId="ADAL" clId="{7E78C4F1-C606-49BA-BA34-4584D9A8424A}" dt="2025-05-16T06:41:06.566" v="1459" actId="6264"/>
          <ac:spMkLst>
            <pc:docMk/>
            <pc:sldMk cId="0" sldId="276"/>
            <ac:spMk id="6" creationId="{42C1AF2A-86ED-13DD-555C-FCAD7AD55EBF}"/>
          </ac:spMkLst>
        </pc:spChg>
        <pc:spChg chg="add mod ord">
          <ac:chgData name="Tran Trong Binh" userId="c1283c94-e8ca-44d9-904c-fa0c4c442f84" providerId="ADAL" clId="{7E78C4F1-C606-49BA-BA34-4584D9A8424A}" dt="2025-05-16T06:41:08.962" v="1461" actId="5793"/>
          <ac:spMkLst>
            <pc:docMk/>
            <pc:sldMk cId="0" sldId="276"/>
            <ac:spMk id="7" creationId="{DC5782D7-B03B-CE9C-F75D-2CC10D1C353C}"/>
          </ac:spMkLst>
        </pc:spChg>
      </pc:sldChg>
      <pc:sldChg chg="addSp delSp modSp mod chgLayout">
        <pc:chgData name="Tran Trong Binh" userId="c1283c94-e8ca-44d9-904c-fa0c4c442f84" providerId="ADAL" clId="{7E78C4F1-C606-49BA-BA34-4584D9A8424A}" dt="2025-05-16T06:40:56.476" v="1455" actId="255"/>
        <pc:sldMkLst>
          <pc:docMk/>
          <pc:sldMk cId="0" sldId="277"/>
        </pc:sldMkLst>
        <pc:spChg chg="mod ord">
          <ac:chgData name="Tran Trong Binh" userId="c1283c94-e8ca-44d9-904c-fa0c4c442f84" providerId="ADAL" clId="{7E78C4F1-C606-49BA-BA34-4584D9A8424A}" dt="2025-05-16T06:28:49.912" v="1221" actId="6264"/>
          <ac:spMkLst>
            <pc:docMk/>
            <pc:sldMk cId="0" sldId="277"/>
            <ac:spMk id="2" creationId="{00000000-0000-0000-0000-000000000000}"/>
          </ac:spMkLst>
        </pc:spChg>
        <pc:spChg chg="del mod">
          <ac:chgData name="Tran Trong Binh" userId="c1283c94-e8ca-44d9-904c-fa0c4c442f84" providerId="ADAL" clId="{7E78C4F1-C606-49BA-BA34-4584D9A8424A}" dt="2025-05-16T06:28:48.848" v="1220"/>
          <ac:spMkLst>
            <pc:docMk/>
            <pc:sldMk cId="0" sldId="277"/>
            <ac:spMk id="3" creationId="{00000000-0000-0000-0000-000000000000}"/>
          </ac:spMkLst>
        </pc:spChg>
        <pc:spChg chg="add del mod ord">
          <ac:chgData name="Tran Trong Binh" userId="c1283c94-e8ca-44d9-904c-fa0c4c442f84" providerId="ADAL" clId="{7E78C4F1-C606-49BA-BA34-4584D9A8424A}" dt="2025-05-16T06:40:47.835" v="1453" actId="478"/>
          <ac:spMkLst>
            <pc:docMk/>
            <pc:sldMk cId="0" sldId="277"/>
            <ac:spMk id="4" creationId="{00000000-0000-0000-0000-000000000000}"/>
          </ac:spMkLst>
        </pc:spChg>
        <pc:spChg chg="add del mod">
          <ac:chgData name="Tran Trong Binh" userId="c1283c94-e8ca-44d9-904c-fa0c4c442f84" providerId="ADAL" clId="{7E78C4F1-C606-49BA-BA34-4584D9A8424A}" dt="2025-05-16T06:28:35.925" v="1215" actId="6264"/>
          <ac:spMkLst>
            <pc:docMk/>
            <pc:sldMk cId="0" sldId="277"/>
            <ac:spMk id="5" creationId="{3AC91EE1-DBBA-7B9E-A8A5-4EF8C3A8C04C}"/>
          </ac:spMkLst>
        </pc:spChg>
        <pc:spChg chg="add del mod">
          <ac:chgData name="Tran Trong Binh" userId="c1283c94-e8ca-44d9-904c-fa0c4c442f84" providerId="ADAL" clId="{7E78C4F1-C606-49BA-BA34-4584D9A8424A}" dt="2025-05-16T06:28:35.925" v="1215" actId="6264"/>
          <ac:spMkLst>
            <pc:docMk/>
            <pc:sldMk cId="0" sldId="277"/>
            <ac:spMk id="6" creationId="{097B5F6A-6237-45FD-052F-DCD6D0FCC303}"/>
          </ac:spMkLst>
        </pc:spChg>
        <pc:spChg chg="add mod ord">
          <ac:chgData name="Tran Trong Binh" userId="c1283c94-e8ca-44d9-904c-fa0c4c442f84" providerId="ADAL" clId="{7E78C4F1-C606-49BA-BA34-4584D9A8424A}" dt="2025-05-16T06:40:56.476" v="1455" actId="255"/>
          <ac:spMkLst>
            <pc:docMk/>
            <pc:sldMk cId="0" sldId="277"/>
            <ac:spMk id="7" creationId="{E1D37764-16C2-3990-139C-5B0C6A3F5A0B}"/>
          </ac:spMkLst>
        </pc:spChg>
        <pc:spChg chg="add del mod">
          <ac:chgData name="Tran Trong Binh" userId="c1283c94-e8ca-44d9-904c-fa0c4c442f84" providerId="ADAL" clId="{7E78C4F1-C606-49BA-BA34-4584D9A8424A}" dt="2025-05-16T06:28:49.912" v="1221" actId="6264"/>
          <ac:spMkLst>
            <pc:docMk/>
            <pc:sldMk cId="0" sldId="277"/>
            <ac:spMk id="8" creationId="{36D207A4-F3B4-92B8-C1D4-6C9214F5D75E}"/>
          </ac:spMkLst>
        </pc:spChg>
        <pc:spChg chg="add del mod">
          <ac:chgData name="Tran Trong Binh" userId="c1283c94-e8ca-44d9-904c-fa0c4c442f84" providerId="ADAL" clId="{7E78C4F1-C606-49BA-BA34-4584D9A8424A}" dt="2025-05-16T06:28:49.912" v="1221" actId="6264"/>
          <ac:spMkLst>
            <pc:docMk/>
            <pc:sldMk cId="0" sldId="277"/>
            <ac:spMk id="9" creationId="{4CA06736-C0ED-1CBE-0D76-ABFB888B51CA}"/>
          </ac:spMkLst>
        </pc:spChg>
        <pc:spChg chg="add del mod">
          <ac:chgData name="Tran Trong Binh" userId="c1283c94-e8ca-44d9-904c-fa0c4c442f84" providerId="ADAL" clId="{7E78C4F1-C606-49BA-BA34-4584D9A8424A}" dt="2025-05-16T06:28:49.912" v="1221" actId="6264"/>
          <ac:spMkLst>
            <pc:docMk/>
            <pc:sldMk cId="0" sldId="277"/>
            <ac:spMk id="10" creationId="{827A7085-1FF3-5032-0B77-40F475F3AE68}"/>
          </ac:spMkLst>
        </pc:spChg>
      </pc:sldChg>
      <pc:sldChg chg="del">
        <pc:chgData name="Tran Trong Binh" userId="c1283c94-e8ca-44d9-904c-fa0c4c442f84" providerId="ADAL" clId="{7E78C4F1-C606-49BA-BA34-4584D9A8424A}" dt="2025-05-16T06:16:13.055" v="906" actId="47"/>
        <pc:sldMkLst>
          <pc:docMk/>
          <pc:sldMk cId="0" sldId="278"/>
        </pc:sldMkLst>
      </pc:sldChg>
      <pc:sldChg chg="del">
        <pc:chgData name="Tran Trong Binh" userId="c1283c94-e8ca-44d9-904c-fa0c4c442f84" providerId="ADAL" clId="{7E78C4F1-C606-49BA-BA34-4584D9A8424A}" dt="2025-05-16T06:16:13.055" v="906" actId="47"/>
        <pc:sldMkLst>
          <pc:docMk/>
          <pc:sldMk cId="0" sldId="279"/>
        </pc:sldMkLst>
      </pc:sldChg>
      <pc:sldChg chg="del">
        <pc:chgData name="Tran Trong Binh" userId="c1283c94-e8ca-44d9-904c-fa0c4c442f84" providerId="ADAL" clId="{7E78C4F1-C606-49BA-BA34-4584D9A8424A}" dt="2025-05-16T06:16:13.055" v="906" actId="47"/>
        <pc:sldMkLst>
          <pc:docMk/>
          <pc:sldMk cId="0" sldId="280"/>
        </pc:sldMkLst>
      </pc:sldChg>
      <pc:sldChg chg="del">
        <pc:chgData name="Tran Trong Binh" userId="c1283c94-e8ca-44d9-904c-fa0c4c442f84" providerId="ADAL" clId="{7E78C4F1-C606-49BA-BA34-4584D9A8424A}" dt="2025-05-16T06:16:13.055" v="906" actId="47"/>
        <pc:sldMkLst>
          <pc:docMk/>
          <pc:sldMk cId="0" sldId="281"/>
        </pc:sldMkLst>
      </pc:sldChg>
      <pc:sldChg chg="del">
        <pc:chgData name="Tran Trong Binh" userId="c1283c94-e8ca-44d9-904c-fa0c4c442f84" providerId="ADAL" clId="{7E78C4F1-C606-49BA-BA34-4584D9A8424A}" dt="2025-05-16T06:16:13.055" v="906" actId="47"/>
        <pc:sldMkLst>
          <pc:docMk/>
          <pc:sldMk cId="0" sldId="282"/>
        </pc:sldMkLst>
      </pc:sldChg>
      <pc:sldChg chg="del">
        <pc:chgData name="Tran Trong Binh" userId="c1283c94-e8ca-44d9-904c-fa0c4c442f84" providerId="ADAL" clId="{7E78C4F1-C606-49BA-BA34-4584D9A8424A}" dt="2025-05-16T06:16:13.055" v="906" actId="47"/>
        <pc:sldMkLst>
          <pc:docMk/>
          <pc:sldMk cId="0" sldId="283"/>
        </pc:sldMkLst>
      </pc:sldChg>
      <pc:sldChg chg="del">
        <pc:chgData name="Tran Trong Binh" userId="c1283c94-e8ca-44d9-904c-fa0c4c442f84" providerId="ADAL" clId="{7E78C4F1-C606-49BA-BA34-4584D9A8424A}" dt="2025-05-16T06:16:13.055" v="906" actId="47"/>
        <pc:sldMkLst>
          <pc:docMk/>
          <pc:sldMk cId="0" sldId="284"/>
        </pc:sldMkLst>
      </pc:sldChg>
      <pc:sldChg chg="del">
        <pc:chgData name="Tran Trong Binh" userId="c1283c94-e8ca-44d9-904c-fa0c4c442f84" providerId="ADAL" clId="{7E78C4F1-C606-49BA-BA34-4584D9A8424A}" dt="2025-05-16T06:16:13.055" v="906" actId="47"/>
        <pc:sldMkLst>
          <pc:docMk/>
          <pc:sldMk cId="0" sldId="285"/>
        </pc:sldMkLst>
      </pc:sldChg>
      <pc:sldChg chg="del">
        <pc:chgData name="Tran Trong Binh" userId="c1283c94-e8ca-44d9-904c-fa0c4c442f84" providerId="ADAL" clId="{7E78C4F1-C606-49BA-BA34-4584D9A8424A}" dt="2025-05-16T06:16:13.055" v="906" actId="47"/>
        <pc:sldMkLst>
          <pc:docMk/>
          <pc:sldMk cId="0" sldId="286"/>
        </pc:sldMkLst>
      </pc:sldChg>
      <pc:sldChg chg="del">
        <pc:chgData name="Tran Trong Binh" userId="c1283c94-e8ca-44d9-904c-fa0c4c442f84" providerId="ADAL" clId="{7E78C4F1-C606-49BA-BA34-4584D9A8424A}" dt="2025-05-16T06:16:13.055" v="906" actId="47"/>
        <pc:sldMkLst>
          <pc:docMk/>
          <pc:sldMk cId="0" sldId="287"/>
        </pc:sldMkLst>
      </pc:sldChg>
      <pc:sldChg chg="del">
        <pc:chgData name="Tran Trong Binh" userId="c1283c94-e8ca-44d9-904c-fa0c4c442f84" providerId="ADAL" clId="{7E78C4F1-C606-49BA-BA34-4584D9A8424A}" dt="2025-05-16T06:16:13.055" v="906" actId="47"/>
        <pc:sldMkLst>
          <pc:docMk/>
          <pc:sldMk cId="0" sldId="288"/>
        </pc:sldMkLst>
      </pc:sldChg>
      <pc:sldChg chg="del">
        <pc:chgData name="Tran Trong Binh" userId="c1283c94-e8ca-44d9-904c-fa0c4c442f84" providerId="ADAL" clId="{7E78C4F1-C606-49BA-BA34-4584D9A8424A}" dt="2025-05-16T04:36:17.267" v="900" actId="47"/>
        <pc:sldMkLst>
          <pc:docMk/>
          <pc:sldMk cId="0" sldId="289"/>
        </pc:sldMkLst>
      </pc:sldChg>
      <pc:sldChg chg="del">
        <pc:chgData name="Tran Trong Binh" userId="c1283c94-e8ca-44d9-904c-fa0c4c442f84" providerId="ADAL" clId="{7E78C4F1-C606-49BA-BA34-4584D9A8424A}" dt="2025-05-16T04:36:24.445" v="901" actId="47"/>
        <pc:sldMkLst>
          <pc:docMk/>
          <pc:sldMk cId="0" sldId="290"/>
        </pc:sldMkLst>
      </pc:sldChg>
      <pc:sldChg chg="del">
        <pc:chgData name="Tran Trong Binh" userId="c1283c94-e8ca-44d9-904c-fa0c4c442f84" providerId="ADAL" clId="{7E78C4F1-C606-49BA-BA34-4584D9A8424A}" dt="2025-05-16T04:36:26.641" v="902" actId="47"/>
        <pc:sldMkLst>
          <pc:docMk/>
          <pc:sldMk cId="0" sldId="291"/>
        </pc:sldMkLst>
      </pc:sldChg>
      <pc:sldChg chg="addSp delSp modSp mod modClrScheme chgLayout">
        <pc:chgData name="Tran Trong Binh" userId="c1283c94-e8ca-44d9-904c-fa0c4c442f84" providerId="ADAL" clId="{7E78C4F1-C606-49BA-BA34-4584D9A8424A}" dt="2025-05-16T06:41:57.094" v="1468" actId="27636"/>
        <pc:sldMkLst>
          <pc:docMk/>
          <pc:sldMk cId="0" sldId="292"/>
        </pc:sldMkLst>
        <pc:spChg chg="mod ord">
          <ac:chgData name="Tran Trong Binh" userId="c1283c94-e8ca-44d9-904c-fa0c4c442f84" providerId="ADAL" clId="{7E78C4F1-C606-49BA-BA34-4584D9A8424A}" dt="2025-05-16T06:21:35.297" v="1110" actId="700"/>
          <ac:spMkLst>
            <pc:docMk/>
            <pc:sldMk cId="0" sldId="292"/>
            <ac:spMk id="3" creationId="{00000000-0000-0000-0000-000000000000}"/>
          </ac:spMkLst>
        </pc:spChg>
        <pc:spChg chg="mod ord">
          <ac:chgData name="Tran Trong Binh" userId="c1283c94-e8ca-44d9-904c-fa0c4c442f84" providerId="ADAL" clId="{7E78C4F1-C606-49BA-BA34-4584D9A8424A}" dt="2025-05-16T06:21:35.297" v="1110" actId="700"/>
          <ac:spMkLst>
            <pc:docMk/>
            <pc:sldMk cId="0" sldId="292"/>
            <ac:spMk id="4" creationId="{00000000-0000-0000-0000-000000000000}"/>
          </ac:spMkLst>
        </pc:spChg>
        <pc:spChg chg="add mod ord">
          <ac:chgData name="Tran Trong Binh" userId="c1283c94-e8ca-44d9-904c-fa0c4c442f84" providerId="ADAL" clId="{7E78C4F1-C606-49BA-BA34-4584D9A8424A}" dt="2025-05-16T06:41:57.094" v="1468" actId="27636"/>
          <ac:spMkLst>
            <pc:docMk/>
            <pc:sldMk cId="0" sldId="292"/>
            <ac:spMk id="5" creationId="{1ED9D151-41FD-C56A-E685-5E1AF690DC4C}"/>
          </ac:spMkLst>
        </pc:spChg>
        <pc:picChg chg="add del mod">
          <ac:chgData name="Tran Trong Binh" userId="c1283c94-e8ca-44d9-904c-fa0c4c442f84" providerId="ADAL" clId="{7E78C4F1-C606-49BA-BA34-4584D9A8424A}" dt="2025-05-16T06:22:57.103" v="1131" actId="478"/>
          <ac:picMkLst>
            <pc:docMk/>
            <pc:sldMk cId="0" sldId="292"/>
            <ac:picMk id="2" creationId="{00000000-0000-0000-0000-000000000000}"/>
          </ac:picMkLst>
        </pc:picChg>
      </pc:sldChg>
      <pc:sldChg chg="addSp delSp modSp mod modClrScheme chgLayout">
        <pc:chgData name="Tran Trong Binh" userId="c1283c94-e8ca-44d9-904c-fa0c4c442f84" providerId="ADAL" clId="{7E78C4F1-C606-49BA-BA34-4584D9A8424A}" dt="2025-05-16T06:20:55.994" v="1106" actId="6549"/>
        <pc:sldMkLst>
          <pc:docMk/>
          <pc:sldMk cId="0" sldId="293"/>
        </pc:sldMkLst>
        <pc:spChg chg="mod ord">
          <ac:chgData name="Tran Trong Binh" userId="c1283c94-e8ca-44d9-904c-fa0c4c442f84" providerId="ADAL" clId="{7E78C4F1-C606-49BA-BA34-4584D9A8424A}" dt="2025-05-16T06:19:10.252" v="978" actId="700"/>
          <ac:spMkLst>
            <pc:docMk/>
            <pc:sldMk cId="0" sldId="293"/>
            <ac:spMk id="2" creationId="{00000000-0000-0000-0000-000000000000}"/>
          </ac:spMkLst>
        </pc:spChg>
        <pc:spChg chg="mod ord">
          <ac:chgData name="Tran Trong Binh" userId="c1283c94-e8ca-44d9-904c-fa0c4c442f84" providerId="ADAL" clId="{7E78C4F1-C606-49BA-BA34-4584D9A8424A}" dt="2025-05-16T06:19:10.252" v="978" actId="700"/>
          <ac:spMkLst>
            <pc:docMk/>
            <pc:sldMk cId="0" sldId="293"/>
            <ac:spMk id="4" creationId="{00000000-0000-0000-0000-000000000000}"/>
          </ac:spMkLst>
        </pc:spChg>
        <pc:spChg chg="add del mod ord">
          <ac:chgData name="Tran Trong Binh" userId="c1283c94-e8ca-44d9-904c-fa0c4c442f84" providerId="ADAL" clId="{7E78C4F1-C606-49BA-BA34-4584D9A8424A}" dt="2025-05-16T06:20:37.114" v="1101"/>
          <ac:spMkLst>
            <pc:docMk/>
            <pc:sldMk cId="0" sldId="293"/>
            <ac:spMk id="5" creationId="{6BA8A80E-07DC-89ED-17E9-1EFA2F4B2097}"/>
          </ac:spMkLst>
        </pc:spChg>
        <pc:spChg chg="add">
          <ac:chgData name="Tran Trong Binh" userId="c1283c94-e8ca-44d9-904c-fa0c4c442f84" providerId="ADAL" clId="{7E78C4F1-C606-49BA-BA34-4584D9A8424A}" dt="2025-05-16T06:20:28.773" v="1098"/>
          <ac:spMkLst>
            <pc:docMk/>
            <pc:sldMk cId="0" sldId="293"/>
            <ac:spMk id="6" creationId="{2D1326C5-BE95-C21F-D327-BFACB23939B0}"/>
          </ac:spMkLst>
        </pc:spChg>
        <pc:spChg chg="add">
          <ac:chgData name="Tran Trong Binh" userId="c1283c94-e8ca-44d9-904c-fa0c4c442f84" providerId="ADAL" clId="{7E78C4F1-C606-49BA-BA34-4584D9A8424A}" dt="2025-05-16T06:20:34.781" v="1099"/>
          <ac:spMkLst>
            <pc:docMk/>
            <pc:sldMk cId="0" sldId="293"/>
            <ac:spMk id="7" creationId="{921045DF-3471-271C-8BE8-25C641B577D6}"/>
          </ac:spMkLst>
        </pc:spChg>
        <pc:spChg chg="add mod">
          <ac:chgData name="Tran Trong Binh" userId="c1283c94-e8ca-44d9-904c-fa0c4c442f84" providerId="ADAL" clId="{7E78C4F1-C606-49BA-BA34-4584D9A8424A}" dt="2025-05-16T06:20:55.994" v="1106" actId="6549"/>
          <ac:spMkLst>
            <pc:docMk/>
            <pc:sldMk cId="0" sldId="293"/>
            <ac:spMk id="8" creationId="{0AF5506D-EFDC-7F91-F47C-0000CDEA2AB0}"/>
          </ac:spMkLst>
        </pc:spChg>
        <pc:picChg chg="add del mod">
          <ac:chgData name="Tran Trong Binh" userId="c1283c94-e8ca-44d9-904c-fa0c4c442f84" providerId="ADAL" clId="{7E78C4F1-C606-49BA-BA34-4584D9A8424A}" dt="2025-05-16T06:20:51.107" v="1104" actId="478"/>
          <ac:picMkLst>
            <pc:docMk/>
            <pc:sldMk cId="0" sldId="293"/>
            <ac:picMk id="3" creationId="{00000000-0000-0000-0000-000000000000}"/>
          </ac:picMkLst>
        </pc:picChg>
      </pc:sldChg>
      <pc:sldChg chg="del">
        <pc:chgData name="Tran Trong Binh" userId="c1283c94-e8ca-44d9-904c-fa0c4c442f84" providerId="ADAL" clId="{7E78C4F1-C606-49BA-BA34-4584D9A8424A}" dt="2025-05-16T04:39:59.027" v="904" actId="47"/>
        <pc:sldMkLst>
          <pc:docMk/>
          <pc:sldMk cId="0" sldId="294"/>
        </pc:sldMkLst>
      </pc:sldChg>
      <pc:sldChg chg="del">
        <pc:chgData name="Tran Trong Binh" userId="c1283c94-e8ca-44d9-904c-fa0c4c442f84" providerId="ADAL" clId="{7E78C4F1-C606-49BA-BA34-4584D9A8424A}" dt="2025-05-16T04:39:53.117" v="903" actId="47"/>
        <pc:sldMkLst>
          <pc:docMk/>
          <pc:sldMk cId="0" sldId="295"/>
        </pc:sldMkLst>
      </pc:sldChg>
      <pc:sldChg chg="addSp delSp modSp mod chgLayout">
        <pc:chgData name="Tran Trong Binh" userId="c1283c94-e8ca-44d9-904c-fa0c4c442f84" providerId="ADAL" clId="{7E78C4F1-C606-49BA-BA34-4584D9A8424A}" dt="2025-05-16T06:29:56.091" v="1236" actId="20577"/>
        <pc:sldMkLst>
          <pc:docMk/>
          <pc:sldMk cId="0" sldId="296"/>
        </pc:sldMkLst>
        <pc:spChg chg="del mod">
          <ac:chgData name="Tran Trong Binh" userId="c1283c94-e8ca-44d9-904c-fa0c4c442f84" providerId="ADAL" clId="{7E78C4F1-C606-49BA-BA34-4584D9A8424A}" dt="2025-05-16T06:29:35.953" v="1226" actId="478"/>
          <ac:spMkLst>
            <pc:docMk/>
            <pc:sldMk cId="0" sldId="296"/>
            <ac:spMk id="2" creationId="{00000000-0000-0000-0000-000000000000}"/>
          </ac:spMkLst>
        </pc:spChg>
        <pc:spChg chg="mod ord">
          <ac:chgData name="Tran Trong Binh" userId="c1283c94-e8ca-44d9-904c-fa0c4c442f84" providerId="ADAL" clId="{7E78C4F1-C606-49BA-BA34-4584D9A8424A}" dt="2025-05-16T06:29:38.137" v="1227" actId="6264"/>
          <ac:spMkLst>
            <pc:docMk/>
            <pc:sldMk cId="0" sldId="296"/>
            <ac:spMk id="3" creationId="{00000000-0000-0000-0000-000000000000}"/>
          </ac:spMkLst>
        </pc:spChg>
        <pc:spChg chg="mod ord">
          <ac:chgData name="Tran Trong Binh" userId="c1283c94-e8ca-44d9-904c-fa0c4c442f84" providerId="ADAL" clId="{7E78C4F1-C606-49BA-BA34-4584D9A8424A}" dt="2025-05-16T06:29:38.137" v="1227" actId="6264"/>
          <ac:spMkLst>
            <pc:docMk/>
            <pc:sldMk cId="0" sldId="296"/>
            <ac:spMk id="4" creationId="{00000000-0000-0000-0000-000000000000}"/>
          </ac:spMkLst>
        </pc:spChg>
        <pc:spChg chg="add del mod">
          <ac:chgData name="Tran Trong Binh" userId="c1283c94-e8ca-44d9-904c-fa0c4c442f84" providerId="ADAL" clId="{7E78C4F1-C606-49BA-BA34-4584D9A8424A}" dt="2025-05-16T06:28:56.597" v="1222" actId="6264"/>
          <ac:spMkLst>
            <pc:docMk/>
            <pc:sldMk cId="0" sldId="296"/>
            <ac:spMk id="5" creationId="{6CDD4996-2195-004B-F9E3-64A14CEE60C7}"/>
          </ac:spMkLst>
        </pc:spChg>
        <pc:spChg chg="add del mod">
          <ac:chgData name="Tran Trong Binh" userId="c1283c94-e8ca-44d9-904c-fa0c4c442f84" providerId="ADAL" clId="{7E78C4F1-C606-49BA-BA34-4584D9A8424A}" dt="2025-05-16T06:28:56.597" v="1222" actId="6264"/>
          <ac:spMkLst>
            <pc:docMk/>
            <pc:sldMk cId="0" sldId="296"/>
            <ac:spMk id="6" creationId="{8845363B-CC50-608B-35C5-5A51BCEB9374}"/>
          </ac:spMkLst>
        </pc:spChg>
        <pc:spChg chg="add mod ord">
          <ac:chgData name="Tran Trong Binh" userId="c1283c94-e8ca-44d9-904c-fa0c4c442f84" providerId="ADAL" clId="{7E78C4F1-C606-49BA-BA34-4584D9A8424A}" dt="2025-05-16T06:29:56.091" v="1236" actId="20577"/>
          <ac:spMkLst>
            <pc:docMk/>
            <pc:sldMk cId="0" sldId="296"/>
            <ac:spMk id="7" creationId="{DE601E40-0FA2-D50F-9B3A-EFC6BB36754F}"/>
          </ac:spMkLst>
        </pc:spChg>
        <pc:spChg chg="add del mod">
          <ac:chgData name="Tran Trong Binh" userId="c1283c94-e8ca-44d9-904c-fa0c4c442f84" providerId="ADAL" clId="{7E78C4F1-C606-49BA-BA34-4584D9A8424A}" dt="2025-05-16T06:29:38.137" v="1227" actId="6264"/>
          <ac:spMkLst>
            <pc:docMk/>
            <pc:sldMk cId="0" sldId="296"/>
            <ac:spMk id="8" creationId="{4F946749-1BF6-40AF-AE2D-955BE825ADDF}"/>
          </ac:spMkLst>
        </pc:spChg>
        <pc:spChg chg="add del mod">
          <ac:chgData name="Tran Trong Binh" userId="c1283c94-e8ca-44d9-904c-fa0c4c442f84" providerId="ADAL" clId="{7E78C4F1-C606-49BA-BA34-4584D9A8424A}" dt="2025-05-16T06:29:38.137" v="1227" actId="6264"/>
          <ac:spMkLst>
            <pc:docMk/>
            <pc:sldMk cId="0" sldId="296"/>
            <ac:spMk id="9" creationId="{90A00D28-5DC7-C6B3-A933-6E1A001EDA3C}"/>
          </ac:spMkLst>
        </pc:spChg>
        <pc:spChg chg="add del mod">
          <ac:chgData name="Tran Trong Binh" userId="c1283c94-e8ca-44d9-904c-fa0c4c442f84" providerId="ADAL" clId="{7E78C4F1-C606-49BA-BA34-4584D9A8424A}" dt="2025-05-16T06:29:38.137" v="1227" actId="6264"/>
          <ac:spMkLst>
            <pc:docMk/>
            <pc:sldMk cId="0" sldId="296"/>
            <ac:spMk id="10" creationId="{7DEB288A-AD41-6434-6962-A0F60801F897}"/>
          </ac:spMkLst>
        </pc:spChg>
      </pc:sldChg>
      <pc:sldChg chg="addSp delSp modSp mod chgLayout">
        <pc:chgData name="Tran Trong Binh" userId="c1283c94-e8ca-44d9-904c-fa0c4c442f84" providerId="ADAL" clId="{7E78C4F1-C606-49BA-BA34-4584D9A8424A}" dt="2025-05-16T06:30:15.818" v="1245" actId="20577"/>
        <pc:sldMkLst>
          <pc:docMk/>
          <pc:sldMk cId="0" sldId="297"/>
        </pc:sldMkLst>
        <pc:spChg chg="mod ord">
          <ac:chgData name="Tran Trong Binh" userId="c1283c94-e8ca-44d9-904c-fa0c4c442f84" providerId="ADAL" clId="{7E78C4F1-C606-49BA-BA34-4584D9A8424A}" dt="2025-05-16T06:30:01.715" v="1237" actId="700"/>
          <ac:spMkLst>
            <pc:docMk/>
            <pc:sldMk cId="0" sldId="297"/>
            <ac:spMk id="2" creationId="{00000000-0000-0000-0000-000000000000}"/>
          </ac:spMkLst>
        </pc:spChg>
        <pc:spChg chg="del mod">
          <ac:chgData name="Tran Trong Binh" userId="c1283c94-e8ca-44d9-904c-fa0c4c442f84" providerId="ADAL" clId="{7E78C4F1-C606-49BA-BA34-4584D9A8424A}" dt="2025-05-16T06:30:05.119" v="1240"/>
          <ac:spMkLst>
            <pc:docMk/>
            <pc:sldMk cId="0" sldId="297"/>
            <ac:spMk id="3" creationId="{00000000-0000-0000-0000-000000000000}"/>
          </ac:spMkLst>
        </pc:spChg>
        <pc:spChg chg="mod ord">
          <ac:chgData name="Tran Trong Binh" userId="c1283c94-e8ca-44d9-904c-fa0c4c442f84" providerId="ADAL" clId="{7E78C4F1-C606-49BA-BA34-4584D9A8424A}" dt="2025-05-16T06:30:01.715" v="1237" actId="700"/>
          <ac:spMkLst>
            <pc:docMk/>
            <pc:sldMk cId="0" sldId="297"/>
            <ac:spMk id="4" creationId="{00000000-0000-0000-0000-000000000000}"/>
          </ac:spMkLst>
        </pc:spChg>
        <pc:spChg chg="add mod ord">
          <ac:chgData name="Tran Trong Binh" userId="c1283c94-e8ca-44d9-904c-fa0c4c442f84" providerId="ADAL" clId="{7E78C4F1-C606-49BA-BA34-4584D9A8424A}" dt="2025-05-16T06:30:15.818" v="1245" actId="20577"/>
          <ac:spMkLst>
            <pc:docMk/>
            <pc:sldMk cId="0" sldId="297"/>
            <ac:spMk id="5" creationId="{8211E273-48BA-E7B6-FD25-077D17E387C9}"/>
          </ac:spMkLst>
        </pc:spChg>
      </pc:sldChg>
      <pc:sldChg chg="addSp delSp modSp mod chgLayout">
        <pc:chgData name="Tran Trong Binh" userId="c1283c94-e8ca-44d9-904c-fa0c4c442f84" providerId="ADAL" clId="{7E78C4F1-C606-49BA-BA34-4584D9A8424A}" dt="2025-05-16T06:42:40.905" v="1484" actId="20577"/>
        <pc:sldMkLst>
          <pc:docMk/>
          <pc:sldMk cId="0" sldId="298"/>
        </pc:sldMkLst>
        <pc:spChg chg="del mod">
          <ac:chgData name="Tran Trong Binh" userId="c1283c94-e8ca-44d9-904c-fa0c4c442f84" providerId="ADAL" clId="{7E78C4F1-C606-49BA-BA34-4584D9A8424A}" dt="2025-05-16T06:42:36.832" v="1482"/>
          <ac:spMkLst>
            <pc:docMk/>
            <pc:sldMk cId="0" sldId="298"/>
            <ac:spMk id="2" creationId="{00000000-0000-0000-0000-000000000000}"/>
          </ac:spMkLst>
        </pc:spChg>
        <pc:spChg chg="mod ord">
          <ac:chgData name="Tran Trong Binh" userId="c1283c94-e8ca-44d9-904c-fa0c4c442f84" providerId="ADAL" clId="{7E78C4F1-C606-49BA-BA34-4584D9A8424A}" dt="2025-05-16T06:42:38.429" v="1483" actId="6264"/>
          <ac:spMkLst>
            <pc:docMk/>
            <pc:sldMk cId="0" sldId="298"/>
            <ac:spMk id="3" creationId="{00000000-0000-0000-0000-000000000000}"/>
          </ac:spMkLst>
        </pc:spChg>
        <pc:spChg chg="mod ord">
          <ac:chgData name="Tran Trong Binh" userId="c1283c94-e8ca-44d9-904c-fa0c4c442f84" providerId="ADAL" clId="{7E78C4F1-C606-49BA-BA34-4584D9A8424A}" dt="2025-05-16T06:42:38.429" v="1483" actId="6264"/>
          <ac:spMkLst>
            <pc:docMk/>
            <pc:sldMk cId="0" sldId="298"/>
            <ac:spMk id="4" creationId="{00000000-0000-0000-0000-000000000000}"/>
          </ac:spMkLst>
        </pc:spChg>
        <pc:spChg chg="add del mod">
          <ac:chgData name="Tran Trong Binh" userId="c1283c94-e8ca-44d9-904c-fa0c4c442f84" providerId="ADAL" clId="{7E78C4F1-C606-49BA-BA34-4584D9A8424A}" dt="2025-05-16T06:42:30.198" v="1477" actId="6264"/>
          <ac:spMkLst>
            <pc:docMk/>
            <pc:sldMk cId="0" sldId="298"/>
            <ac:spMk id="5" creationId="{B8A30E09-E58D-6B1C-E74B-09BF814ED8AE}"/>
          </ac:spMkLst>
        </pc:spChg>
        <pc:spChg chg="add del mod">
          <ac:chgData name="Tran Trong Binh" userId="c1283c94-e8ca-44d9-904c-fa0c4c442f84" providerId="ADAL" clId="{7E78C4F1-C606-49BA-BA34-4584D9A8424A}" dt="2025-05-16T06:42:30.198" v="1477" actId="6264"/>
          <ac:spMkLst>
            <pc:docMk/>
            <pc:sldMk cId="0" sldId="298"/>
            <ac:spMk id="6" creationId="{26F537AA-BD2C-4DBA-6EC0-514C0069B9A9}"/>
          </ac:spMkLst>
        </pc:spChg>
        <pc:spChg chg="add mod ord">
          <ac:chgData name="Tran Trong Binh" userId="c1283c94-e8ca-44d9-904c-fa0c4c442f84" providerId="ADAL" clId="{7E78C4F1-C606-49BA-BA34-4584D9A8424A}" dt="2025-05-16T06:42:40.905" v="1484" actId="20577"/>
          <ac:spMkLst>
            <pc:docMk/>
            <pc:sldMk cId="0" sldId="298"/>
            <ac:spMk id="7" creationId="{5949215F-6F96-1B3C-BE78-471D48BD2E4C}"/>
          </ac:spMkLst>
        </pc:spChg>
        <pc:spChg chg="add del mod">
          <ac:chgData name="Tran Trong Binh" userId="c1283c94-e8ca-44d9-904c-fa0c4c442f84" providerId="ADAL" clId="{7E78C4F1-C606-49BA-BA34-4584D9A8424A}" dt="2025-05-16T06:42:38.429" v="1483" actId="6264"/>
          <ac:spMkLst>
            <pc:docMk/>
            <pc:sldMk cId="0" sldId="298"/>
            <ac:spMk id="8" creationId="{DE91811A-FDEF-4117-F365-8690E467D2B5}"/>
          </ac:spMkLst>
        </pc:spChg>
        <pc:spChg chg="add del mod">
          <ac:chgData name="Tran Trong Binh" userId="c1283c94-e8ca-44d9-904c-fa0c4c442f84" providerId="ADAL" clId="{7E78C4F1-C606-49BA-BA34-4584D9A8424A}" dt="2025-05-16T06:42:38.429" v="1483" actId="6264"/>
          <ac:spMkLst>
            <pc:docMk/>
            <pc:sldMk cId="0" sldId="298"/>
            <ac:spMk id="9" creationId="{2B6CF52F-10F9-84D1-0442-F591395A395F}"/>
          </ac:spMkLst>
        </pc:spChg>
        <pc:spChg chg="add del mod">
          <ac:chgData name="Tran Trong Binh" userId="c1283c94-e8ca-44d9-904c-fa0c4c442f84" providerId="ADAL" clId="{7E78C4F1-C606-49BA-BA34-4584D9A8424A}" dt="2025-05-16T06:42:38.429" v="1483" actId="6264"/>
          <ac:spMkLst>
            <pc:docMk/>
            <pc:sldMk cId="0" sldId="298"/>
            <ac:spMk id="10" creationId="{53C39099-3B99-E633-0678-A4766B7F9845}"/>
          </ac:spMkLst>
        </pc:spChg>
      </pc:sldChg>
      <pc:sldChg chg="modSp mod">
        <pc:chgData name="Tran Trong Binh" userId="c1283c94-e8ca-44d9-904c-fa0c4c442f84" providerId="ADAL" clId="{7E78C4F1-C606-49BA-BA34-4584D9A8424A}" dt="2025-05-16T02:36:19.609" v="11" actId="20577"/>
        <pc:sldMkLst>
          <pc:docMk/>
          <pc:sldMk cId="0" sldId="299"/>
        </pc:sldMkLst>
        <pc:spChg chg="mod">
          <ac:chgData name="Tran Trong Binh" userId="c1283c94-e8ca-44d9-904c-fa0c4c442f84" providerId="ADAL" clId="{7E78C4F1-C606-49BA-BA34-4584D9A8424A}" dt="2025-05-16T02:36:19.609" v="11" actId="20577"/>
          <ac:spMkLst>
            <pc:docMk/>
            <pc:sldMk cId="0" sldId="299"/>
            <ac:spMk id="7" creationId="{00000000-0000-0000-0000-000000000000}"/>
          </ac:spMkLst>
        </pc:spChg>
      </pc:sldChg>
      <pc:sldChg chg="addSp delSp modSp mod chgLayout">
        <pc:chgData name="Tran Trong Binh" userId="c1283c94-e8ca-44d9-904c-fa0c4c442f84" providerId="ADAL" clId="{7E78C4F1-C606-49BA-BA34-4584D9A8424A}" dt="2025-05-16T06:30:40.232" v="1254" actId="478"/>
        <pc:sldMkLst>
          <pc:docMk/>
          <pc:sldMk cId="0" sldId="300"/>
        </pc:sldMkLst>
        <pc:spChg chg="del mod">
          <ac:chgData name="Tran Trong Binh" userId="c1283c94-e8ca-44d9-904c-fa0c4c442f84" providerId="ADAL" clId="{7E78C4F1-C606-49BA-BA34-4584D9A8424A}" dt="2025-05-16T06:30:36.259" v="1252"/>
          <ac:spMkLst>
            <pc:docMk/>
            <pc:sldMk cId="0" sldId="300"/>
            <ac:spMk id="2" creationId="{00000000-0000-0000-0000-000000000000}"/>
          </ac:spMkLst>
        </pc:spChg>
        <pc:spChg chg="add del mod">
          <ac:chgData name="Tran Trong Binh" userId="c1283c94-e8ca-44d9-904c-fa0c4c442f84" providerId="ADAL" clId="{7E78C4F1-C606-49BA-BA34-4584D9A8424A}" dt="2025-05-16T06:30:23.494" v="1246" actId="6264"/>
          <ac:spMkLst>
            <pc:docMk/>
            <pc:sldMk cId="0" sldId="300"/>
            <ac:spMk id="3" creationId="{797B6BC4-EF78-FCD4-ABE7-479424A85BFB}"/>
          </ac:spMkLst>
        </pc:spChg>
        <pc:spChg chg="add del mod">
          <ac:chgData name="Tran Trong Binh" userId="c1283c94-e8ca-44d9-904c-fa0c4c442f84" providerId="ADAL" clId="{7E78C4F1-C606-49BA-BA34-4584D9A8424A}" dt="2025-05-16T06:30:23.494" v="1246" actId="6264"/>
          <ac:spMkLst>
            <pc:docMk/>
            <pc:sldMk cId="0" sldId="300"/>
            <ac:spMk id="4" creationId="{95F69EF3-B6F7-C27F-7C1A-6606160F6CCB}"/>
          </ac:spMkLst>
        </pc:spChg>
        <pc:spChg chg="mod ord">
          <ac:chgData name="Tran Trong Binh" userId="c1283c94-e8ca-44d9-904c-fa0c4c442f84" providerId="ADAL" clId="{7E78C4F1-C606-49BA-BA34-4584D9A8424A}" dt="2025-05-16T06:30:37.976" v="1253" actId="6264"/>
          <ac:spMkLst>
            <pc:docMk/>
            <pc:sldMk cId="0" sldId="300"/>
            <ac:spMk id="5" creationId="{00000000-0000-0000-0000-000000000000}"/>
          </ac:spMkLst>
        </pc:spChg>
        <pc:spChg chg="del mod ord">
          <ac:chgData name="Tran Trong Binh" userId="c1283c94-e8ca-44d9-904c-fa0c4c442f84" providerId="ADAL" clId="{7E78C4F1-C606-49BA-BA34-4584D9A8424A}" dt="2025-05-16T06:30:40.232" v="1254" actId="478"/>
          <ac:spMkLst>
            <pc:docMk/>
            <pc:sldMk cId="0" sldId="300"/>
            <ac:spMk id="17" creationId="{00000000-0000-0000-0000-000000000000}"/>
          </ac:spMkLst>
        </pc:spChg>
        <pc:spChg chg="add mod ord">
          <ac:chgData name="Tran Trong Binh" userId="c1283c94-e8ca-44d9-904c-fa0c4c442f84" providerId="ADAL" clId="{7E78C4F1-C606-49BA-BA34-4584D9A8424A}" dt="2025-05-16T06:30:37.976" v="1253" actId="6264"/>
          <ac:spMkLst>
            <pc:docMk/>
            <pc:sldMk cId="0" sldId="300"/>
            <ac:spMk id="19" creationId="{E2A3C5AE-A975-3931-82F9-C0B379D89648}"/>
          </ac:spMkLst>
        </pc:spChg>
        <pc:spChg chg="add del mod">
          <ac:chgData name="Tran Trong Binh" userId="c1283c94-e8ca-44d9-904c-fa0c4c442f84" providerId="ADAL" clId="{7E78C4F1-C606-49BA-BA34-4584D9A8424A}" dt="2025-05-16T06:30:37.976" v="1253" actId="6264"/>
          <ac:spMkLst>
            <pc:docMk/>
            <pc:sldMk cId="0" sldId="300"/>
            <ac:spMk id="20" creationId="{C8B87F28-8108-9089-F274-E66C5CD03A37}"/>
          </ac:spMkLst>
        </pc:spChg>
        <pc:spChg chg="add del mod">
          <ac:chgData name="Tran Trong Binh" userId="c1283c94-e8ca-44d9-904c-fa0c4c442f84" providerId="ADAL" clId="{7E78C4F1-C606-49BA-BA34-4584D9A8424A}" dt="2025-05-16T06:30:37.976" v="1253" actId="6264"/>
          <ac:spMkLst>
            <pc:docMk/>
            <pc:sldMk cId="0" sldId="300"/>
            <ac:spMk id="21" creationId="{0CF38754-D19B-D491-531D-ADCE261E24D5}"/>
          </ac:spMkLst>
        </pc:spChg>
        <pc:spChg chg="add del mod">
          <ac:chgData name="Tran Trong Binh" userId="c1283c94-e8ca-44d9-904c-fa0c4c442f84" providerId="ADAL" clId="{7E78C4F1-C606-49BA-BA34-4584D9A8424A}" dt="2025-05-16T06:30:37.976" v="1253" actId="6264"/>
          <ac:spMkLst>
            <pc:docMk/>
            <pc:sldMk cId="0" sldId="300"/>
            <ac:spMk id="22" creationId="{D8AB7532-5434-3A76-4734-A5FA2A40CC70}"/>
          </ac:spMkLst>
        </pc:spChg>
      </pc:sldChg>
      <pc:sldChg chg="addSp delSp modSp mod delDesignElem chgLayout">
        <pc:chgData name="Tran Trong Binh" userId="c1283c94-e8ca-44d9-904c-fa0c4c442f84" providerId="ADAL" clId="{7E78C4F1-C606-49BA-BA34-4584D9A8424A}" dt="2025-05-16T06:41:57.110" v="1469" actId="27636"/>
        <pc:sldMkLst>
          <pc:docMk/>
          <pc:sldMk cId="0" sldId="301"/>
        </pc:sldMkLst>
        <pc:spChg chg="add del mod">
          <ac:chgData name="Tran Trong Binh" userId="c1283c94-e8ca-44d9-904c-fa0c4c442f84" providerId="ADAL" clId="{7E78C4F1-C606-49BA-BA34-4584D9A8424A}" dt="2025-05-16T06:30:47.442" v="1255" actId="6264"/>
          <ac:spMkLst>
            <pc:docMk/>
            <pc:sldMk cId="0" sldId="301"/>
            <ac:spMk id="2" creationId="{E535A096-84F0-6E7B-61AF-D0871AAA2654}"/>
          </ac:spMkLst>
        </pc:spChg>
        <pc:spChg chg="mod ord">
          <ac:chgData name="Tran Trong Binh" userId="c1283c94-e8ca-44d9-904c-fa0c4c442f84" providerId="ADAL" clId="{7E78C4F1-C606-49BA-BA34-4584D9A8424A}" dt="2025-05-16T06:30:47.442" v="1255" actId="6264"/>
          <ac:spMkLst>
            <pc:docMk/>
            <pc:sldMk cId="0" sldId="301"/>
            <ac:spMk id="3" creationId="{00000000-0000-0000-0000-000000000000}"/>
          </ac:spMkLst>
        </pc:spChg>
        <pc:spChg chg="mod ord">
          <ac:chgData name="Tran Trong Binh" userId="c1283c94-e8ca-44d9-904c-fa0c4c442f84" providerId="ADAL" clId="{7E78C4F1-C606-49BA-BA34-4584D9A8424A}" dt="2025-05-16T06:30:47.442" v="1255" actId="6264"/>
          <ac:spMkLst>
            <pc:docMk/>
            <pc:sldMk cId="0" sldId="301"/>
            <ac:spMk id="4" creationId="{00000000-0000-0000-0000-000000000000}"/>
          </ac:spMkLst>
        </pc:spChg>
        <pc:spChg chg="add del mod">
          <ac:chgData name="Tran Trong Binh" userId="c1283c94-e8ca-44d9-904c-fa0c4c442f84" providerId="ADAL" clId="{7E78C4F1-C606-49BA-BA34-4584D9A8424A}" dt="2025-05-16T06:30:47.442" v="1255" actId="6264"/>
          <ac:spMkLst>
            <pc:docMk/>
            <pc:sldMk cId="0" sldId="301"/>
            <ac:spMk id="5" creationId="{06AAF64D-F44D-C4BD-C40B-3F51E55544CA}"/>
          </ac:spMkLst>
        </pc:spChg>
        <pc:spChg chg="add mod ord">
          <ac:chgData name="Tran Trong Binh" userId="c1283c94-e8ca-44d9-904c-fa0c4c442f84" providerId="ADAL" clId="{7E78C4F1-C606-49BA-BA34-4584D9A8424A}" dt="2025-05-16T06:41:57.110" v="1469" actId="27636"/>
          <ac:spMkLst>
            <pc:docMk/>
            <pc:sldMk cId="0" sldId="301"/>
            <ac:spMk id="7" creationId="{C2B63259-618B-EDD7-5ACC-5F2FDA6CDBAA}"/>
          </ac:spMkLst>
        </pc:spChg>
        <pc:spChg chg="del">
          <ac:chgData name="Tran Trong Binh" userId="c1283c94-e8ca-44d9-904c-fa0c4c442f84" providerId="ADAL" clId="{7E78C4F1-C606-49BA-BA34-4584D9A8424A}" dt="2025-05-16T06:30:47.442" v="1255" actId="6264"/>
          <ac:spMkLst>
            <pc:docMk/>
            <pc:sldMk cId="0" sldId="301"/>
            <ac:spMk id="10" creationId="{BACC6370-2D7E-4714-9D71-7542949D7D5D}"/>
          </ac:spMkLst>
        </pc:spChg>
        <pc:spChg chg="del">
          <ac:chgData name="Tran Trong Binh" userId="c1283c94-e8ca-44d9-904c-fa0c4c442f84" providerId="ADAL" clId="{7E78C4F1-C606-49BA-BA34-4584D9A8424A}" dt="2025-05-16T06:30:47.442" v="1255" actId="6264"/>
          <ac:spMkLst>
            <pc:docMk/>
            <pc:sldMk cId="0" sldId="301"/>
            <ac:spMk id="12" creationId="{F68B3F68-107C-434F-AA38-110D5EA91B85}"/>
          </ac:spMkLst>
        </pc:spChg>
        <pc:spChg chg="del">
          <ac:chgData name="Tran Trong Binh" userId="c1283c94-e8ca-44d9-904c-fa0c4c442f84" providerId="ADAL" clId="{7E78C4F1-C606-49BA-BA34-4584D9A8424A}" dt="2025-05-16T06:30:47.442" v="1255" actId="6264"/>
          <ac:spMkLst>
            <pc:docMk/>
            <pc:sldMk cId="0" sldId="301"/>
            <ac:spMk id="14" creationId="{AAD0DBB9-1A4B-4391-81D4-CB19F9AB918A}"/>
          </ac:spMkLst>
        </pc:spChg>
        <pc:spChg chg="del">
          <ac:chgData name="Tran Trong Binh" userId="c1283c94-e8ca-44d9-904c-fa0c4c442f84" providerId="ADAL" clId="{7E78C4F1-C606-49BA-BA34-4584D9A8424A}" dt="2025-05-16T06:30:47.442" v="1255" actId="6264"/>
          <ac:spMkLst>
            <pc:docMk/>
            <pc:sldMk cId="0" sldId="301"/>
            <ac:spMk id="16" creationId="{063BBA22-50EA-4C4D-BE05-F1CE4E63AA56}"/>
          </ac:spMkLst>
        </pc:spChg>
        <pc:graphicFrameChg chg="del mod">
          <ac:chgData name="Tran Trong Binh" userId="c1283c94-e8ca-44d9-904c-fa0c4c442f84" providerId="ADAL" clId="{7E78C4F1-C606-49BA-BA34-4584D9A8424A}" dt="2025-05-16T06:30:58.845" v="1259" actId="478"/>
          <ac:graphicFrameMkLst>
            <pc:docMk/>
            <pc:sldMk cId="0" sldId="301"/>
            <ac:graphicFrameMk id="6" creationId="{18470364-9C67-2D54-350E-B21142CBFAE2}"/>
          </ac:graphicFrameMkLst>
        </pc:graphicFrameChg>
      </pc:sldChg>
      <pc:sldChg chg="addSp delSp modSp mod chgLayout">
        <pc:chgData name="Tran Trong Binh" userId="c1283c94-e8ca-44d9-904c-fa0c4c442f84" providerId="ADAL" clId="{7E78C4F1-C606-49BA-BA34-4584D9A8424A}" dt="2025-05-16T06:41:57.207" v="1470" actId="27636"/>
        <pc:sldMkLst>
          <pc:docMk/>
          <pc:sldMk cId="0" sldId="302"/>
        </pc:sldMkLst>
        <pc:spChg chg="mod ord">
          <ac:chgData name="Tran Trong Binh" userId="c1283c94-e8ca-44d9-904c-fa0c4c442f84" providerId="ADAL" clId="{7E78C4F1-C606-49BA-BA34-4584D9A8424A}" dt="2025-05-16T06:31:11.629" v="1267" actId="6264"/>
          <ac:spMkLst>
            <pc:docMk/>
            <pc:sldMk cId="0" sldId="302"/>
            <ac:spMk id="2" creationId="{00000000-0000-0000-0000-000000000000}"/>
          </ac:spMkLst>
        </pc:spChg>
        <pc:spChg chg="add del mod">
          <ac:chgData name="Tran Trong Binh" userId="c1283c94-e8ca-44d9-904c-fa0c4c442f84" providerId="ADAL" clId="{7E78C4F1-C606-49BA-BA34-4584D9A8424A}" dt="2025-05-16T06:31:07.015" v="1263" actId="6264"/>
          <ac:spMkLst>
            <pc:docMk/>
            <pc:sldMk cId="0" sldId="302"/>
            <ac:spMk id="3" creationId="{29520B4F-A061-37B0-FAFE-DE07E7E2BD74}"/>
          </ac:spMkLst>
        </pc:spChg>
        <pc:spChg chg="mod ord">
          <ac:chgData name="Tran Trong Binh" userId="c1283c94-e8ca-44d9-904c-fa0c4c442f84" providerId="ADAL" clId="{7E78C4F1-C606-49BA-BA34-4584D9A8424A}" dt="2025-05-16T06:31:11.629" v="1267" actId="6264"/>
          <ac:spMkLst>
            <pc:docMk/>
            <pc:sldMk cId="0" sldId="302"/>
            <ac:spMk id="4" creationId="{00000000-0000-0000-0000-000000000000}"/>
          </ac:spMkLst>
        </pc:spChg>
        <pc:spChg chg="del mod">
          <ac:chgData name="Tran Trong Binh" userId="c1283c94-e8ca-44d9-904c-fa0c4c442f84" providerId="ADAL" clId="{7E78C4F1-C606-49BA-BA34-4584D9A8424A}" dt="2025-05-16T06:31:07.015" v="1263" actId="6264"/>
          <ac:spMkLst>
            <pc:docMk/>
            <pc:sldMk cId="0" sldId="302"/>
            <ac:spMk id="5" creationId="{00000000-0000-0000-0000-000000000000}"/>
          </ac:spMkLst>
        </pc:spChg>
        <pc:spChg chg="add del mod">
          <ac:chgData name="Tran Trong Binh" userId="c1283c94-e8ca-44d9-904c-fa0c4c442f84" providerId="ADAL" clId="{7E78C4F1-C606-49BA-BA34-4584D9A8424A}" dt="2025-05-16T06:31:07.015" v="1263" actId="6264"/>
          <ac:spMkLst>
            <pc:docMk/>
            <pc:sldMk cId="0" sldId="302"/>
            <ac:spMk id="6" creationId="{B27E16C0-1AEA-399B-59C3-ECAB753180C2}"/>
          </ac:spMkLst>
        </pc:spChg>
        <pc:spChg chg="add mod ord">
          <ac:chgData name="Tran Trong Binh" userId="c1283c94-e8ca-44d9-904c-fa0c4c442f84" providerId="ADAL" clId="{7E78C4F1-C606-49BA-BA34-4584D9A8424A}" dt="2025-05-16T06:41:57.207" v="1470" actId="27636"/>
          <ac:spMkLst>
            <pc:docMk/>
            <pc:sldMk cId="0" sldId="302"/>
            <ac:spMk id="7" creationId="{C1D88211-FA1B-885B-2813-03A0D1676517}"/>
          </ac:spMkLst>
        </pc:spChg>
        <pc:spChg chg="add del mod">
          <ac:chgData name="Tran Trong Binh" userId="c1283c94-e8ca-44d9-904c-fa0c4c442f84" providerId="ADAL" clId="{7E78C4F1-C606-49BA-BA34-4584D9A8424A}" dt="2025-05-16T06:31:11.629" v="1267" actId="6264"/>
          <ac:spMkLst>
            <pc:docMk/>
            <pc:sldMk cId="0" sldId="302"/>
            <ac:spMk id="8" creationId="{5D21ACA9-538B-76DE-9D29-E0E053E6DF67}"/>
          </ac:spMkLst>
        </pc:spChg>
        <pc:spChg chg="add del mod">
          <ac:chgData name="Tran Trong Binh" userId="c1283c94-e8ca-44d9-904c-fa0c4c442f84" providerId="ADAL" clId="{7E78C4F1-C606-49BA-BA34-4584D9A8424A}" dt="2025-05-16T06:31:11.629" v="1267" actId="6264"/>
          <ac:spMkLst>
            <pc:docMk/>
            <pc:sldMk cId="0" sldId="302"/>
            <ac:spMk id="9" creationId="{8949D875-2E03-F8EE-7A48-7809129F6CCA}"/>
          </ac:spMkLst>
        </pc:spChg>
        <pc:spChg chg="add del mod">
          <ac:chgData name="Tran Trong Binh" userId="c1283c94-e8ca-44d9-904c-fa0c4c442f84" providerId="ADAL" clId="{7E78C4F1-C606-49BA-BA34-4584D9A8424A}" dt="2025-05-16T06:31:11.629" v="1267" actId="6264"/>
          <ac:spMkLst>
            <pc:docMk/>
            <pc:sldMk cId="0" sldId="302"/>
            <ac:spMk id="10" creationId="{A89920F3-E2D5-02BA-B53D-A3D1CCF21FC3}"/>
          </ac:spMkLst>
        </pc:spChg>
      </pc:sldChg>
      <pc:sldChg chg="addSp delSp modSp mod chgLayout">
        <pc:chgData name="Tran Trong Binh" userId="c1283c94-e8ca-44d9-904c-fa0c4c442f84" providerId="ADAL" clId="{7E78C4F1-C606-49BA-BA34-4584D9A8424A}" dt="2025-05-16T06:31:27.767" v="1274" actId="27636"/>
        <pc:sldMkLst>
          <pc:docMk/>
          <pc:sldMk cId="0" sldId="306"/>
        </pc:sldMkLst>
        <pc:spChg chg="mod ord">
          <ac:chgData name="Tran Trong Binh" userId="c1283c94-e8ca-44d9-904c-fa0c4c442f84" providerId="ADAL" clId="{7E78C4F1-C606-49BA-BA34-4584D9A8424A}" dt="2025-05-16T06:31:26.778" v="1272" actId="6264"/>
          <ac:spMkLst>
            <pc:docMk/>
            <pc:sldMk cId="0" sldId="306"/>
            <ac:spMk id="2" creationId="{00000000-0000-0000-0000-000000000000}"/>
          </ac:spMkLst>
        </pc:spChg>
        <pc:spChg chg="del mod">
          <ac:chgData name="Tran Trong Binh" userId="c1283c94-e8ca-44d9-904c-fa0c4c442f84" providerId="ADAL" clId="{7E78C4F1-C606-49BA-BA34-4584D9A8424A}" dt="2025-05-16T06:31:25.595" v="1271"/>
          <ac:spMkLst>
            <pc:docMk/>
            <pc:sldMk cId="0" sldId="306"/>
            <ac:spMk id="3" creationId="{00000000-0000-0000-0000-000000000000}"/>
          </ac:spMkLst>
        </pc:spChg>
        <pc:spChg chg="mod ord">
          <ac:chgData name="Tran Trong Binh" userId="c1283c94-e8ca-44d9-904c-fa0c4c442f84" providerId="ADAL" clId="{7E78C4F1-C606-49BA-BA34-4584D9A8424A}" dt="2025-05-16T06:31:26.778" v="1272" actId="6264"/>
          <ac:spMkLst>
            <pc:docMk/>
            <pc:sldMk cId="0" sldId="306"/>
            <ac:spMk id="4" creationId="{00000000-0000-0000-0000-000000000000}"/>
          </ac:spMkLst>
        </pc:spChg>
        <pc:spChg chg="add del mod">
          <ac:chgData name="Tran Trong Binh" userId="c1283c94-e8ca-44d9-904c-fa0c4c442f84" providerId="ADAL" clId="{7E78C4F1-C606-49BA-BA34-4584D9A8424A}" dt="2025-05-16T06:31:26.778" v="1272" actId="6264"/>
          <ac:spMkLst>
            <pc:docMk/>
            <pc:sldMk cId="0" sldId="306"/>
            <ac:spMk id="5" creationId="{C4571159-3635-9DEC-20B4-86959C37E076}"/>
          </ac:spMkLst>
        </pc:spChg>
        <pc:spChg chg="add del mod">
          <ac:chgData name="Tran Trong Binh" userId="c1283c94-e8ca-44d9-904c-fa0c4c442f84" providerId="ADAL" clId="{7E78C4F1-C606-49BA-BA34-4584D9A8424A}" dt="2025-05-16T06:31:26.778" v="1272" actId="6264"/>
          <ac:spMkLst>
            <pc:docMk/>
            <pc:sldMk cId="0" sldId="306"/>
            <ac:spMk id="6" creationId="{4A7EA02F-984B-55D2-7C6C-07AC6D44FA26}"/>
          </ac:spMkLst>
        </pc:spChg>
        <pc:spChg chg="add mod ord">
          <ac:chgData name="Tran Trong Binh" userId="c1283c94-e8ca-44d9-904c-fa0c4c442f84" providerId="ADAL" clId="{7E78C4F1-C606-49BA-BA34-4584D9A8424A}" dt="2025-05-16T06:31:27.767" v="1274" actId="27636"/>
          <ac:spMkLst>
            <pc:docMk/>
            <pc:sldMk cId="0" sldId="306"/>
            <ac:spMk id="7" creationId="{D74C92F9-432D-3EEF-F141-D05891F59903}"/>
          </ac:spMkLst>
        </pc:spChg>
      </pc:sldChg>
      <pc:sldChg chg="modSp mod">
        <pc:chgData name="Tran Trong Binh" userId="c1283c94-e8ca-44d9-904c-fa0c4c442f84" providerId="ADAL" clId="{7E78C4F1-C606-49BA-BA34-4584D9A8424A}" dt="2025-05-16T06:31:42.057" v="1289" actId="20577"/>
        <pc:sldMkLst>
          <pc:docMk/>
          <pc:sldMk cId="0" sldId="307"/>
        </pc:sldMkLst>
        <pc:spChg chg="mod">
          <ac:chgData name="Tran Trong Binh" userId="c1283c94-e8ca-44d9-904c-fa0c4c442f84" providerId="ADAL" clId="{7E78C4F1-C606-49BA-BA34-4584D9A8424A}" dt="2025-05-16T06:31:42.057" v="1289" actId="20577"/>
          <ac:spMkLst>
            <pc:docMk/>
            <pc:sldMk cId="0" sldId="307"/>
            <ac:spMk id="3" creationId="{00000000-0000-0000-0000-000000000000}"/>
          </ac:spMkLst>
        </pc:spChg>
      </pc:sldChg>
      <pc:sldChg chg="modSp mod">
        <pc:chgData name="Tran Trong Binh" userId="c1283c94-e8ca-44d9-904c-fa0c4c442f84" providerId="ADAL" clId="{7E78C4F1-C606-49BA-BA34-4584D9A8424A}" dt="2025-05-16T06:23:14.130" v="1134" actId="6559"/>
        <pc:sldMkLst>
          <pc:docMk/>
          <pc:sldMk cId="0" sldId="308"/>
        </pc:sldMkLst>
        <pc:spChg chg="mod">
          <ac:chgData name="Tran Trong Binh" userId="c1283c94-e8ca-44d9-904c-fa0c4c442f84" providerId="ADAL" clId="{7E78C4F1-C606-49BA-BA34-4584D9A8424A}" dt="2025-05-16T06:23:10.355" v="1133" actId="20577"/>
          <ac:spMkLst>
            <pc:docMk/>
            <pc:sldMk cId="0" sldId="308"/>
            <ac:spMk id="3" creationId="{00000000-0000-0000-0000-000000000000}"/>
          </ac:spMkLst>
        </pc:spChg>
        <pc:spChg chg="mod">
          <ac:chgData name="Tran Trong Binh" userId="c1283c94-e8ca-44d9-904c-fa0c4c442f84" providerId="ADAL" clId="{7E78C4F1-C606-49BA-BA34-4584D9A8424A}" dt="2025-05-16T06:23:14.130" v="1134" actId="6559"/>
          <ac:spMkLst>
            <pc:docMk/>
            <pc:sldMk cId="0" sldId="308"/>
            <ac:spMk id="4" creationId="{00000000-0000-0000-0000-000000000000}"/>
          </ac:spMkLst>
        </pc:spChg>
      </pc:sldChg>
      <pc:sldChg chg="addSp delSp modSp mod chgLayout">
        <pc:chgData name="Tran Trong Binh" userId="c1283c94-e8ca-44d9-904c-fa0c4c442f84" providerId="ADAL" clId="{7E78C4F1-C606-49BA-BA34-4584D9A8424A}" dt="2025-05-16T06:41:57.242" v="1471" actId="27636"/>
        <pc:sldMkLst>
          <pc:docMk/>
          <pc:sldMk cId="0" sldId="310"/>
        </pc:sldMkLst>
        <pc:spChg chg="mod ord">
          <ac:chgData name="Tran Trong Binh" userId="c1283c94-e8ca-44d9-904c-fa0c4c442f84" providerId="ADAL" clId="{7E78C4F1-C606-49BA-BA34-4584D9A8424A}" dt="2025-05-16T06:31:51.931" v="1294" actId="6264"/>
          <ac:spMkLst>
            <pc:docMk/>
            <pc:sldMk cId="0" sldId="310"/>
            <ac:spMk id="2" creationId="{00000000-0000-0000-0000-000000000000}"/>
          </ac:spMkLst>
        </pc:spChg>
        <pc:spChg chg="add del mod">
          <ac:chgData name="Tran Trong Binh" userId="c1283c94-e8ca-44d9-904c-fa0c4c442f84" providerId="ADAL" clId="{7E78C4F1-C606-49BA-BA34-4584D9A8424A}" dt="2025-05-16T06:31:51.931" v="1294" actId="6264"/>
          <ac:spMkLst>
            <pc:docMk/>
            <pc:sldMk cId="0" sldId="310"/>
            <ac:spMk id="3" creationId="{1B6603BF-37AC-3130-96CD-745712783FEF}"/>
          </ac:spMkLst>
        </pc:spChg>
        <pc:spChg chg="mod ord">
          <ac:chgData name="Tran Trong Binh" userId="c1283c94-e8ca-44d9-904c-fa0c4c442f84" providerId="ADAL" clId="{7E78C4F1-C606-49BA-BA34-4584D9A8424A}" dt="2025-05-16T06:31:51.931" v="1294" actId="6264"/>
          <ac:spMkLst>
            <pc:docMk/>
            <pc:sldMk cId="0" sldId="310"/>
            <ac:spMk id="4" creationId="{00000000-0000-0000-0000-000000000000}"/>
          </ac:spMkLst>
        </pc:spChg>
        <pc:spChg chg="add del mod">
          <ac:chgData name="Tran Trong Binh" userId="c1283c94-e8ca-44d9-904c-fa0c4c442f84" providerId="ADAL" clId="{7E78C4F1-C606-49BA-BA34-4584D9A8424A}" dt="2025-05-16T06:31:51.931" v="1294" actId="6264"/>
          <ac:spMkLst>
            <pc:docMk/>
            <pc:sldMk cId="0" sldId="310"/>
            <ac:spMk id="5" creationId="{EAAAF6C3-B998-ECFF-8249-2561AEB22C05}"/>
          </ac:spMkLst>
        </pc:spChg>
        <pc:spChg chg="add del mod">
          <ac:chgData name="Tran Trong Binh" userId="c1283c94-e8ca-44d9-904c-fa0c4c442f84" providerId="ADAL" clId="{7E78C4F1-C606-49BA-BA34-4584D9A8424A}" dt="2025-05-16T06:31:51.931" v="1294" actId="6264"/>
          <ac:spMkLst>
            <pc:docMk/>
            <pc:sldMk cId="0" sldId="310"/>
            <ac:spMk id="6" creationId="{BAF29BFD-4127-0F0C-C5C1-F59A546CAC6C}"/>
          </ac:spMkLst>
        </pc:spChg>
        <pc:spChg chg="mod ord">
          <ac:chgData name="Tran Trong Binh" userId="c1283c94-e8ca-44d9-904c-fa0c4c442f84" providerId="ADAL" clId="{7E78C4F1-C606-49BA-BA34-4584D9A8424A}" dt="2025-05-16T06:41:57.242" v="1471" actId="27636"/>
          <ac:spMkLst>
            <pc:docMk/>
            <pc:sldMk cId="0" sldId="310"/>
            <ac:spMk id="7" creationId="{00000000-0000-0000-0000-000000000000}"/>
          </ac:spMkLst>
        </pc:spChg>
      </pc:sldChg>
      <pc:sldChg chg="addSp delSp modSp mod chgLayout">
        <pc:chgData name="Tran Trong Binh" userId="c1283c94-e8ca-44d9-904c-fa0c4c442f84" providerId="ADAL" clId="{7E78C4F1-C606-49BA-BA34-4584D9A8424A}" dt="2025-05-16T06:44:32.845" v="1515"/>
        <pc:sldMkLst>
          <pc:docMk/>
          <pc:sldMk cId="0" sldId="314"/>
        </pc:sldMkLst>
        <pc:spChg chg="mod ord">
          <ac:chgData name="Tran Trong Binh" userId="c1283c94-e8ca-44d9-904c-fa0c4c442f84" providerId="ADAL" clId="{7E78C4F1-C606-49BA-BA34-4584D9A8424A}" dt="2025-05-16T06:44:29.768" v="1512" actId="6264"/>
          <ac:spMkLst>
            <pc:docMk/>
            <pc:sldMk cId="0" sldId="314"/>
            <ac:spMk id="2" creationId="{00000000-0000-0000-0000-000000000000}"/>
          </ac:spMkLst>
        </pc:spChg>
        <pc:spChg chg="del mod">
          <ac:chgData name="Tran Trong Binh" userId="c1283c94-e8ca-44d9-904c-fa0c4c442f84" providerId="ADAL" clId="{7E78C4F1-C606-49BA-BA34-4584D9A8424A}" dt="2025-05-16T06:44:28.379" v="1511"/>
          <ac:spMkLst>
            <pc:docMk/>
            <pc:sldMk cId="0" sldId="314"/>
            <ac:spMk id="3" creationId="{00000000-0000-0000-0000-000000000000}"/>
          </ac:spMkLst>
        </pc:spChg>
        <pc:spChg chg="mod ord">
          <ac:chgData name="Tran Trong Binh" userId="c1283c94-e8ca-44d9-904c-fa0c4c442f84" providerId="ADAL" clId="{7E78C4F1-C606-49BA-BA34-4584D9A8424A}" dt="2025-05-16T06:44:29.768" v="1512" actId="6264"/>
          <ac:spMkLst>
            <pc:docMk/>
            <pc:sldMk cId="0" sldId="314"/>
            <ac:spMk id="4" creationId="{00000000-0000-0000-0000-000000000000}"/>
          </ac:spMkLst>
        </pc:spChg>
        <pc:spChg chg="add del mod">
          <ac:chgData name="Tran Trong Binh" userId="c1283c94-e8ca-44d9-904c-fa0c4c442f84" providerId="ADAL" clId="{7E78C4F1-C606-49BA-BA34-4584D9A8424A}" dt="2025-05-16T06:44:29.768" v="1512" actId="6264"/>
          <ac:spMkLst>
            <pc:docMk/>
            <pc:sldMk cId="0" sldId="314"/>
            <ac:spMk id="5" creationId="{B0C860E2-3AC1-2500-92D6-FDC1F7AFC84B}"/>
          </ac:spMkLst>
        </pc:spChg>
        <pc:spChg chg="add del mod">
          <ac:chgData name="Tran Trong Binh" userId="c1283c94-e8ca-44d9-904c-fa0c4c442f84" providerId="ADAL" clId="{7E78C4F1-C606-49BA-BA34-4584D9A8424A}" dt="2025-05-16T06:44:29.768" v="1512" actId="6264"/>
          <ac:spMkLst>
            <pc:docMk/>
            <pc:sldMk cId="0" sldId="314"/>
            <ac:spMk id="6" creationId="{E0C0E973-ED8E-EB54-439C-E4F492CCB12D}"/>
          </ac:spMkLst>
        </pc:spChg>
        <pc:spChg chg="add mod ord">
          <ac:chgData name="Tran Trong Binh" userId="c1283c94-e8ca-44d9-904c-fa0c4c442f84" providerId="ADAL" clId="{7E78C4F1-C606-49BA-BA34-4584D9A8424A}" dt="2025-05-16T06:44:32.845" v="1515"/>
          <ac:spMkLst>
            <pc:docMk/>
            <pc:sldMk cId="0" sldId="314"/>
            <ac:spMk id="7" creationId="{276456F6-7556-BAD2-1529-D84FE51F5136}"/>
          </ac:spMkLst>
        </pc:spChg>
        <pc:spChg chg="add del">
          <ac:chgData name="Tran Trong Binh" userId="c1283c94-e8ca-44d9-904c-fa0c4c442f84" providerId="ADAL" clId="{7E78C4F1-C606-49BA-BA34-4584D9A8424A}" dt="2025-05-16T06:44:31.442" v="1514" actId="22"/>
          <ac:spMkLst>
            <pc:docMk/>
            <pc:sldMk cId="0" sldId="314"/>
            <ac:spMk id="9" creationId="{5F46ED5F-5905-A64E-4F36-E9D32D6A3E8C}"/>
          </ac:spMkLst>
        </pc:spChg>
      </pc:sldChg>
      <pc:sldChg chg="addSp delSp modSp mod chgLayout">
        <pc:chgData name="Tran Trong Binh" userId="c1283c94-e8ca-44d9-904c-fa0c4c442f84" providerId="ADAL" clId="{7E78C4F1-C606-49BA-BA34-4584D9A8424A}" dt="2025-05-16T06:35:24.631" v="1363" actId="20577"/>
        <pc:sldMkLst>
          <pc:docMk/>
          <pc:sldMk cId="0" sldId="315"/>
        </pc:sldMkLst>
        <pc:spChg chg="mod ord">
          <ac:chgData name="Tran Trong Binh" userId="c1283c94-e8ca-44d9-904c-fa0c4c442f84" providerId="ADAL" clId="{7E78C4F1-C606-49BA-BA34-4584D9A8424A}" dt="2025-05-16T06:35:07.543" v="1355" actId="20577"/>
          <ac:spMkLst>
            <pc:docMk/>
            <pc:sldMk cId="0" sldId="315"/>
            <ac:spMk id="2" creationId="{00000000-0000-0000-0000-000000000000}"/>
          </ac:spMkLst>
        </pc:spChg>
        <pc:spChg chg="del mod">
          <ac:chgData name="Tran Trong Binh" userId="c1283c94-e8ca-44d9-904c-fa0c4c442f84" providerId="ADAL" clId="{7E78C4F1-C606-49BA-BA34-4584D9A8424A}" dt="2025-05-16T06:35:18.321" v="1359" actId="478"/>
          <ac:spMkLst>
            <pc:docMk/>
            <pc:sldMk cId="0" sldId="315"/>
            <ac:spMk id="3" creationId="{00000000-0000-0000-0000-000000000000}"/>
          </ac:spMkLst>
        </pc:spChg>
        <pc:spChg chg="mod ord">
          <ac:chgData name="Tran Trong Binh" userId="c1283c94-e8ca-44d9-904c-fa0c4c442f84" providerId="ADAL" clId="{7E78C4F1-C606-49BA-BA34-4584D9A8424A}" dt="2025-05-16T06:34:56.309" v="1346" actId="6264"/>
          <ac:spMkLst>
            <pc:docMk/>
            <pc:sldMk cId="0" sldId="315"/>
            <ac:spMk id="4" creationId="{00000000-0000-0000-0000-000000000000}"/>
          </ac:spMkLst>
        </pc:spChg>
        <pc:spChg chg="add del mod">
          <ac:chgData name="Tran Trong Binh" userId="c1283c94-e8ca-44d9-904c-fa0c4c442f84" providerId="ADAL" clId="{7E78C4F1-C606-49BA-BA34-4584D9A8424A}" dt="2025-05-16T06:34:56.309" v="1346" actId="6264"/>
          <ac:spMkLst>
            <pc:docMk/>
            <pc:sldMk cId="0" sldId="315"/>
            <ac:spMk id="5" creationId="{5E2A7137-EE6E-3668-8B7C-F7B36342EC8D}"/>
          </ac:spMkLst>
        </pc:spChg>
        <pc:spChg chg="add del mod">
          <ac:chgData name="Tran Trong Binh" userId="c1283c94-e8ca-44d9-904c-fa0c4c442f84" providerId="ADAL" clId="{7E78C4F1-C606-49BA-BA34-4584D9A8424A}" dt="2025-05-16T06:34:56.309" v="1346" actId="6264"/>
          <ac:spMkLst>
            <pc:docMk/>
            <pc:sldMk cId="0" sldId="315"/>
            <ac:spMk id="6" creationId="{F3E5100F-5A81-E75B-54A2-CCFF8EB23237}"/>
          </ac:spMkLst>
        </pc:spChg>
        <pc:spChg chg="add mod ord">
          <ac:chgData name="Tran Trong Binh" userId="c1283c94-e8ca-44d9-904c-fa0c4c442f84" providerId="ADAL" clId="{7E78C4F1-C606-49BA-BA34-4584D9A8424A}" dt="2025-05-16T06:35:24.631" v="1363" actId="20577"/>
          <ac:spMkLst>
            <pc:docMk/>
            <pc:sldMk cId="0" sldId="315"/>
            <ac:spMk id="7" creationId="{F04CF483-2549-5577-648A-F6CE08B9203E}"/>
          </ac:spMkLst>
        </pc:spChg>
      </pc:sldChg>
      <pc:sldChg chg="addSp delSp modSp mod chgLayout">
        <pc:chgData name="Tran Trong Binh" userId="c1283c94-e8ca-44d9-904c-fa0c4c442f84" providerId="ADAL" clId="{7E78C4F1-C606-49BA-BA34-4584D9A8424A}" dt="2025-05-16T06:36:05.492" v="1375" actId="20577"/>
        <pc:sldMkLst>
          <pc:docMk/>
          <pc:sldMk cId="0" sldId="316"/>
        </pc:sldMkLst>
        <pc:spChg chg="mod ord">
          <ac:chgData name="Tran Trong Binh" userId="c1283c94-e8ca-44d9-904c-fa0c4c442f84" providerId="ADAL" clId="{7E78C4F1-C606-49BA-BA34-4584D9A8424A}" dt="2025-05-16T06:35:47.815" v="1366" actId="20577"/>
          <ac:spMkLst>
            <pc:docMk/>
            <pc:sldMk cId="0" sldId="316"/>
            <ac:spMk id="2" creationId="{00000000-0000-0000-0000-000000000000}"/>
          </ac:spMkLst>
        </pc:spChg>
        <pc:spChg chg="add del mod">
          <ac:chgData name="Tran Trong Binh" userId="c1283c94-e8ca-44d9-904c-fa0c4c442f84" providerId="ADAL" clId="{7E78C4F1-C606-49BA-BA34-4584D9A8424A}" dt="2025-05-16T06:36:04.485" v="1374" actId="47"/>
          <ac:spMkLst>
            <pc:docMk/>
            <pc:sldMk cId="0" sldId="316"/>
            <ac:spMk id="3" creationId="{00000000-0000-0000-0000-000000000000}"/>
          </ac:spMkLst>
        </pc:spChg>
        <pc:spChg chg="mod ord">
          <ac:chgData name="Tran Trong Binh" userId="c1283c94-e8ca-44d9-904c-fa0c4c442f84" providerId="ADAL" clId="{7E78C4F1-C606-49BA-BA34-4584D9A8424A}" dt="2025-05-16T06:35:44.002" v="1364" actId="6264"/>
          <ac:spMkLst>
            <pc:docMk/>
            <pc:sldMk cId="0" sldId="316"/>
            <ac:spMk id="4" creationId="{00000000-0000-0000-0000-000000000000}"/>
          </ac:spMkLst>
        </pc:spChg>
        <pc:spChg chg="add del mod">
          <ac:chgData name="Tran Trong Binh" userId="c1283c94-e8ca-44d9-904c-fa0c4c442f84" providerId="ADAL" clId="{7E78C4F1-C606-49BA-BA34-4584D9A8424A}" dt="2025-05-16T06:35:44.002" v="1364" actId="6264"/>
          <ac:spMkLst>
            <pc:docMk/>
            <pc:sldMk cId="0" sldId="316"/>
            <ac:spMk id="5" creationId="{19741009-1D77-3F9B-F5AE-DA7E32F1AA58}"/>
          </ac:spMkLst>
        </pc:spChg>
        <pc:spChg chg="add del mod">
          <ac:chgData name="Tran Trong Binh" userId="c1283c94-e8ca-44d9-904c-fa0c4c442f84" providerId="ADAL" clId="{7E78C4F1-C606-49BA-BA34-4584D9A8424A}" dt="2025-05-16T06:35:44.002" v="1364" actId="6264"/>
          <ac:spMkLst>
            <pc:docMk/>
            <pc:sldMk cId="0" sldId="316"/>
            <ac:spMk id="6" creationId="{6DFAACAD-40C1-B293-F02C-7A861F7E1701}"/>
          </ac:spMkLst>
        </pc:spChg>
        <pc:spChg chg="add mod ord">
          <ac:chgData name="Tran Trong Binh" userId="c1283c94-e8ca-44d9-904c-fa0c4c442f84" providerId="ADAL" clId="{7E78C4F1-C606-49BA-BA34-4584D9A8424A}" dt="2025-05-16T06:36:05.492" v="1375" actId="20577"/>
          <ac:spMkLst>
            <pc:docMk/>
            <pc:sldMk cId="0" sldId="316"/>
            <ac:spMk id="7" creationId="{B282A9EC-32DB-1004-27C3-A15241656096}"/>
          </ac:spMkLst>
        </pc:spChg>
      </pc:sldChg>
      <pc:sldChg chg="addSp delSp modSp mod chgLayout">
        <pc:chgData name="Tran Trong Binh" userId="c1283c94-e8ca-44d9-904c-fa0c4c442f84" providerId="ADAL" clId="{7E78C4F1-C606-49BA-BA34-4584D9A8424A}" dt="2025-05-16T06:44:41.441" v="1521" actId="27636"/>
        <pc:sldMkLst>
          <pc:docMk/>
          <pc:sldMk cId="0" sldId="317"/>
        </pc:sldMkLst>
        <pc:spChg chg="mod ord">
          <ac:chgData name="Tran Trong Binh" userId="c1283c94-e8ca-44d9-904c-fa0c4c442f84" providerId="ADAL" clId="{7E78C4F1-C606-49BA-BA34-4584D9A8424A}" dt="2025-05-16T06:44:40.495" v="1519" actId="6264"/>
          <ac:spMkLst>
            <pc:docMk/>
            <pc:sldMk cId="0" sldId="317"/>
            <ac:spMk id="2" creationId="{00000000-0000-0000-0000-000000000000}"/>
          </ac:spMkLst>
        </pc:spChg>
        <pc:spChg chg="del mod">
          <ac:chgData name="Tran Trong Binh" userId="c1283c94-e8ca-44d9-904c-fa0c4c442f84" providerId="ADAL" clId="{7E78C4F1-C606-49BA-BA34-4584D9A8424A}" dt="2025-05-16T06:44:38.234" v="1518"/>
          <ac:spMkLst>
            <pc:docMk/>
            <pc:sldMk cId="0" sldId="317"/>
            <ac:spMk id="3" creationId="{00000000-0000-0000-0000-000000000000}"/>
          </ac:spMkLst>
        </pc:spChg>
        <pc:spChg chg="mod ord">
          <ac:chgData name="Tran Trong Binh" userId="c1283c94-e8ca-44d9-904c-fa0c4c442f84" providerId="ADAL" clId="{7E78C4F1-C606-49BA-BA34-4584D9A8424A}" dt="2025-05-16T06:44:40.495" v="1519" actId="6264"/>
          <ac:spMkLst>
            <pc:docMk/>
            <pc:sldMk cId="0" sldId="317"/>
            <ac:spMk id="4" creationId="{00000000-0000-0000-0000-000000000000}"/>
          </ac:spMkLst>
        </pc:spChg>
        <pc:spChg chg="add del mod">
          <ac:chgData name="Tran Trong Binh" userId="c1283c94-e8ca-44d9-904c-fa0c4c442f84" providerId="ADAL" clId="{7E78C4F1-C606-49BA-BA34-4584D9A8424A}" dt="2025-05-16T06:44:40.495" v="1519" actId="6264"/>
          <ac:spMkLst>
            <pc:docMk/>
            <pc:sldMk cId="0" sldId="317"/>
            <ac:spMk id="5" creationId="{C2ECCF9A-DA13-FEC4-C3A5-FF4C3139FD82}"/>
          </ac:spMkLst>
        </pc:spChg>
        <pc:spChg chg="add del mod">
          <ac:chgData name="Tran Trong Binh" userId="c1283c94-e8ca-44d9-904c-fa0c4c442f84" providerId="ADAL" clId="{7E78C4F1-C606-49BA-BA34-4584D9A8424A}" dt="2025-05-16T06:44:40.495" v="1519" actId="6264"/>
          <ac:spMkLst>
            <pc:docMk/>
            <pc:sldMk cId="0" sldId="317"/>
            <ac:spMk id="6" creationId="{A6F69A27-6622-495E-F4A8-D28F96516158}"/>
          </ac:spMkLst>
        </pc:spChg>
        <pc:spChg chg="add mod ord">
          <ac:chgData name="Tran Trong Binh" userId="c1283c94-e8ca-44d9-904c-fa0c4c442f84" providerId="ADAL" clId="{7E78C4F1-C606-49BA-BA34-4584D9A8424A}" dt="2025-05-16T06:44:41.441" v="1521" actId="27636"/>
          <ac:spMkLst>
            <pc:docMk/>
            <pc:sldMk cId="0" sldId="317"/>
            <ac:spMk id="7" creationId="{EECE1CB5-7A07-2F35-9A2B-F3E8FE097718}"/>
          </ac:spMkLst>
        </pc:spChg>
      </pc:sldChg>
      <pc:sldChg chg="addSp delSp modSp mod chgLayout">
        <pc:chgData name="Tran Trong Binh" userId="c1283c94-e8ca-44d9-904c-fa0c4c442f84" providerId="ADAL" clId="{7E78C4F1-C606-49BA-BA34-4584D9A8424A}" dt="2025-05-16T06:55:25.183" v="1750" actId="1076"/>
        <pc:sldMkLst>
          <pc:docMk/>
          <pc:sldMk cId="0" sldId="318"/>
        </pc:sldMkLst>
        <pc:spChg chg="mod ord">
          <ac:chgData name="Tran Trong Binh" userId="c1283c94-e8ca-44d9-904c-fa0c4c442f84" providerId="ADAL" clId="{7E78C4F1-C606-49BA-BA34-4584D9A8424A}" dt="2025-05-16T06:44:47.512" v="1525" actId="6264"/>
          <ac:spMkLst>
            <pc:docMk/>
            <pc:sldMk cId="0" sldId="318"/>
            <ac:spMk id="2" creationId="{00000000-0000-0000-0000-000000000000}"/>
          </ac:spMkLst>
        </pc:spChg>
        <pc:spChg chg="del mod">
          <ac:chgData name="Tran Trong Binh" userId="c1283c94-e8ca-44d9-904c-fa0c4c442f84" providerId="ADAL" clId="{7E78C4F1-C606-49BA-BA34-4584D9A8424A}" dt="2025-05-16T06:44:46.071" v="1524"/>
          <ac:spMkLst>
            <pc:docMk/>
            <pc:sldMk cId="0" sldId="318"/>
            <ac:spMk id="3" creationId="{00000000-0000-0000-0000-000000000000}"/>
          </ac:spMkLst>
        </pc:spChg>
        <pc:spChg chg="mod ord">
          <ac:chgData name="Tran Trong Binh" userId="c1283c94-e8ca-44d9-904c-fa0c4c442f84" providerId="ADAL" clId="{7E78C4F1-C606-49BA-BA34-4584D9A8424A}" dt="2025-05-16T06:44:47.512" v="1525" actId="6264"/>
          <ac:spMkLst>
            <pc:docMk/>
            <pc:sldMk cId="0" sldId="318"/>
            <ac:spMk id="4" creationId="{00000000-0000-0000-0000-000000000000}"/>
          </ac:spMkLst>
        </pc:spChg>
        <pc:spChg chg="add del mod">
          <ac:chgData name="Tran Trong Binh" userId="c1283c94-e8ca-44d9-904c-fa0c4c442f84" providerId="ADAL" clId="{7E78C4F1-C606-49BA-BA34-4584D9A8424A}" dt="2025-05-16T06:44:47.512" v="1525" actId="6264"/>
          <ac:spMkLst>
            <pc:docMk/>
            <pc:sldMk cId="0" sldId="318"/>
            <ac:spMk id="5" creationId="{A5C5B773-0956-DB3C-9DCF-FB7284BD9CD2}"/>
          </ac:spMkLst>
        </pc:spChg>
        <pc:spChg chg="add del mod">
          <ac:chgData name="Tran Trong Binh" userId="c1283c94-e8ca-44d9-904c-fa0c4c442f84" providerId="ADAL" clId="{7E78C4F1-C606-49BA-BA34-4584D9A8424A}" dt="2025-05-16T06:44:47.512" v="1525" actId="6264"/>
          <ac:spMkLst>
            <pc:docMk/>
            <pc:sldMk cId="0" sldId="318"/>
            <ac:spMk id="6" creationId="{7CC2D0FA-21E2-41BC-BBBA-FD6C215EF829}"/>
          </ac:spMkLst>
        </pc:spChg>
        <pc:spChg chg="add mod ord">
          <ac:chgData name="Tran Trong Binh" userId="c1283c94-e8ca-44d9-904c-fa0c4c442f84" providerId="ADAL" clId="{7E78C4F1-C606-49BA-BA34-4584D9A8424A}" dt="2025-05-16T06:55:25.183" v="1750" actId="1076"/>
          <ac:spMkLst>
            <pc:docMk/>
            <pc:sldMk cId="0" sldId="318"/>
            <ac:spMk id="7" creationId="{CD95F9EB-D347-4934-8A3D-BBA116EE8DD4}"/>
          </ac:spMkLst>
        </pc:spChg>
      </pc:sldChg>
      <pc:sldChg chg="modSp mod">
        <pc:chgData name="Tran Trong Binh" userId="c1283c94-e8ca-44d9-904c-fa0c4c442f84" providerId="ADAL" clId="{7E78C4F1-C606-49BA-BA34-4584D9A8424A}" dt="2025-05-16T06:56:43.570" v="1757" actId="20577"/>
        <pc:sldMkLst>
          <pc:docMk/>
          <pc:sldMk cId="0" sldId="321"/>
        </pc:sldMkLst>
        <pc:spChg chg="mod">
          <ac:chgData name="Tran Trong Binh" userId="c1283c94-e8ca-44d9-904c-fa0c4c442f84" providerId="ADAL" clId="{7E78C4F1-C606-49BA-BA34-4584D9A8424A}" dt="2025-05-16T06:56:43.570" v="1757" actId="20577"/>
          <ac:spMkLst>
            <pc:docMk/>
            <pc:sldMk cId="0" sldId="321"/>
            <ac:spMk id="2" creationId="{00000000-0000-0000-0000-000000000000}"/>
          </ac:spMkLst>
        </pc:spChg>
      </pc:sldChg>
      <pc:sldChg chg="modSp mod">
        <pc:chgData name="Tran Trong Binh" userId="c1283c94-e8ca-44d9-904c-fa0c4c442f84" providerId="ADAL" clId="{7E78C4F1-C606-49BA-BA34-4584D9A8424A}" dt="2025-05-16T06:56:47.177" v="1759" actId="20577"/>
        <pc:sldMkLst>
          <pc:docMk/>
          <pc:sldMk cId="0" sldId="322"/>
        </pc:sldMkLst>
        <pc:spChg chg="mod">
          <ac:chgData name="Tran Trong Binh" userId="c1283c94-e8ca-44d9-904c-fa0c4c442f84" providerId="ADAL" clId="{7E78C4F1-C606-49BA-BA34-4584D9A8424A}" dt="2025-05-16T06:56:47.177" v="1759" actId="20577"/>
          <ac:spMkLst>
            <pc:docMk/>
            <pc:sldMk cId="0" sldId="322"/>
            <ac:spMk id="2" creationId="{00000000-0000-0000-0000-000000000000}"/>
          </ac:spMkLst>
        </pc:spChg>
      </pc:sldChg>
      <pc:sldChg chg="addSp delSp modSp mod chgLayout">
        <pc:chgData name="Tran Trong Binh" userId="c1283c94-e8ca-44d9-904c-fa0c4c442f84" providerId="ADAL" clId="{7E78C4F1-C606-49BA-BA34-4584D9A8424A}" dt="2025-05-16T06:56:50.958" v="1761" actId="20577"/>
        <pc:sldMkLst>
          <pc:docMk/>
          <pc:sldMk cId="0" sldId="323"/>
        </pc:sldMkLst>
        <pc:spChg chg="mod ord">
          <ac:chgData name="Tran Trong Binh" userId="c1283c94-e8ca-44d9-904c-fa0c4c442f84" providerId="ADAL" clId="{7E78C4F1-C606-49BA-BA34-4584D9A8424A}" dt="2025-05-16T06:56:50.958" v="1761" actId="20577"/>
          <ac:spMkLst>
            <pc:docMk/>
            <pc:sldMk cId="0" sldId="323"/>
            <ac:spMk id="2" creationId="{00000000-0000-0000-0000-000000000000}"/>
          </ac:spMkLst>
        </pc:spChg>
        <pc:spChg chg="del mod">
          <ac:chgData name="Tran Trong Binh" userId="c1283c94-e8ca-44d9-904c-fa0c4c442f84" providerId="ADAL" clId="{7E78C4F1-C606-49BA-BA34-4584D9A8424A}" dt="2025-05-16T06:44:59.887" v="1532"/>
          <ac:spMkLst>
            <pc:docMk/>
            <pc:sldMk cId="0" sldId="323"/>
            <ac:spMk id="3" creationId="{00000000-0000-0000-0000-000000000000}"/>
          </ac:spMkLst>
        </pc:spChg>
        <pc:spChg chg="mod ord">
          <ac:chgData name="Tran Trong Binh" userId="c1283c94-e8ca-44d9-904c-fa0c4c442f84" providerId="ADAL" clId="{7E78C4F1-C606-49BA-BA34-4584D9A8424A}" dt="2025-05-16T06:45:00.856" v="1533" actId="6264"/>
          <ac:spMkLst>
            <pc:docMk/>
            <pc:sldMk cId="0" sldId="323"/>
            <ac:spMk id="4" creationId="{00000000-0000-0000-0000-000000000000}"/>
          </ac:spMkLst>
        </pc:spChg>
        <pc:spChg chg="add del mod">
          <ac:chgData name="Tran Trong Binh" userId="c1283c94-e8ca-44d9-904c-fa0c4c442f84" providerId="ADAL" clId="{7E78C4F1-C606-49BA-BA34-4584D9A8424A}" dt="2025-05-16T06:45:00.856" v="1533" actId="6264"/>
          <ac:spMkLst>
            <pc:docMk/>
            <pc:sldMk cId="0" sldId="323"/>
            <ac:spMk id="5" creationId="{425B2B33-CAF6-254C-99A0-19BA7BD26D5F}"/>
          </ac:spMkLst>
        </pc:spChg>
        <pc:spChg chg="add del mod">
          <ac:chgData name="Tran Trong Binh" userId="c1283c94-e8ca-44d9-904c-fa0c4c442f84" providerId="ADAL" clId="{7E78C4F1-C606-49BA-BA34-4584D9A8424A}" dt="2025-05-16T06:45:00.856" v="1533" actId="6264"/>
          <ac:spMkLst>
            <pc:docMk/>
            <pc:sldMk cId="0" sldId="323"/>
            <ac:spMk id="6" creationId="{A2ECA796-2263-A1A0-7B2D-746D55DEFB5C}"/>
          </ac:spMkLst>
        </pc:spChg>
        <pc:spChg chg="add mod ord">
          <ac:chgData name="Tran Trong Binh" userId="c1283c94-e8ca-44d9-904c-fa0c4c442f84" providerId="ADAL" clId="{7E78C4F1-C606-49BA-BA34-4584D9A8424A}" dt="2025-05-16T06:45:02.047" v="1535" actId="27636"/>
          <ac:spMkLst>
            <pc:docMk/>
            <pc:sldMk cId="0" sldId="323"/>
            <ac:spMk id="7" creationId="{FA668AAA-B12D-272E-C87D-17C8350FB976}"/>
          </ac:spMkLst>
        </pc:spChg>
      </pc:sldChg>
      <pc:sldChg chg="addSp delSp modSp mod chgLayout">
        <pc:chgData name="Tran Trong Binh" userId="c1283c94-e8ca-44d9-904c-fa0c4c442f84" providerId="ADAL" clId="{7E78C4F1-C606-49BA-BA34-4584D9A8424A}" dt="2025-05-16T06:56:57.111" v="1763" actId="20577"/>
        <pc:sldMkLst>
          <pc:docMk/>
          <pc:sldMk cId="0" sldId="324"/>
        </pc:sldMkLst>
        <pc:spChg chg="mod ord">
          <ac:chgData name="Tran Trong Binh" userId="c1283c94-e8ca-44d9-904c-fa0c4c442f84" providerId="ADAL" clId="{7E78C4F1-C606-49BA-BA34-4584D9A8424A}" dt="2025-05-16T06:56:57.111" v="1763" actId="20577"/>
          <ac:spMkLst>
            <pc:docMk/>
            <pc:sldMk cId="0" sldId="324"/>
            <ac:spMk id="2" creationId="{00000000-0000-0000-0000-000000000000}"/>
          </ac:spMkLst>
        </pc:spChg>
        <pc:spChg chg="del mod">
          <ac:chgData name="Tran Trong Binh" userId="c1283c94-e8ca-44d9-904c-fa0c4c442f84" providerId="ADAL" clId="{7E78C4F1-C606-49BA-BA34-4584D9A8424A}" dt="2025-05-16T06:45:07.137" v="1538"/>
          <ac:spMkLst>
            <pc:docMk/>
            <pc:sldMk cId="0" sldId="324"/>
            <ac:spMk id="3" creationId="{00000000-0000-0000-0000-000000000000}"/>
          </ac:spMkLst>
        </pc:spChg>
        <pc:spChg chg="mod ord">
          <ac:chgData name="Tran Trong Binh" userId="c1283c94-e8ca-44d9-904c-fa0c4c442f84" providerId="ADAL" clId="{7E78C4F1-C606-49BA-BA34-4584D9A8424A}" dt="2025-05-16T06:45:08.488" v="1539" actId="6264"/>
          <ac:spMkLst>
            <pc:docMk/>
            <pc:sldMk cId="0" sldId="324"/>
            <ac:spMk id="4" creationId="{00000000-0000-0000-0000-000000000000}"/>
          </ac:spMkLst>
        </pc:spChg>
        <pc:spChg chg="add del mod">
          <ac:chgData name="Tran Trong Binh" userId="c1283c94-e8ca-44d9-904c-fa0c4c442f84" providerId="ADAL" clId="{7E78C4F1-C606-49BA-BA34-4584D9A8424A}" dt="2025-05-16T06:45:08.488" v="1539" actId="6264"/>
          <ac:spMkLst>
            <pc:docMk/>
            <pc:sldMk cId="0" sldId="324"/>
            <ac:spMk id="5" creationId="{5323F9FA-D3B1-2B7A-0B92-6D6C1B529B8C}"/>
          </ac:spMkLst>
        </pc:spChg>
        <pc:spChg chg="add del mod">
          <ac:chgData name="Tran Trong Binh" userId="c1283c94-e8ca-44d9-904c-fa0c4c442f84" providerId="ADAL" clId="{7E78C4F1-C606-49BA-BA34-4584D9A8424A}" dt="2025-05-16T06:45:08.488" v="1539" actId="6264"/>
          <ac:spMkLst>
            <pc:docMk/>
            <pc:sldMk cId="0" sldId="324"/>
            <ac:spMk id="6" creationId="{A21F8F26-F741-56E3-1D0A-39E71A0A93AF}"/>
          </ac:spMkLst>
        </pc:spChg>
        <pc:spChg chg="add mod ord">
          <ac:chgData name="Tran Trong Binh" userId="c1283c94-e8ca-44d9-904c-fa0c4c442f84" providerId="ADAL" clId="{7E78C4F1-C606-49BA-BA34-4584D9A8424A}" dt="2025-05-16T06:45:09.304" v="1540"/>
          <ac:spMkLst>
            <pc:docMk/>
            <pc:sldMk cId="0" sldId="324"/>
            <ac:spMk id="7" creationId="{91E0610B-74C1-2DBA-7B1B-67C4890784A9}"/>
          </ac:spMkLst>
        </pc:spChg>
      </pc:sldChg>
      <pc:sldChg chg="addSp delSp modSp mod chgLayout">
        <pc:chgData name="Tran Trong Binh" userId="c1283c94-e8ca-44d9-904c-fa0c4c442f84" providerId="ADAL" clId="{7E78C4F1-C606-49BA-BA34-4584D9A8424A}" dt="2025-05-16T06:57:26.380" v="1773" actId="20577"/>
        <pc:sldMkLst>
          <pc:docMk/>
          <pc:sldMk cId="0" sldId="326"/>
        </pc:sldMkLst>
        <pc:spChg chg="mod ord">
          <ac:chgData name="Tran Trong Binh" userId="c1283c94-e8ca-44d9-904c-fa0c4c442f84" providerId="ADAL" clId="{7E78C4F1-C606-49BA-BA34-4584D9A8424A}" dt="2025-05-16T06:57:26.380" v="1773" actId="20577"/>
          <ac:spMkLst>
            <pc:docMk/>
            <pc:sldMk cId="0" sldId="326"/>
            <ac:spMk id="2" creationId="{00000000-0000-0000-0000-000000000000}"/>
          </ac:spMkLst>
        </pc:spChg>
        <pc:spChg chg="del mod">
          <ac:chgData name="Tran Trong Binh" userId="c1283c94-e8ca-44d9-904c-fa0c4c442f84" providerId="ADAL" clId="{7E78C4F1-C606-49BA-BA34-4584D9A8424A}" dt="2025-05-16T06:45:14.670" v="1543"/>
          <ac:spMkLst>
            <pc:docMk/>
            <pc:sldMk cId="0" sldId="326"/>
            <ac:spMk id="3" creationId="{00000000-0000-0000-0000-000000000000}"/>
          </ac:spMkLst>
        </pc:spChg>
        <pc:spChg chg="mod ord">
          <ac:chgData name="Tran Trong Binh" userId="c1283c94-e8ca-44d9-904c-fa0c4c442f84" providerId="ADAL" clId="{7E78C4F1-C606-49BA-BA34-4584D9A8424A}" dt="2025-05-16T06:45:16.016" v="1544" actId="6264"/>
          <ac:spMkLst>
            <pc:docMk/>
            <pc:sldMk cId="0" sldId="326"/>
            <ac:spMk id="4" creationId="{00000000-0000-0000-0000-000000000000}"/>
          </ac:spMkLst>
        </pc:spChg>
        <pc:spChg chg="add del mod">
          <ac:chgData name="Tran Trong Binh" userId="c1283c94-e8ca-44d9-904c-fa0c4c442f84" providerId="ADAL" clId="{7E78C4F1-C606-49BA-BA34-4584D9A8424A}" dt="2025-05-16T06:45:16.016" v="1544" actId="6264"/>
          <ac:spMkLst>
            <pc:docMk/>
            <pc:sldMk cId="0" sldId="326"/>
            <ac:spMk id="5" creationId="{B7F3FEDC-B767-0C9B-E8BA-5F4682DFFC65}"/>
          </ac:spMkLst>
        </pc:spChg>
        <pc:spChg chg="add del mod">
          <ac:chgData name="Tran Trong Binh" userId="c1283c94-e8ca-44d9-904c-fa0c4c442f84" providerId="ADAL" clId="{7E78C4F1-C606-49BA-BA34-4584D9A8424A}" dt="2025-05-16T06:45:16.016" v="1544" actId="6264"/>
          <ac:spMkLst>
            <pc:docMk/>
            <pc:sldMk cId="0" sldId="326"/>
            <ac:spMk id="6" creationId="{A5A4D601-F930-1E38-8C65-7C59CD99FD27}"/>
          </ac:spMkLst>
        </pc:spChg>
        <pc:spChg chg="add mod ord">
          <ac:chgData name="Tran Trong Binh" userId="c1283c94-e8ca-44d9-904c-fa0c4c442f84" providerId="ADAL" clId="{7E78C4F1-C606-49BA-BA34-4584D9A8424A}" dt="2025-05-16T06:57:06.044" v="1764" actId="21"/>
          <ac:spMkLst>
            <pc:docMk/>
            <pc:sldMk cId="0" sldId="326"/>
            <ac:spMk id="7" creationId="{EB9DCC2B-FE2D-9FB8-AFDD-1634FABC5DDE}"/>
          </ac:spMkLst>
        </pc:spChg>
      </pc:sldChg>
      <pc:sldChg chg="modSp mod">
        <pc:chgData name="Tran Trong Binh" userId="c1283c94-e8ca-44d9-904c-fa0c4c442f84" providerId="ADAL" clId="{7E78C4F1-C606-49BA-BA34-4584D9A8424A}" dt="2025-05-16T06:45:25.071" v="1558" actId="20577"/>
        <pc:sldMkLst>
          <pc:docMk/>
          <pc:sldMk cId="0" sldId="327"/>
        </pc:sldMkLst>
        <pc:spChg chg="mod">
          <ac:chgData name="Tran Trong Binh" userId="c1283c94-e8ca-44d9-904c-fa0c4c442f84" providerId="ADAL" clId="{7E78C4F1-C606-49BA-BA34-4584D9A8424A}" dt="2025-05-16T06:45:25.071" v="1558" actId="20577"/>
          <ac:spMkLst>
            <pc:docMk/>
            <pc:sldMk cId="0" sldId="327"/>
            <ac:spMk id="3" creationId="{00000000-0000-0000-0000-000000000000}"/>
          </ac:spMkLst>
        </pc:spChg>
        <pc:spChg chg="mod">
          <ac:chgData name="Tran Trong Binh" userId="c1283c94-e8ca-44d9-904c-fa0c4c442f84" providerId="ADAL" clId="{7E78C4F1-C606-49BA-BA34-4584D9A8424A}" dt="2025-05-16T06:41:57.287" v="1472" actId="27636"/>
          <ac:spMkLst>
            <pc:docMk/>
            <pc:sldMk cId="0" sldId="327"/>
            <ac:spMk id="5" creationId="{4D03BB8E-0005-4307-AF21-C260C3B24773}"/>
          </ac:spMkLst>
        </pc:spChg>
      </pc:sldChg>
      <pc:sldChg chg="addSp delSp modSp mod chgLayout">
        <pc:chgData name="Tran Trong Binh" userId="c1283c94-e8ca-44d9-904c-fa0c4c442f84" providerId="ADAL" clId="{7E78C4F1-C606-49BA-BA34-4584D9A8424A}" dt="2025-05-16T06:57:36.952" v="1775" actId="20577"/>
        <pc:sldMkLst>
          <pc:docMk/>
          <pc:sldMk cId="0" sldId="328"/>
        </pc:sldMkLst>
        <pc:spChg chg="mod ord">
          <ac:chgData name="Tran Trong Binh" userId="c1283c94-e8ca-44d9-904c-fa0c4c442f84" providerId="ADAL" clId="{7E78C4F1-C606-49BA-BA34-4584D9A8424A}" dt="2025-05-16T06:57:36.952" v="1775" actId="20577"/>
          <ac:spMkLst>
            <pc:docMk/>
            <pc:sldMk cId="0" sldId="328"/>
            <ac:spMk id="2" creationId="{00000000-0000-0000-0000-000000000000}"/>
          </ac:spMkLst>
        </pc:spChg>
        <pc:spChg chg="del mod">
          <ac:chgData name="Tran Trong Binh" userId="c1283c94-e8ca-44d9-904c-fa0c4c442f84" providerId="ADAL" clId="{7E78C4F1-C606-49BA-BA34-4584D9A8424A}" dt="2025-05-16T06:45:31.175" v="1561"/>
          <ac:spMkLst>
            <pc:docMk/>
            <pc:sldMk cId="0" sldId="328"/>
            <ac:spMk id="3" creationId="{00000000-0000-0000-0000-000000000000}"/>
          </ac:spMkLst>
        </pc:spChg>
        <pc:spChg chg="mod ord">
          <ac:chgData name="Tran Trong Binh" userId="c1283c94-e8ca-44d9-904c-fa0c4c442f84" providerId="ADAL" clId="{7E78C4F1-C606-49BA-BA34-4584D9A8424A}" dt="2025-05-16T06:45:32.586" v="1562" actId="6264"/>
          <ac:spMkLst>
            <pc:docMk/>
            <pc:sldMk cId="0" sldId="328"/>
            <ac:spMk id="4" creationId="{00000000-0000-0000-0000-000000000000}"/>
          </ac:spMkLst>
        </pc:spChg>
        <pc:spChg chg="add del mod">
          <ac:chgData name="Tran Trong Binh" userId="c1283c94-e8ca-44d9-904c-fa0c4c442f84" providerId="ADAL" clId="{7E78C4F1-C606-49BA-BA34-4584D9A8424A}" dt="2025-05-16T06:45:32.586" v="1562" actId="6264"/>
          <ac:spMkLst>
            <pc:docMk/>
            <pc:sldMk cId="0" sldId="328"/>
            <ac:spMk id="5" creationId="{551C6604-50EC-1471-F7F7-C413368AEC97}"/>
          </ac:spMkLst>
        </pc:spChg>
        <pc:spChg chg="add del mod">
          <ac:chgData name="Tran Trong Binh" userId="c1283c94-e8ca-44d9-904c-fa0c4c442f84" providerId="ADAL" clId="{7E78C4F1-C606-49BA-BA34-4584D9A8424A}" dt="2025-05-16T06:45:32.586" v="1562" actId="6264"/>
          <ac:spMkLst>
            <pc:docMk/>
            <pc:sldMk cId="0" sldId="328"/>
            <ac:spMk id="6" creationId="{2141A167-4023-A72F-EB48-FE24617C4A64}"/>
          </ac:spMkLst>
        </pc:spChg>
        <pc:spChg chg="add mod ord">
          <ac:chgData name="Tran Trong Binh" userId="c1283c94-e8ca-44d9-904c-fa0c4c442f84" providerId="ADAL" clId="{7E78C4F1-C606-49BA-BA34-4584D9A8424A}" dt="2025-05-16T06:45:33.381" v="1563"/>
          <ac:spMkLst>
            <pc:docMk/>
            <pc:sldMk cId="0" sldId="328"/>
            <ac:spMk id="7" creationId="{67055EED-30C9-FF44-36F6-7949359E7D8F}"/>
          </ac:spMkLst>
        </pc:spChg>
      </pc:sldChg>
      <pc:sldChg chg="addSp delSp modSp mod chgLayout">
        <pc:chgData name="Tran Trong Binh" userId="c1283c94-e8ca-44d9-904c-fa0c4c442f84" providerId="ADAL" clId="{7E78C4F1-C606-49BA-BA34-4584D9A8424A}" dt="2025-05-16T06:57:40.862" v="1776" actId="20577"/>
        <pc:sldMkLst>
          <pc:docMk/>
          <pc:sldMk cId="0" sldId="329"/>
        </pc:sldMkLst>
        <pc:spChg chg="mod ord">
          <ac:chgData name="Tran Trong Binh" userId="c1283c94-e8ca-44d9-904c-fa0c4c442f84" providerId="ADAL" clId="{7E78C4F1-C606-49BA-BA34-4584D9A8424A}" dt="2025-05-16T06:57:40.862" v="1776" actId="20577"/>
          <ac:spMkLst>
            <pc:docMk/>
            <pc:sldMk cId="0" sldId="329"/>
            <ac:spMk id="2" creationId="{00000000-0000-0000-0000-000000000000}"/>
          </ac:spMkLst>
        </pc:spChg>
        <pc:spChg chg="del mod">
          <ac:chgData name="Tran Trong Binh" userId="c1283c94-e8ca-44d9-904c-fa0c4c442f84" providerId="ADAL" clId="{7E78C4F1-C606-49BA-BA34-4584D9A8424A}" dt="2025-05-16T06:45:39.822" v="1565" actId="478"/>
          <ac:spMkLst>
            <pc:docMk/>
            <pc:sldMk cId="0" sldId="329"/>
            <ac:spMk id="3" creationId="{00000000-0000-0000-0000-000000000000}"/>
          </ac:spMkLst>
        </pc:spChg>
        <pc:spChg chg="mod ord">
          <ac:chgData name="Tran Trong Binh" userId="c1283c94-e8ca-44d9-904c-fa0c4c442f84" providerId="ADAL" clId="{7E78C4F1-C606-49BA-BA34-4584D9A8424A}" dt="2025-05-16T06:45:41.389" v="1566" actId="6264"/>
          <ac:spMkLst>
            <pc:docMk/>
            <pc:sldMk cId="0" sldId="329"/>
            <ac:spMk id="4" creationId="{00000000-0000-0000-0000-000000000000}"/>
          </ac:spMkLst>
        </pc:spChg>
        <pc:spChg chg="add del mod">
          <ac:chgData name="Tran Trong Binh" userId="c1283c94-e8ca-44d9-904c-fa0c4c442f84" providerId="ADAL" clId="{7E78C4F1-C606-49BA-BA34-4584D9A8424A}" dt="2025-05-16T06:45:41.389" v="1566" actId="6264"/>
          <ac:spMkLst>
            <pc:docMk/>
            <pc:sldMk cId="0" sldId="329"/>
            <ac:spMk id="5" creationId="{16896E3E-DBEA-77E2-72F6-C4662E636E5E}"/>
          </ac:spMkLst>
        </pc:spChg>
        <pc:spChg chg="add del mod">
          <ac:chgData name="Tran Trong Binh" userId="c1283c94-e8ca-44d9-904c-fa0c4c442f84" providerId="ADAL" clId="{7E78C4F1-C606-49BA-BA34-4584D9A8424A}" dt="2025-05-16T06:45:41.389" v="1566" actId="6264"/>
          <ac:spMkLst>
            <pc:docMk/>
            <pc:sldMk cId="0" sldId="329"/>
            <ac:spMk id="6" creationId="{E3B4B5E2-1CB5-880F-8A81-E7E1B49F25B4}"/>
          </ac:spMkLst>
        </pc:spChg>
        <pc:spChg chg="add mod ord">
          <ac:chgData name="Tran Trong Binh" userId="c1283c94-e8ca-44d9-904c-fa0c4c442f84" providerId="ADAL" clId="{7E78C4F1-C606-49BA-BA34-4584D9A8424A}" dt="2025-05-16T06:45:42.102" v="1568" actId="27636"/>
          <ac:spMkLst>
            <pc:docMk/>
            <pc:sldMk cId="0" sldId="329"/>
            <ac:spMk id="7" creationId="{4E19747B-F82A-70EA-82C3-00D1F4EAA94D}"/>
          </ac:spMkLst>
        </pc:spChg>
      </pc:sldChg>
      <pc:sldChg chg="addSp delSp modSp mod chgLayout">
        <pc:chgData name="Tran Trong Binh" userId="c1283c94-e8ca-44d9-904c-fa0c4c442f84" providerId="ADAL" clId="{7E78C4F1-C606-49BA-BA34-4584D9A8424A}" dt="2025-05-16T06:57:49.412" v="1778" actId="20577"/>
        <pc:sldMkLst>
          <pc:docMk/>
          <pc:sldMk cId="0" sldId="330"/>
        </pc:sldMkLst>
        <pc:spChg chg="mod ord">
          <ac:chgData name="Tran Trong Binh" userId="c1283c94-e8ca-44d9-904c-fa0c4c442f84" providerId="ADAL" clId="{7E78C4F1-C606-49BA-BA34-4584D9A8424A}" dt="2025-05-16T06:57:49.412" v="1778" actId="20577"/>
          <ac:spMkLst>
            <pc:docMk/>
            <pc:sldMk cId="0" sldId="330"/>
            <ac:spMk id="2" creationId="{00000000-0000-0000-0000-000000000000}"/>
          </ac:spMkLst>
        </pc:spChg>
        <pc:spChg chg="del mod">
          <ac:chgData name="Tran Trong Binh" userId="c1283c94-e8ca-44d9-904c-fa0c4c442f84" providerId="ADAL" clId="{7E78C4F1-C606-49BA-BA34-4584D9A8424A}" dt="2025-05-16T06:55:07.476" v="1745"/>
          <ac:spMkLst>
            <pc:docMk/>
            <pc:sldMk cId="0" sldId="330"/>
            <ac:spMk id="3" creationId="{00000000-0000-0000-0000-000000000000}"/>
          </ac:spMkLst>
        </pc:spChg>
        <pc:spChg chg="mod ord">
          <ac:chgData name="Tran Trong Binh" userId="c1283c94-e8ca-44d9-904c-fa0c4c442f84" providerId="ADAL" clId="{7E78C4F1-C606-49BA-BA34-4584D9A8424A}" dt="2025-05-16T06:55:08.847" v="1746" actId="6264"/>
          <ac:spMkLst>
            <pc:docMk/>
            <pc:sldMk cId="0" sldId="330"/>
            <ac:spMk id="4" creationId="{00000000-0000-0000-0000-000000000000}"/>
          </ac:spMkLst>
        </pc:spChg>
        <pc:spChg chg="add del mod">
          <ac:chgData name="Tran Trong Binh" userId="c1283c94-e8ca-44d9-904c-fa0c4c442f84" providerId="ADAL" clId="{7E78C4F1-C606-49BA-BA34-4584D9A8424A}" dt="2025-05-16T06:55:08.847" v="1746" actId="6264"/>
          <ac:spMkLst>
            <pc:docMk/>
            <pc:sldMk cId="0" sldId="330"/>
            <ac:spMk id="5" creationId="{815B9373-040A-AAC9-BF61-F0F567C47503}"/>
          </ac:spMkLst>
        </pc:spChg>
        <pc:spChg chg="add del mod">
          <ac:chgData name="Tran Trong Binh" userId="c1283c94-e8ca-44d9-904c-fa0c4c442f84" providerId="ADAL" clId="{7E78C4F1-C606-49BA-BA34-4584D9A8424A}" dt="2025-05-16T06:55:08.847" v="1746" actId="6264"/>
          <ac:spMkLst>
            <pc:docMk/>
            <pc:sldMk cId="0" sldId="330"/>
            <ac:spMk id="6" creationId="{7AFB9F3E-69CA-E896-A92B-4CC5100A76C8}"/>
          </ac:spMkLst>
        </pc:spChg>
        <pc:spChg chg="add mod ord">
          <ac:chgData name="Tran Trong Binh" userId="c1283c94-e8ca-44d9-904c-fa0c4c442f84" providerId="ADAL" clId="{7E78C4F1-C606-49BA-BA34-4584D9A8424A}" dt="2025-05-16T06:55:09.766" v="1748" actId="27636"/>
          <ac:spMkLst>
            <pc:docMk/>
            <pc:sldMk cId="0" sldId="330"/>
            <ac:spMk id="7" creationId="{CA64D394-DE34-D9E0-6865-6A6956E7AEC2}"/>
          </ac:spMkLst>
        </pc:spChg>
      </pc:sldChg>
      <pc:sldChg chg="addSp delSp modSp mod chgLayout">
        <pc:chgData name="Tran Trong Binh" userId="c1283c94-e8ca-44d9-904c-fa0c4c442f84" providerId="ADAL" clId="{7E78C4F1-C606-49BA-BA34-4584D9A8424A}" dt="2025-05-16T06:45:48.088" v="1573"/>
        <pc:sldMkLst>
          <pc:docMk/>
          <pc:sldMk cId="0" sldId="331"/>
        </pc:sldMkLst>
        <pc:spChg chg="mod ord">
          <ac:chgData name="Tran Trong Binh" userId="c1283c94-e8ca-44d9-904c-fa0c4c442f84" providerId="ADAL" clId="{7E78C4F1-C606-49BA-BA34-4584D9A8424A}" dt="2025-05-16T06:45:47.326" v="1572" actId="6264"/>
          <ac:spMkLst>
            <pc:docMk/>
            <pc:sldMk cId="0" sldId="331"/>
            <ac:spMk id="2" creationId="{00000000-0000-0000-0000-000000000000}"/>
          </ac:spMkLst>
        </pc:spChg>
        <pc:spChg chg="del mod">
          <ac:chgData name="Tran Trong Binh" userId="c1283c94-e8ca-44d9-904c-fa0c4c442f84" providerId="ADAL" clId="{7E78C4F1-C606-49BA-BA34-4584D9A8424A}" dt="2025-05-16T06:45:46.119" v="1571"/>
          <ac:spMkLst>
            <pc:docMk/>
            <pc:sldMk cId="0" sldId="331"/>
            <ac:spMk id="3" creationId="{00000000-0000-0000-0000-000000000000}"/>
          </ac:spMkLst>
        </pc:spChg>
        <pc:spChg chg="mod ord">
          <ac:chgData name="Tran Trong Binh" userId="c1283c94-e8ca-44d9-904c-fa0c4c442f84" providerId="ADAL" clId="{7E78C4F1-C606-49BA-BA34-4584D9A8424A}" dt="2025-05-16T06:45:47.326" v="1572" actId="6264"/>
          <ac:spMkLst>
            <pc:docMk/>
            <pc:sldMk cId="0" sldId="331"/>
            <ac:spMk id="4" creationId="{00000000-0000-0000-0000-000000000000}"/>
          </ac:spMkLst>
        </pc:spChg>
        <pc:spChg chg="add del mod">
          <ac:chgData name="Tran Trong Binh" userId="c1283c94-e8ca-44d9-904c-fa0c4c442f84" providerId="ADAL" clId="{7E78C4F1-C606-49BA-BA34-4584D9A8424A}" dt="2025-05-16T06:45:47.326" v="1572" actId="6264"/>
          <ac:spMkLst>
            <pc:docMk/>
            <pc:sldMk cId="0" sldId="331"/>
            <ac:spMk id="5" creationId="{891FEEAF-B746-EE44-7093-20608AC53D4B}"/>
          </ac:spMkLst>
        </pc:spChg>
        <pc:spChg chg="add del mod">
          <ac:chgData name="Tran Trong Binh" userId="c1283c94-e8ca-44d9-904c-fa0c4c442f84" providerId="ADAL" clId="{7E78C4F1-C606-49BA-BA34-4584D9A8424A}" dt="2025-05-16T06:45:47.326" v="1572" actId="6264"/>
          <ac:spMkLst>
            <pc:docMk/>
            <pc:sldMk cId="0" sldId="331"/>
            <ac:spMk id="6" creationId="{E5A9CF7F-5222-4CA6-5586-2F5315B77D2D}"/>
          </ac:spMkLst>
        </pc:spChg>
        <pc:spChg chg="add mod ord">
          <ac:chgData name="Tran Trong Binh" userId="c1283c94-e8ca-44d9-904c-fa0c4c442f84" providerId="ADAL" clId="{7E78C4F1-C606-49BA-BA34-4584D9A8424A}" dt="2025-05-16T06:45:48.088" v="1573"/>
          <ac:spMkLst>
            <pc:docMk/>
            <pc:sldMk cId="0" sldId="331"/>
            <ac:spMk id="7" creationId="{3AAF06DD-1F72-6459-E6F7-BD0250349A3A}"/>
          </ac:spMkLst>
        </pc:spChg>
      </pc:sldChg>
      <pc:sldChg chg="addSp delSp modSp mod chgLayout">
        <pc:chgData name="Tran Trong Binh" userId="c1283c94-e8ca-44d9-904c-fa0c4c442f84" providerId="ADAL" clId="{7E78C4F1-C606-49BA-BA34-4584D9A8424A}" dt="2025-05-16T06:45:58.648" v="1580"/>
        <pc:sldMkLst>
          <pc:docMk/>
          <pc:sldMk cId="0" sldId="332"/>
        </pc:sldMkLst>
        <pc:spChg chg="mod ord">
          <ac:chgData name="Tran Trong Binh" userId="c1283c94-e8ca-44d9-904c-fa0c4c442f84" providerId="ADAL" clId="{7E78C4F1-C606-49BA-BA34-4584D9A8424A}" dt="2025-05-16T06:45:56.123" v="1577" actId="6264"/>
          <ac:spMkLst>
            <pc:docMk/>
            <pc:sldMk cId="0" sldId="332"/>
            <ac:spMk id="2" creationId="{00000000-0000-0000-0000-000000000000}"/>
          </ac:spMkLst>
        </pc:spChg>
        <pc:spChg chg="del mod">
          <ac:chgData name="Tran Trong Binh" userId="c1283c94-e8ca-44d9-904c-fa0c4c442f84" providerId="ADAL" clId="{7E78C4F1-C606-49BA-BA34-4584D9A8424A}" dt="2025-05-16T06:45:55.021" v="1576"/>
          <ac:spMkLst>
            <pc:docMk/>
            <pc:sldMk cId="0" sldId="332"/>
            <ac:spMk id="3" creationId="{00000000-0000-0000-0000-000000000000}"/>
          </ac:spMkLst>
        </pc:spChg>
        <pc:spChg chg="mod ord">
          <ac:chgData name="Tran Trong Binh" userId="c1283c94-e8ca-44d9-904c-fa0c4c442f84" providerId="ADAL" clId="{7E78C4F1-C606-49BA-BA34-4584D9A8424A}" dt="2025-05-16T06:45:56.123" v="1577" actId="6264"/>
          <ac:spMkLst>
            <pc:docMk/>
            <pc:sldMk cId="0" sldId="332"/>
            <ac:spMk id="4" creationId="{00000000-0000-0000-0000-000000000000}"/>
          </ac:spMkLst>
        </pc:spChg>
        <pc:spChg chg="add del mod">
          <ac:chgData name="Tran Trong Binh" userId="c1283c94-e8ca-44d9-904c-fa0c4c442f84" providerId="ADAL" clId="{7E78C4F1-C606-49BA-BA34-4584D9A8424A}" dt="2025-05-16T06:45:56.123" v="1577" actId="6264"/>
          <ac:spMkLst>
            <pc:docMk/>
            <pc:sldMk cId="0" sldId="332"/>
            <ac:spMk id="5" creationId="{7F968274-4324-B918-C025-0E553FD147D0}"/>
          </ac:spMkLst>
        </pc:spChg>
        <pc:spChg chg="add del mod">
          <ac:chgData name="Tran Trong Binh" userId="c1283c94-e8ca-44d9-904c-fa0c4c442f84" providerId="ADAL" clId="{7E78C4F1-C606-49BA-BA34-4584D9A8424A}" dt="2025-05-16T06:45:56.123" v="1577" actId="6264"/>
          <ac:spMkLst>
            <pc:docMk/>
            <pc:sldMk cId="0" sldId="332"/>
            <ac:spMk id="6" creationId="{23D562CB-7FFE-B7EA-CBAD-730269B402AC}"/>
          </ac:spMkLst>
        </pc:spChg>
        <pc:spChg chg="add mod ord">
          <ac:chgData name="Tran Trong Binh" userId="c1283c94-e8ca-44d9-904c-fa0c4c442f84" providerId="ADAL" clId="{7E78C4F1-C606-49BA-BA34-4584D9A8424A}" dt="2025-05-16T06:45:58.648" v="1580"/>
          <ac:spMkLst>
            <pc:docMk/>
            <pc:sldMk cId="0" sldId="332"/>
            <ac:spMk id="7" creationId="{88DFDF4E-3E35-EE9C-67F4-8736725E430E}"/>
          </ac:spMkLst>
        </pc:spChg>
        <pc:spChg chg="add del">
          <ac:chgData name="Tran Trong Binh" userId="c1283c94-e8ca-44d9-904c-fa0c4c442f84" providerId="ADAL" clId="{7E78C4F1-C606-49BA-BA34-4584D9A8424A}" dt="2025-05-16T06:45:57.757" v="1579" actId="22"/>
          <ac:spMkLst>
            <pc:docMk/>
            <pc:sldMk cId="0" sldId="332"/>
            <ac:spMk id="9" creationId="{7BB92E7B-D3CB-9CA2-7D11-D025F0A8578A}"/>
          </ac:spMkLst>
        </pc:spChg>
      </pc:sldChg>
      <pc:sldChg chg="addSp delSp modSp mod chgLayout">
        <pc:chgData name="Tran Trong Binh" userId="c1283c94-e8ca-44d9-904c-fa0c4c442f84" providerId="ADAL" clId="{7E78C4F1-C606-49BA-BA34-4584D9A8424A}" dt="2025-05-16T06:46:09.731" v="1585"/>
        <pc:sldMkLst>
          <pc:docMk/>
          <pc:sldMk cId="0" sldId="333"/>
        </pc:sldMkLst>
        <pc:spChg chg="mod ord">
          <ac:chgData name="Tran Trong Binh" userId="c1283c94-e8ca-44d9-904c-fa0c4c442f84" providerId="ADAL" clId="{7E78C4F1-C606-49BA-BA34-4584D9A8424A}" dt="2025-05-16T06:46:08.754" v="1584" actId="6264"/>
          <ac:spMkLst>
            <pc:docMk/>
            <pc:sldMk cId="0" sldId="333"/>
            <ac:spMk id="2" creationId="{00000000-0000-0000-0000-000000000000}"/>
          </ac:spMkLst>
        </pc:spChg>
        <pc:spChg chg="del mod">
          <ac:chgData name="Tran Trong Binh" userId="c1283c94-e8ca-44d9-904c-fa0c4c442f84" providerId="ADAL" clId="{7E78C4F1-C606-49BA-BA34-4584D9A8424A}" dt="2025-05-16T06:46:06.754" v="1583"/>
          <ac:spMkLst>
            <pc:docMk/>
            <pc:sldMk cId="0" sldId="333"/>
            <ac:spMk id="3" creationId="{00000000-0000-0000-0000-000000000000}"/>
          </ac:spMkLst>
        </pc:spChg>
        <pc:spChg chg="mod ord">
          <ac:chgData name="Tran Trong Binh" userId="c1283c94-e8ca-44d9-904c-fa0c4c442f84" providerId="ADAL" clId="{7E78C4F1-C606-49BA-BA34-4584D9A8424A}" dt="2025-05-16T06:46:08.754" v="1584" actId="6264"/>
          <ac:spMkLst>
            <pc:docMk/>
            <pc:sldMk cId="0" sldId="333"/>
            <ac:spMk id="4" creationId="{00000000-0000-0000-0000-000000000000}"/>
          </ac:spMkLst>
        </pc:spChg>
        <pc:spChg chg="add del mod">
          <ac:chgData name="Tran Trong Binh" userId="c1283c94-e8ca-44d9-904c-fa0c4c442f84" providerId="ADAL" clId="{7E78C4F1-C606-49BA-BA34-4584D9A8424A}" dt="2025-05-16T06:46:08.754" v="1584" actId="6264"/>
          <ac:spMkLst>
            <pc:docMk/>
            <pc:sldMk cId="0" sldId="333"/>
            <ac:spMk id="5" creationId="{EC8F6767-848A-757B-C719-637E1042970B}"/>
          </ac:spMkLst>
        </pc:spChg>
        <pc:spChg chg="add del mod">
          <ac:chgData name="Tran Trong Binh" userId="c1283c94-e8ca-44d9-904c-fa0c4c442f84" providerId="ADAL" clId="{7E78C4F1-C606-49BA-BA34-4584D9A8424A}" dt="2025-05-16T06:46:08.754" v="1584" actId="6264"/>
          <ac:spMkLst>
            <pc:docMk/>
            <pc:sldMk cId="0" sldId="333"/>
            <ac:spMk id="6" creationId="{9D5DDBCB-5E3A-B70C-BC66-BF2578A0C488}"/>
          </ac:spMkLst>
        </pc:spChg>
        <pc:spChg chg="add mod ord">
          <ac:chgData name="Tran Trong Binh" userId="c1283c94-e8ca-44d9-904c-fa0c4c442f84" providerId="ADAL" clId="{7E78C4F1-C606-49BA-BA34-4584D9A8424A}" dt="2025-05-16T06:46:09.731" v="1585"/>
          <ac:spMkLst>
            <pc:docMk/>
            <pc:sldMk cId="0" sldId="333"/>
            <ac:spMk id="7" creationId="{EA02598A-7CA2-A659-E9F3-044A6922A491}"/>
          </ac:spMkLst>
        </pc:spChg>
      </pc:sldChg>
      <pc:sldChg chg="addSp delSp modSp mod chgLayout">
        <pc:chgData name="Tran Trong Binh" userId="c1283c94-e8ca-44d9-904c-fa0c4c442f84" providerId="ADAL" clId="{7E78C4F1-C606-49BA-BA34-4584D9A8424A}" dt="2025-05-16T06:46:32.809" v="1594"/>
        <pc:sldMkLst>
          <pc:docMk/>
          <pc:sldMk cId="0" sldId="334"/>
        </pc:sldMkLst>
        <pc:spChg chg="mod ord">
          <ac:chgData name="Tran Trong Binh" userId="c1283c94-e8ca-44d9-904c-fa0c4c442f84" providerId="ADAL" clId="{7E78C4F1-C606-49BA-BA34-4584D9A8424A}" dt="2025-05-16T06:46:18.659" v="1589" actId="6264"/>
          <ac:spMkLst>
            <pc:docMk/>
            <pc:sldMk cId="0" sldId="334"/>
            <ac:spMk id="2" creationId="{00000000-0000-0000-0000-000000000000}"/>
          </ac:spMkLst>
        </pc:spChg>
        <pc:spChg chg="del mod">
          <ac:chgData name="Tran Trong Binh" userId="c1283c94-e8ca-44d9-904c-fa0c4c442f84" providerId="ADAL" clId="{7E78C4F1-C606-49BA-BA34-4584D9A8424A}" dt="2025-05-16T06:46:17.642" v="1588"/>
          <ac:spMkLst>
            <pc:docMk/>
            <pc:sldMk cId="0" sldId="334"/>
            <ac:spMk id="3" creationId="{00000000-0000-0000-0000-000000000000}"/>
          </ac:spMkLst>
        </pc:spChg>
        <pc:spChg chg="mod ord">
          <ac:chgData name="Tran Trong Binh" userId="c1283c94-e8ca-44d9-904c-fa0c4c442f84" providerId="ADAL" clId="{7E78C4F1-C606-49BA-BA34-4584D9A8424A}" dt="2025-05-16T06:46:18.659" v="1589" actId="6264"/>
          <ac:spMkLst>
            <pc:docMk/>
            <pc:sldMk cId="0" sldId="334"/>
            <ac:spMk id="4" creationId="{00000000-0000-0000-0000-000000000000}"/>
          </ac:spMkLst>
        </pc:spChg>
        <pc:spChg chg="add del mod">
          <ac:chgData name="Tran Trong Binh" userId="c1283c94-e8ca-44d9-904c-fa0c4c442f84" providerId="ADAL" clId="{7E78C4F1-C606-49BA-BA34-4584D9A8424A}" dt="2025-05-16T06:46:18.659" v="1589" actId="6264"/>
          <ac:spMkLst>
            <pc:docMk/>
            <pc:sldMk cId="0" sldId="334"/>
            <ac:spMk id="5" creationId="{7A7E8497-3FEE-2F7E-9822-0BB5BCBD6199}"/>
          </ac:spMkLst>
        </pc:spChg>
        <pc:spChg chg="add del mod">
          <ac:chgData name="Tran Trong Binh" userId="c1283c94-e8ca-44d9-904c-fa0c4c442f84" providerId="ADAL" clId="{7E78C4F1-C606-49BA-BA34-4584D9A8424A}" dt="2025-05-16T06:46:18.659" v="1589" actId="6264"/>
          <ac:spMkLst>
            <pc:docMk/>
            <pc:sldMk cId="0" sldId="334"/>
            <ac:spMk id="6" creationId="{E60E9D12-6AC1-4954-2BC5-2A3421AF711B}"/>
          </ac:spMkLst>
        </pc:spChg>
        <pc:spChg chg="add mod ord">
          <ac:chgData name="Tran Trong Binh" userId="c1283c94-e8ca-44d9-904c-fa0c4c442f84" providerId="ADAL" clId="{7E78C4F1-C606-49BA-BA34-4584D9A8424A}" dt="2025-05-16T06:46:32.809" v="1594"/>
          <ac:spMkLst>
            <pc:docMk/>
            <pc:sldMk cId="0" sldId="334"/>
            <ac:spMk id="7" creationId="{B3FDD6E5-EB6A-D3BE-740A-A15CD1A0001F}"/>
          </ac:spMkLst>
        </pc:spChg>
      </pc:sldChg>
      <pc:sldChg chg="addSp delSp modSp mod modClrScheme chgLayout">
        <pc:chgData name="Tran Trong Binh" userId="c1283c94-e8ca-44d9-904c-fa0c4c442f84" providerId="ADAL" clId="{7E78C4F1-C606-49BA-BA34-4584D9A8424A}" dt="2025-05-16T06:58:01.810" v="1779" actId="700"/>
        <pc:sldMkLst>
          <pc:docMk/>
          <pc:sldMk cId="0" sldId="335"/>
        </pc:sldMkLst>
        <pc:spChg chg="mod ord">
          <ac:chgData name="Tran Trong Binh" userId="c1283c94-e8ca-44d9-904c-fa0c4c442f84" providerId="ADAL" clId="{7E78C4F1-C606-49BA-BA34-4584D9A8424A}" dt="2025-05-16T06:58:01.810" v="1779" actId="700"/>
          <ac:spMkLst>
            <pc:docMk/>
            <pc:sldMk cId="0" sldId="335"/>
            <ac:spMk id="2" creationId="{00000000-0000-0000-0000-000000000000}"/>
          </ac:spMkLst>
        </pc:spChg>
        <pc:spChg chg="del mod">
          <ac:chgData name="Tran Trong Binh" userId="c1283c94-e8ca-44d9-904c-fa0c4c442f84" providerId="ADAL" clId="{7E78C4F1-C606-49BA-BA34-4584D9A8424A}" dt="2025-05-16T06:46:38.394" v="1597"/>
          <ac:spMkLst>
            <pc:docMk/>
            <pc:sldMk cId="0" sldId="335"/>
            <ac:spMk id="3" creationId="{00000000-0000-0000-0000-000000000000}"/>
          </ac:spMkLst>
        </pc:spChg>
        <pc:spChg chg="mod ord">
          <ac:chgData name="Tran Trong Binh" userId="c1283c94-e8ca-44d9-904c-fa0c4c442f84" providerId="ADAL" clId="{7E78C4F1-C606-49BA-BA34-4584D9A8424A}" dt="2025-05-16T06:58:01.810" v="1779" actId="700"/>
          <ac:spMkLst>
            <pc:docMk/>
            <pc:sldMk cId="0" sldId="335"/>
            <ac:spMk id="4" creationId="{00000000-0000-0000-0000-000000000000}"/>
          </ac:spMkLst>
        </pc:spChg>
        <pc:spChg chg="add del mod">
          <ac:chgData name="Tran Trong Binh" userId="c1283c94-e8ca-44d9-904c-fa0c4c442f84" providerId="ADAL" clId="{7E78C4F1-C606-49BA-BA34-4584D9A8424A}" dt="2025-05-16T06:46:27.996" v="1592" actId="6264"/>
          <ac:spMkLst>
            <pc:docMk/>
            <pc:sldMk cId="0" sldId="335"/>
            <ac:spMk id="5" creationId="{4C14D791-5465-D1F8-41C2-85C2A9BA0A91}"/>
          </ac:spMkLst>
        </pc:spChg>
        <pc:spChg chg="add del mod">
          <ac:chgData name="Tran Trong Binh" userId="c1283c94-e8ca-44d9-904c-fa0c4c442f84" providerId="ADAL" clId="{7E78C4F1-C606-49BA-BA34-4584D9A8424A}" dt="2025-05-16T06:46:27.996" v="1592" actId="6264"/>
          <ac:spMkLst>
            <pc:docMk/>
            <pc:sldMk cId="0" sldId="335"/>
            <ac:spMk id="6" creationId="{F320D19D-9EDF-589C-A23F-D285B6098165}"/>
          </ac:spMkLst>
        </pc:spChg>
        <pc:spChg chg="add del mod ord">
          <ac:chgData name="Tran Trong Binh" userId="c1283c94-e8ca-44d9-904c-fa0c4c442f84" providerId="ADAL" clId="{7E78C4F1-C606-49BA-BA34-4584D9A8424A}" dt="2025-05-16T06:46:27.996" v="1592" actId="6264"/>
          <ac:spMkLst>
            <pc:docMk/>
            <pc:sldMk cId="0" sldId="335"/>
            <ac:spMk id="7" creationId="{81B8FC22-CAFF-9367-0A6E-02126424B6CF}"/>
          </ac:spMkLst>
        </pc:spChg>
        <pc:spChg chg="add del mod">
          <ac:chgData name="Tran Trong Binh" userId="c1283c94-e8ca-44d9-904c-fa0c4c442f84" providerId="ADAL" clId="{7E78C4F1-C606-49BA-BA34-4584D9A8424A}" dt="2025-05-16T06:46:39.605" v="1598" actId="6264"/>
          <ac:spMkLst>
            <pc:docMk/>
            <pc:sldMk cId="0" sldId="335"/>
            <ac:spMk id="8" creationId="{11088E6F-FA22-0CAC-B616-124F3EED4CC4}"/>
          </ac:spMkLst>
        </pc:spChg>
        <pc:spChg chg="add del mod">
          <ac:chgData name="Tran Trong Binh" userId="c1283c94-e8ca-44d9-904c-fa0c4c442f84" providerId="ADAL" clId="{7E78C4F1-C606-49BA-BA34-4584D9A8424A}" dt="2025-05-16T06:46:39.605" v="1598" actId="6264"/>
          <ac:spMkLst>
            <pc:docMk/>
            <pc:sldMk cId="0" sldId="335"/>
            <ac:spMk id="9" creationId="{4ABCEF81-FDD8-BCB8-1534-461A990ADF1B}"/>
          </ac:spMkLst>
        </pc:spChg>
        <pc:spChg chg="add mod ord">
          <ac:chgData name="Tran Trong Binh" userId="c1283c94-e8ca-44d9-904c-fa0c4c442f84" providerId="ADAL" clId="{7E78C4F1-C606-49BA-BA34-4584D9A8424A}" dt="2025-05-16T06:58:01.810" v="1779" actId="700"/>
          <ac:spMkLst>
            <pc:docMk/>
            <pc:sldMk cId="0" sldId="335"/>
            <ac:spMk id="10" creationId="{E9D6D3E0-B410-215B-F546-7F557AFD0342}"/>
          </ac:spMkLst>
        </pc:spChg>
      </pc:sldChg>
      <pc:sldChg chg="addSp delSp modSp mod chgLayout">
        <pc:chgData name="Tran Trong Binh" userId="c1283c94-e8ca-44d9-904c-fa0c4c442f84" providerId="ADAL" clId="{7E78C4F1-C606-49BA-BA34-4584D9A8424A}" dt="2025-05-16T06:46:49.041" v="1605" actId="27636"/>
        <pc:sldMkLst>
          <pc:docMk/>
          <pc:sldMk cId="0" sldId="336"/>
        </pc:sldMkLst>
        <pc:spChg chg="mod ord">
          <ac:chgData name="Tran Trong Binh" userId="c1283c94-e8ca-44d9-904c-fa0c4c442f84" providerId="ADAL" clId="{7E78C4F1-C606-49BA-BA34-4584D9A8424A}" dt="2025-05-16T06:46:47.812" v="1603" actId="6264"/>
          <ac:spMkLst>
            <pc:docMk/>
            <pc:sldMk cId="0" sldId="336"/>
            <ac:spMk id="2" creationId="{00000000-0000-0000-0000-000000000000}"/>
          </ac:spMkLst>
        </pc:spChg>
        <pc:spChg chg="del mod">
          <ac:chgData name="Tran Trong Binh" userId="c1283c94-e8ca-44d9-904c-fa0c4c442f84" providerId="ADAL" clId="{7E78C4F1-C606-49BA-BA34-4584D9A8424A}" dt="2025-05-16T06:46:46.922" v="1602"/>
          <ac:spMkLst>
            <pc:docMk/>
            <pc:sldMk cId="0" sldId="336"/>
            <ac:spMk id="3" creationId="{00000000-0000-0000-0000-000000000000}"/>
          </ac:spMkLst>
        </pc:spChg>
        <pc:spChg chg="mod ord">
          <ac:chgData name="Tran Trong Binh" userId="c1283c94-e8ca-44d9-904c-fa0c4c442f84" providerId="ADAL" clId="{7E78C4F1-C606-49BA-BA34-4584D9A8424A}" dt="2025-05-16T06:46:47.812" v="1603" actId="6264"/>
          <ac:spMkLst>
            <pc:docMk/>
            <pc:sldMk cId="0" sldId="336"/>
            <ac:spMk id="4" creationId="{00000000-0000-0000-0000-000000000000}"/>
          </ac:spMkLst>
        </pc:spChg>
        <pc:spChg chg="add del mod">
          <ac:chgData name="Tran Trong Binh" userId="c1283c94-e8ca-44d9-904c-fa0c4c442f84" providerId="ADAL" clId="{7E78C4F1-C606-49BA-BA34-4584D9A8424A}" dt="2025-05-16T06:46:47.812" v="1603" actId="6264"/>
          <ac:spMkLst>
            <pc:docMk/>
            <pc:sldMk cId="0" sldId="336"/>
            <ac:spMk id="5" creationId="{A6360336-DA25-ACDB-1DE4-F1AF92980BBF}"/>
          </ac:spMkLst>
        </pc:spChg>
        <pc:spChg chg="add del mod">
          <ac:chgData name="Tran Trong Binh" userId="c1283c94-e8ca-44d9-904c-fa0c4c442f84" providerId="ADAL" clId="{7E78C4F1-C606-49BA-BA34-4584D9A8424A}" dt="2025-05-16T06:46:47.812" v="1603" actId="6264"/>
          <ac:spMkLst>
            <pc:docMk/>
            <pc:sldMk cId="0" sldId="336"/>
            <ac:spMk id="6" creationId="{E0130528-199F-1166-64B4-35F58BB8426E}"/>
          </ac:spMkLst>
        </pc:spChg>
        <pc:spChg chg="add mod ord">
          <ac:chgData name="Tran Trong Binh" userId="c1283c94-e8ca-44d9-904c-fa0c4c442f84" providerId="ADAL" clId="{7E78C4F1-C606-49BA-BA34-4584D9A8424A}" dt="2025-05-16T06:46:49.041" v="1605" actId="27636"/>
          <ac:spMkLst>
            <pc:docMk/>
            <pc:sldMk cId="0" sldId="336"/>
            <ac:spMk id="7" creationId="{45008598-FE38-E7AB-2BE6-40B0E32F97EF}"/>
          </ac:spMkLst>
        </pc:spChg>
      </pc:sldChg>
      <pc:sldChg chg="addSp delSp modSp mod chgLayout">
        <pc:chgData name="Tran Trong Binh" userId="c1283c94-e8ca-44d9-904c-fa0c4c442f84" providerId="ADAL" clId="{7E78C4F1-C606-49BA-BA34-4584D9A8424A}" dt="2025-05-16T06:47:27.911" v="1613" actId="6264"/>
        <pc:sldMkLst>
          <pc:docMk/>
          <pc:sldMk cId="0" sldId="337"/>
        </pc:sldMkLst>
        <pc:spChg chg="mod ord">
          <ac:chgData name="Tran Trong Binh" userId="c1283c94-e8ca-44d9-904c-fa0c4c442f84" providerId="ADAL" clId="{7E78C4F1-C606-49BA-BA34-4584D9A8424A}" dt="2025-05-16T06:47:27.911" v="1613" actId="6264"/>
          <ac:spMkLst>
            <pc:docMk/>
            <pc:sldMk cId="0" sldId="337"/>
            <ac:spMk id="2" creationId="{00000000-0000-0000-0000-000000000000}"/>
          </ac:spMkLst>
        </pc:spChg>
        <pc:spChg chg="del mod">
          <ac:chgData name="Tran Trong Binh" userId="c1283c94-e8ca-44d9-904c-fa0c4c442f84" providerId="ADAL" clId="{7E78C4F1-C606-49BA-BA34-4584D9A8424A}" dt="2025-05-16T06:47:06.208" v="1610"/>
          <ac:spMkLst>
            <pc:docMk/>
            <pc:sldMk cId="0" sldId="337"/>
            <ac:spMk id="3" creationId="{00000000-0000-0000-0000-000000000000}"/>
          </ac:spMkLst>
        </pc:spChg>
        <pc:spChg chg="del">
          <ac:chgData name="Tran Trong Binh" userId="c1283c94-e8ca-44d9-904c-fa0c4c442f84" providerId="ADAL" clId="{7E78C4F1-C606-49BA-BA34-4584D9A8424A}" dt="2025-05-16T03:48:06.600" v="325" actId="478"/>
          <ac:spMkLst>
            <pc:docMk/>
            <pc:sldMk cId="0" sldId="337"/>
            <ac:spMk id="32" creationId="{00000000-0000-0000-0000-000000000000}"/>
          </ac:spMkLst>
        </pc:spChg>
        <pc:spChg chg="del">
          <ac:chgData name="Tran Trong Binh" userId="c1283c94-e8ca-44d9-904c-fa0c4c442f84" providerId="ADAL" clId="{7E78C4F1-C606-49BA-BA34-4584D9A8424A}" dt="2025-05-16T03:48:06.600" v="325" actId="478"/>
          <ac:spMkLst>
            <pc:docMk/>
            <pc:sldMk cId="0" sldId="337"/>
            <ac:spMk id="34" creationId="{00000000-0000-0000-0000-000000000000}"/>
          </ac:spMkLst>
        </pc:spChg>
        <pc:spChg chg="del">
          <ac:chgData name="Tran Trong Binh" userId="c1283c94-e8ca-44d9-904c-fa0c4c442f84" providerId="ADAL" clId="{7E78C4F1-C606-49BA-BA34-4584D9A8424A}" dt="2025-05-16T03:48:06.600" v="325" actId="478"/>
          <ac:spMkLst>
            <pc:docMk/>
            <pc:sldMk cId="0" sldId="337"/>
            <ac:spMk id="36" creationId="{00000000-0000-0000-0000-000000000000}"/>
          </ac:spMkLst>
        </pc:spChg>
        <pc:spChg chg="del">
          <ac:chgData name="Tran Trong Binh" userId="c1283c94-e8ca-44d9-904c-fa0c4c442f84" providerId="ADAL" clId="{7E78C4F1-C606-49BA-BA34-4584D9A8424A}" dt="2025-05-16T03:48:06.600" v="325" actId="478"/>
          <ac:spMkLst>
            <pc:docMk/>
            <pc:sldMk cId="0" sldId="337"/>
            <ac:spMk id="41" creationId="{00000000-0000-0000-0000-000000000000}"/>
          </ac:spMkLst>
        </pc:spChg>
        <pc:spChg chg="del">
          <ac:chgData name="Tran Trong Binh" userId="c1283c94-e8ca-44d9-904c-fa0c4c442f84" providerId="ADAL" clId="{7E78C4F1-C606-49BA-BA34-4584D9A8424A}" dt="2025-05-16T03:48:06.600" v="325" actId="478"/>
          <ac:spMkLst>
            <pc:docMk/>
            <pc:sldMk cId="0" sldId="337"/>
            <ac:spMk id="45" creationId="{00000000-0000-0000-0000-000000000000}"/>
          </ac:spMkLst>
        </pc:spChg>
        <pc:spChg chg="del">
          <ac:chgData name="Tran Trong Binh" userId="c1283c94-e8ca-44d9-904c-fa0c4c442f84" providerId="ADAL" clId="{7E78C4F1-C606-49BA-BA34-4584D9A8424A}" dt="2025-05-16T03:48:06.600" v="325" actId="478"/>
          <ac:spMkLst>
            <pc:docMk/>
            <pc:sldMk cId="0" sldId="337"/>
            <ac:spMk id="47" creationId="{00000000-0000-0000-0000-000000000000}"/>
          </ac:spMkLst>
        </pc:spChg>
        <pc:spChg chg="del">
          <ac:chgData name="Tran Trong Binh" userId="c1283c94-e8ca-44d9-904c-fa0c4c442f84" providerId="ADAL" clId="{7E78C4F1-C606-49BA-BA34-4584D9A8424A}" dt="2025-05-16T03:48:06.600" v="325" actId="478"/>
          <ac:spMkLst>
            <pc:docMk/>
            <pc:sldMk cId="0" sldId="337"/>
            <ac:spMk id="50" creationId="{00000000-0000-0000-0000-000000000000}"/>
          </ac:spMkLst>
        </pc:spChg>
        <pc:spChg chg="del">
          <ac:chgData name="Tran Trong Binh" userId="c1283c94-e8ca-44d9-904c-fa0c4c442f84" providerId="ADAL" clId="{7E78C4F1-C606-49BA-BA34-4584D9A8424A}" dt="2025-05-16T03:48:06.600" v="325" actId="478"/>
          <ac:spMkLst>
            <pc:docMk/>
            <pc:sldMk cId="0" sldId="337"/>
            <ac:spMk id="51" creationId="{00000000-0000-0000-0000-000000000000}"/>
          </ac:spMkLst>
        </pc:spChg>
        <pc:spChg chg="del">
          <ac:chgData name="Tran Trong Binh" userId="c1283c94-e8ca-44d9-904c-fa0c4c442f84" providerId="ADAL" clId="{7E78C4F1-C606-49BA-BA34-4584D9A8424A}" dt="2025-05-16T03:48:06.600" v="325" actId="478"/>
          <ac:spMkLst>
            <pc:docMk/>
            <pc:sldMk cId="0" sldId="337"/>
            <ac:spMk id="63" creationId="{00000000-0000-0000-0000-000000000000}"/>
          </ac:spMkLst>
        </pc:spChg>
        <pc:spChg chg="del">
          <ac:chgData name="Tran Trong Binh" userId="c1283c94-e8ca-44d9-904c-fa0c4c442f84" providerId="ADAL" clId="{7E78C4F1-C606-49BA-BA34-4584D9A8424A}" dt="2025-05-16T03:48:06.600" v="325" actId="478"/>
          <ac:spMkLst>
            <pc:docMk/>
            <pc:sldMk cId="0" sldId="337"/>
            <ac:spMk id="64" creationId="{00000000-0000-0000-0000-000000000000}"/>
          </ac:spMkLst>
        </pc:spChg>
        <pc:spChg chg="mod ord">
          <ac:chgData name="Tran Trong Binh" userId="c1283c94-e8ca-44d9-904c-fa0c4c442f84" providerId="ADAL" clId="{7E78C4F1-C606-49BA-BA34-4584D9A8424A}" dt="2025-05-16T06:47:27.911" v="1613" actId="6264"/>
          <ac:spMkLst>
            <pc:docMk/>
            <pc:sldMk cId="0" sldId="337"/>
            <ac:spMk id="65" creationId="{00000000-0000-0000-0000-000000000000}"/>
          </ac:spMkLst>
        </pc:spChg>
        <pc:spChg chg="mod">
          <ac:chgData name="Tran Trong Binh" userId="c1283c94-e8ca-44d9-904c-fa0c4c442f84" providerId="ADAL" clId="{7E78C4F1-C606-49BA-BA34-4584D9A8424A}" dt="2025-05-16T03:48:26.536" v="329" actId="1076"/>
          <ac:spMkLst>
            <pc:docMk/>
            <pc:sldMk cId="0" sldId="337"/>
            <ac:spMk id="83" creationId="{B891BBDE-246D-68C1-11C7-F23AF7C70193}"/>
          </ac:spMkLst>
        </pc:spChg>
        <pc:spChg chg="mod">
          <ac:chgData name="Tran Trong Binh" userId="c1283c94-e8ca-44d9-904c-fa0c4c442f84" providerId="ADAL" clId="{7E78C4F1-C606-49BA-BA34-4584D9A8424A}" dt="2025-05-16T03:48:26.536" v="329" actId="1076"/>
          <ac:spMkLst>
            <pc:docMk/>
            <pc:sldMk cId="0" sldId="337"/>
            <ac:spMk id="90" creationId="{67749A85-EF06-3477-2059-58A033386516}"/>
          </ac:spMkLst>
        </pc:spChg>
        <pc:spChg chg="mod">
          <ac:chgData name="Tran Trong Binh" userId="c1283c94-e8ca-44d9-904c-fa0c4c442f84" providerId="ADAL" clId="{7E78C4F1-C606-49BA-BA34-4584D9A8424A}" dt="2025-05-16T03:48:26.536" v="329" actId="1076"/>
          <ac:spMkLst>
            <pc:docMk/>
            <pc:sldMk cId="0" sldId="337"/>
            <ac:spMk id="91" creationId="{BEDE479B-60E9-4D5A-B68C-035F5BB32382}"/>
          </ac:spMkLst>
        </pc:spChg>
        <pc:spChg chg="mod">
          <ac:chgData name="Tran Trong Binh" userId="c1283c94-e8ca-44d9-904c-fa0c4c442f84" providerId="ADAL" clId="{7E78C4F1-C606-49BA-BA34-4584D9A8424A}" dt="2025-05-16T03:48:26.536" v="329" actId="1076"/>
          <ac:spMkLst>
            <pc:docMk/>
            <pc:sldMk cId="0" sldId="337"/>
            <ac:spMk id="97" creationId="{18EFC588-2729-837C-57A2-3565363A3991}"/>
          </ac:spMkLst>
        </pc:spChg>
        <pc:spChg chg="mod">
          <ac:chgData name="Tran Trong Binh" userId="c1283c94-e8ca-44d9-904c-fa0c4c442f84" providerId="ADAL" clId="{7E78C4F1-C606-49BA-BA34-4584D9A8424A}" dt="2025-05-16T03:48:26.536" v="329" actId="1076"/>
          <ac:spMkLst>
            <pc:docMk/>
            <pc:sldMk cId="0" sldId="337"/>
            <ac:spMk id="100" creationId="{15823996-09A3-0BE2-F318-935CE11954CA}"/>
          </ac:spMkLst>
        </pc:spChg>
        <pc:spChg chg="mod">
          <ac:chgData name="Tran Trong Binh" userId="c1283c94-e8ca-44d9-904c-fa0c4c442f84" providerId="ADAL" clId="{7E78C4F1-C606-49BA-BA34-4584D9A8424A}" dt="2025-05-16T03:48:26.536" v="329" actId="1076"/>
          <ac:spMkLst>
            <pc:docMk/>
            <pc:sldMk cId="0" sldId="337"/>
            <ac:spMk id="104" creationId="{DA73A3DB-FC54-5C34-BD3D-99DF76DA3A0F}"/>
          </ac:spMkLst>
        </pc:spChg>
        <pc:spChg chg="mod">
          <ac:chgData name="Tran Trong Binh" userId="c1283c94-e8ca-44d9-904c-fa0c4c442f84" providerId="ADAL" clId="{7E78C4F1-C606-49BA-BA34-4584D9A8424A}" dt="2025-05-16T03:48:26.536" v="329" actId="1076"/>
          <ac:spMkLst>
            <pc:docMk/>
            <pc:sldMk cId="0" sldId="337"/>
            <ac:spMk id="108" creationId="{63ED68E7-A856-BCA2-C5B0-8E1FE071859F}"/>
          </ac:spMkLst>
        </pc:spChg>
        <pc:spChg chg="mod">
          <ac:chgData name="Tran Trong Binh" userId="c1283c94-e8ca-44d9-904c-fa0c4c442f84" providerId="ADAL" clId="{7E78C4F1-C606-49BA-BA34-4584D9A8424A}" dt="2025-05-16T03:48:26.536" v="329" actId="1076"/>
          <ac:spMkLst>
            <pc:docMk/>
            <pc:sldMk cId="0" sldId="337"/>
            <ac:spMk id="114" creationId="{271F28C4-B200-E2B7-34DB-1AD8D23FF063}"/>
          </ac:spMkLst>
        </pc:spChg>
        <pc:spChg chg="mod">
          <ac:chgData name="Tran Trong Binh" userId="c1283c94-e8ca-44d9-904c-fa0c4c442f84" providerId="ADAL" clId="{7E78C4F1-C606-49BA-BA34-4584D9A8424A}" dt="2025-05-16T03:48:26.536" v="329" actId="1076"/>
          <ac:spMkLst>
            <pc:docMk/>
            <pc:sldMk cId="0" sldId="337"/>
            <ac:spMk id="115" creationId="{A7485D3F-2AF3-7D40-152C-EC1DC99CEF9A}"/>
          </ac:spMkLst>
        </pc:spChg>
        <pc:spChg chg="mod">
          <ac:chgData name="Tran Trong Binh" userId="c1283c94-e8ca-44d9-904c-fa0c4c442f84" providerId="ADAL" clId="{7E78C4F1-C606-49BA-BA34-4584D9A8424A}" dt="2025-05-16T03:48:26.536" v="329" actId="1076"/>
          <ac:spMkLst>
            <pc:docMk/>
            <pc:sldMk cId="0" sldId="337"/>
            <ac:spMk id="121" creationId="{A0DA46F2-AACC-CEA5-744A-C6A194BC03AE}"/>
          </ac:spMkLst>
        </pc:spChg>
        <pc:spChg chg="add mod ord">
          <ac:chgData name="Tran Trong Binh" userId="c1283c94-e8ca-44d9-904c-fa0c4c442f84" providerId="ADAL" clId="{7E78C4F1-C606-49BA-BA34-4584D9A8424A}" dt="2025-05-16T06:47:27.911" v="1613" actId="6264"/>
          <ac:spMkLst>
            <pc:docMk/>
            <pc:sldMk cId="0" sldId="337"/>
            <ac:spMk id="122" creationId="{D1861320-776F-852B-F2A8-D69E15DC5301}"/>
          </ac:spMkLst>
        </pc:spChg>
        <pc:spChg chg="add del mod">
          <ac:chgData name="Tran Trong Binh" userId="c1283c94-e8ca-44d9-904c-fa0c4c442f84" providerId="ADAL" clId="{7E78C4F1-C606-49BA-BA34-4584D9A8424A}" dt="2025-05-16T06:47:27.911" v="1613" actId="6264"/>
          <ac:spMkLst>
            <pc:docMk/>
            <pc:sldMk cId="0" sldId="337"/>
            <ac:spMk id="123" creationId="{CEBF6AFD-8C9B-D8C1-6CFF-57412AAA58B7}"/>
          </ac:spMkLst>
        </pc:spChg>
        <pc:spChg chg="add del mod">
          <ac:chgData name="Tran Trong Binh" userId="c1283c94-e8ca-44d9-904c-fa0c4c442f84" providerId="ADAL" clId="{7E78C4F1-C606-49BA-BA34-4584D9A8424A}" dt="2025-05-16T06:47:27.911" v="1613" actId="6264"/>
          <ac:spMkLst>
            <pc:docMk/>
            <pc:sldMk cId="0" sldId="337"/>
            <ac:spMk id="124" creationId="{C56D1909-76C2-E034-1EA8-B9719C8E6B06}"/>
          </ac:spMkLst>
        </pc:spChg>
        <pc:spChg chg="add del mod">
          <ac:chgData name="Tran Trong Binh" userId="c1283c94-e8ca-44d9-904c-fa0c4c442f84" providerId="ADAL" clId="{7E78C4F1-C606-49BA-BA34-4584D9A8424A}" dt="2025-05-16T06:47:27.911" v="1613" actId="6264"/>
          <ac:spMkLst>
            <pc:docMk/>
            <pc:sldMk cId="0" sldId="337"/>
            <ac:spMk id="125" creationId="{A0FBE8FF-AF09-80B4-E8AC-0453B21C9CDC}"/>
          </ac:spMkLst>
        </pc:spChg>
      </pc:sldChg>
      <pc:sldChg chg="addSp delSp modSp mod chgLayout">
        <pc:chgData name="Tran Trong Binh" userId="c1283c94-e8ca-44d9-904c-fa0c4c442f84" providerId="ADAL" clId="{7E78C4F1-C606-49BA-BA34-4584D9A8424A}" dt="2025-05-16T06:47:38.108" v="1617"/>
        <pc:sldMkLst>
          <pc:docMk/>
          <pc:sldMk cId="0" sldId="338"/>
        </pc:sldMkLst>
        <pc:spChg chg="mod ord">
          <ac:chgData name="Tran Trong Binh" userId="c1283c94-e8ca-44d9-904c-fa0c4c442f84" providerId="ADAL" clId="{7E78C4F1-C606-49BA-BA34-4584D9A8424A}" dt="2025-05-16T06:47:37.224" v="1616" actId="6264"/>
          <ac:spMkLst>
            <pc:docMk/>
            <pc:sldMk cId="0" sldId="338"/>
            <ac:spMk id="2" creationId="{00000000-0000-0000-0000-000000000000}"/>
          </ac:spMkLst>
        </pc:spChg>
        <pc:spChg chg="del mod">
          <ac:chgData name="Tran Trong Binh" userId="c1283c94-e8ca-44d9-904c-fa0c4c442f84" providerId="ADAL" clId="{7E78C4F1-C606-49BA-BA34-4584D9A8424A}" dt="2025-05-16T06:47:34.922" v="1615" actId="478"/>
          <ac:spMkLst>
            <pc:docMk/>
            <pc:sldMk cId="0" sldId="338"/>
            <ac:spMk id="3" creationId="{00000000-0000-0000-0000-000000000000}"/>
          </ac:spMkLst>
        </pc:spChg>
        <pc:spChg chg="mod ord">
          <ac:chgData name="Tran Trong Binh" userId="c1283c94-e8ca-44d9-904c-fa0c4c442f84" providerId="ADAL" clId="{7E78C4F1-C606-49BA-BA34-4584D9A8424A}" dt="2025-05-16T06:47:37.224" v="1616" actId="6264"/>
          <ac:spMkLst>
            <pc:docMk/>
            <pc:sldMk cId="0" sldId="338"/>
            <ac:spMk id="4" creationId="{00000000-0000-0000-0000-000000000000}"/>
          </ac:spMkLst>
        </pc:spChg>
        <pc:spChg chg="add del mod">
          <ac:chgData name="Tran Trong Binh" userId="c1283c94-e8ca-44d9-904c-fa0c4c442f84" providerId="ADAL" clId="{7E78C4F1-C606-49BA-BA34-4584D9A8424A}" dt="2025-05-16T06:47:37.224" v="1616" actId="6264"/>
          <ac:spMkLst>
            <pc:docMk/>
            <pc:sldMk cId="0" sldId="338"/>
            <ac:spMk id="5" creationId="{AF6A8751-5795-70C8-2EFA-29AB216A42CC}"/>
          </ac:spMkLst>
        </pc:spChg>
        <pc:spChg chg="add del mod">
          <ac:chgData name="Tran Trong Binh" userId="c1283c94-e8ca-44d9-904c-fa0c4c442f84" providerId="ADAL" clId="{7E78C4F1-C606-49BA-BA34-4584D9A8424A}" dt="2025-05-16T06:47:37.224" v="1616" actId="6264"/>
          <ac:spMkLst>
            <pc:docMk/>
            <pc:sldMk cId="0" sldId="338"/>
            <ac:spMk id="6" creationId="{B2D17C80-948A-5DF9-E7D9-5BCED6F6FB25}"/>
          </ac:spMkLst>
        </pc:spChg>
        <pc:spChg chg="add mod ord">
          <ac:chgData name="Tran Trong Binh" userId="c1283c94-e8ca-44d9-904c-fa0c4c442f84" providerId="ADAL" clId="{7E78C4F1-C606-49BA-BA34-4584D9A8424A}" dt="2025-05-16T06:47:38.108" v="1617"/>
          <ac:spMkLst>
            <pc:docMk/>
            <pc:sldMk cId="0" sldId="338"/>
            <ac:spMk id="7" creationId="{49E1CD0C-E561-0F20-CCCE-4009D4673961}"/>
          </ac:spMkLst>
        </pc:spChg>
      </pc:sldChg>
      <pc:sldChg chg="addSp delSp modSp mod ord chgLayout">
        <pc:chgData name="Tran Trong Binh" userId="c1283c94-e8ca-44d9-904c-fa0c4c442f84" providerId="ADAL" clId="{7E78C4F1-C606-49BA-BA34-4584D9A8424A}" dt="2025-05-16T06:48:01.627" v="1625" actId="115"/>
        <pc:sldMkLst>
          <pc:docMk/>
          <pc:sldMk cId="0" sldId="339"/>
        </pc:sldMkLst>
        <pc:spChg chg="mod ord">
          <ac:chgData name="Tran Trong Binh" userId="c1283c94-e8ca-44d9-904c-fa0c4c442f84" providerId="ADAL" clId="{7E78C4F1-C606-49BA-BA34-4584D9A8424A}" dt="2025-05-16T06:47:55.017" v="1622" actId="6264"/>
          <ac:spMkLst>
            <pc:docMk/>
            <pc:sldMk cId="0" sldId="339"/>
            <ac:spMk id="2" creationId="{00000000-0000-0000-0000-000000000000}"/>
          </ac:spMkLst>
        </pc:spChg>
        <pc:spChg chg="del mod">
          <ac:chgData name="Tran Trong Binh" userId="c1283c94-e8ca-44d9-904c-fa0c4c442f84" providerId="ADAL" clId="{7E78C4F1-C606-49BA-BA34-4584D9A8424A}" dt="2025-05-16T06:47:53.356" v="1621"/>
          <ac:spMkLst>
            <pc:docMk/>
            <pc:sldMk cId="0" sldId="339"/>
            <ac:spMk id="3" creationId="{00000000-0000-0000-0000-000000000000}"/>
          </ac:spMkLst>
        </pc:spChg>
        <pc:spChg chg="add del mod">
          <ac:chgData name="Tran Trong Binh" userId="c1283c94-e8ca-44d9-904c-fa0c4c442f84" providerId="ADAL" clId="{7E78C4F1-C606-49BA-BA34-4584D9A8424A}" dt="2025-05-16T06:47:55.017" v="1622" actId="6264"/>
          <ac:spMkLst>
            <pc:docMk/>
            <pc:sldMk cId="0" sldId="339"/>
            <ac:spMk id="4" creationId="{A426FD5A-BBAE-62F7-968A-60EC30FF3628}"/>
          </ac:spMkLst>
        </pc:spChg>
        <pc:spChg chg="add del mod">
          <ac:chgData name="Tran Trong Binh" userId="c1283c94-e8ca-44d9-904c-fa0c4c442f84" providerId="ADAL" clId="{7E78C4F1-C606-49BA-BA34-4584D9A8424A}" dt="2025-05-16T06:47:55.017" v="1622" actId="6264"/>
          <ac:spMkLst>
            <pc:docMk/>
            <pc:sldMk cId="0" sldId="339"/>
            <ac:spMk id="5" creationId="{48A594C9-C15E-5FBA-8823-15B4EF15543F}"/>
          </ac:spMkLst>
        </pc:spChg>
        <pc:spChg chg="add mod ord">
          <ac:chgData name="Tran Trong Binh" userId="c1283c94-e8ca-44d9-904c-fa0c4c442f84" providerId="ADAL" clId="{7E78C4F1-C606-49BA-BA34-4584D9A8424A}" dt="2025-05-16T06:48:01.627" v="1625" actId="115"/>
          <ac:spMkLst>
            <pc:docMk/>
            <pc:sldMk cId="0" sldId="339"/>
            <ac:spMk id="6" creationId="{741D4A05-80F5-6588-6ED6-25A5C8FB15B3}"/>
          </ac:spMkLst>
        </pc:spChg>
        <pc:spChg chg="mod ord">
          <ac:chgData name="Tran Trong Binh" userId="c1283c94-e8ca-44d9-904c-fa0c4c442f84" providerId="ADAL" clId="{7E78C4F1-C606-49BA-BA34-4584D9A8424A}" dt="2025-05-16T06:47:55.017" v="1622" actId="6264"/>
          <ac:spMkLst>
            <pc:docMk/>
            <pc:sldMk cId="0" sldId="339"/>
            <ac:spMk id="11" creationId="{00000000-0000-0000-0000-000000000000}"/>
          </ac:spMkLst>
        </pc:spChg>
      </pc:sldChg>
      <pc:sldChg chg="addSp delSp modSp mod chgLayout">
        <pc:chgData name="Tran Trong Binh" userId="c1283c94-e8ca-44d9-904c-fa0c4c442f84" providerId="ADAL" clId="{7E78C4F1-C606-49BA-BA34-4584D9A8424A}" dt="2025-05-16T06:48:10.331" v="1630"/>
        <pc:sldMkLst>
          <pc:docMk/>
          <pc:sldMk cId="0" sldId="341"/>
        </pc:sldMkLst>
        <pc:spChg chg="mod ord">
          <ac:chgData name="Tran Trong Binh" userId="c1283c94-e8ca-44d9-904c-fa0c4c442f84" providerId="ADAL" clId="{7E78C4F1-C606-49BA-BA34-4584D9A8424A}" dt="2025-05-16T06:48:09.270" v="1629" actId="6264"/>
          <ac:spMkLst>
            <pc:docMk/>
            <pc:sldMk cId="0" sldId="341"/>
            <ac:spMk id="2" creationId="{00000000-0000-0000-0000-000000000000}"/>
          </ac:spMkLst>
        </pc:spChg>
        <pc:spChg chg="del mod">
          <ac:chgData name="Tran Trong Binh" userId="c1283c94-e8ca-44d9-904c-fa0c4c442f84" providerId="ADAL" clId="{7E78C4F1-C606-49BA-BA34-4584D9A8424A}" dt="2025-05-16T06:48:07.995" v="1628"/>
          <ac:spMkLst>
            <pc:docMk/>
            <pc:sldMk cId="0" sldId="341"/>
            <ac:spMk id="3" creationId="{00000000-0000-0000-0000-000000000000}"/>
          </ac:spMkLst>
        </pc:spChg>
        <pc:spChg chg="mod ord">
          <ac:chgData name="Tran Trong Binh" userId="c1283c94-e8ca-44d9-904c-fa0c4c442f84" providerId="ADAL" clId="{7E78C4F1-C606-49BA-BA34-4584D9A8424A}" dt="2025-05-16T06:48:09.270" v="1629" actId="6264"/>
          <ac:spMkLst>
            <pc:docMk/>
            <pc:sldMk cId="0" sldId="341"/>
            <ac:spMk id="4" creationId="{00000000-0000-0000-0000-000000000000}"/>
          </ac:spMkLst>
        </pc:spChg>
        <pc:spChg chg="add del mod">
          <ac:chgData name="Tran Trong Binh" userId="c1283c94-e8ca-44d9-904c-fa0c4c442f84" providerId="ADAL" clId="{7E78C4F1-C606-49BA-BA34-4584D9A8424A}" dt="2025-05-16T06:48:09.270" v="1629" actId="6264"/>
          <ac:spMkLst>
            <pc:docMk/>
            <pc:sldMk cId="0" sldId="341"/>
            <ac:spMk id="5" creationId="{C1DA66B4-0103-814F-7161-5C8CB40C1A0A}"/>
          </ac:spMkLst>
        </pc:spChg>
        <pc:spChg chg="add del mod">
          <ac:chgData name="Tran Trong Binh" userId="c1283c94-e8ca-44d9-904c-fa0c4c442f84" providerId="ADAL" clId="{7E78C4F1-C606-49BA-BA34-4584D9A8424A}" dt="2025-05-16T06:48:09.270" v="1629" actId="6264"/>
          <ac:spMkLst>
            <pc:docMk/>
            <pc:sldMk cId="0" sldId="341"/>
            <ac:spMk id="6" creationId="{7C9DD077-B31F-A8E2-B6DE-47A64C45D587}"/>
          </ac:spMkLst>
        </pc:spChg>
        <pc:spChg chg="add mod ord">
          <ac:chgData name="Tran Trong Binh" userId="c1283c94-e8ca-44d9-904c-fa0c4c442f84" providerId="ADAL" clId="{7E78C4F1-C606-49BA-BA34-4584D9A8424A}" dt="2025-05-16T06:48:10.331" v="1630"/>
          <ac:spMkLst>
            <pc:docMk/>
            <pc:sldMk cId="0" sldId="341"/>
            <ac:spMk id="7" creationId="{B04FCFBB-4C78-6BA6-DEB2-4B56290C9B0A}"/>
          </ac:spMkLst>
        </pc:spChg>
      </pc:sldChg>
      <pc:sldChg chg="addSp delSp modSp mod chgLayout">
        <pc:chgData name="Tran Trong Binh" userId="c1283c94-e8ca-44d9-904c-fa0c4c442f84" providerId="ADAL" clId="{7E78C4F1-C606-49BA-BA34-4584D9A8424A}" dt="2025-05-16T06:48:31.745" v="1636" actId="27636"/>
        <pc:sldMkLst>
          <pc:docMk/>
          <pc:sldMk cId="0" sldId="342"/>
        </pc:sldMkLst>
        <pc:spChg chg="mod ord">
          <ac:chgData name="Tran Trong Binh" userId="c1283c94-e8ca-44d9-904c-fa0c4c442f84" providerId="ADAL" clId="{7E78C4F1-C606-49BA-BA34-4584D9A8424A}" dt="2025-05-16T06:48:30.887" v="1634" actId="6264"/>
          <ac:spMkLst>
            <pc:docMk/>
            <pc:sldMk cId="0" sldId="342"/>
            <ac:spMk id="2" creationId="{00000000-0000-0000-0000-000000000000}"/>
          </ac:spMkLst>
        </pc:spChg>
        <pc:spChg chg="del mod">
          <ac:chgData name="Tran Trong Binh" userId="c1283c94-e8ca-44d9-904c-fa0c4c442f84" providerId="ADAL" clId="{7E78C4F1-C606-49BA-BA34-4584D9A8424A}" dt="2025-05-16T06:48:29.805" v="1633"/>
          <ac:spMkLst>
            <pc:docMk/>
            <pc:sldMk cId="0" sldId="342"/>
            <ac:spMk id="3" creationId="{00000000-0000-0000-0000-000000000000}"/>
          </ac:spMkLst>
        </pc:spChg>
        <pc:spChg chg="mod ord">
          <ac:chgData name="Tran Trong Binh" userId="c1283c94-e8ca-44d9-904c-fa0c4c442f84" providerId="ADAL" clId="{7E78C4F1-C606-49BA-BA34-4584D9A8424A}" dt="2025-05-16T06:48:30.887" v="1634" actId="6264"/>
          <ac:spMkLst>
            <pc:docMk/>
            <pc:sldMk cId="0" sldId="342"/>
            <ac:spMk id="4" creationId="{00000000-0000-0000-0000-000000000000}"/>
          </ac:spMkLst>
        </pc:spChg>
        <pc:spChg chg="add del mod">
          <ac:chgData name="Tran Trong Binh" userId="c1283c94-e8ca-44d9-904c-fa0c4c442f84" providerId="ADAL" clId="{7E78C4F1-C606-49BA-BA34-4584D9A8424A}" dt="2025-05-16T06:48:30.887" v="1634" actId="6264"/>
          <ac:spMkLst>
            <pc:docMk/>
            <pc:sldMk cId="0" sldId="342"/>
            <ac:spMk id="5" creationId="{3ACD4339-5189-1A6B-D949-522C3C38D4CF}"/>
          </ac:spMkLst>
        </pc:spChg>
        <pc:spChg chg="add del mod">
          <ac:chgData name="Tran Trong Binh" userId="c1283c94-e8ca-44d9-904c-fa0c4c442f84" providerId="ADAL" clId="{7E78C4F1-C606-49BA-BA34-4584D9A8424A}" dt="2025-05-16T06:48:30.887" v="1634" actId="6264"/>
          <ac:spMkLst>
            <pc:docMk/>
            <pc:sldMk cId="0" sldId="342"/>
            <ac:spMk id="6" creationId="{B7C84914-45F7-5173-1B45-1A255247DDCB}"/>
          </ac:spMkLst>
        </pc:spChg>
        <pc:spChg chg="add mod ord">
          <ac:chgData name="Tran Trong Binh" userId="c1283c94-e8ca-44d9-904c-fa0c4c442f84" providerId="ADAL" clId="{7E78C4F1-C606-49BA-BA34-4584D9A8424A}" dt="2025-05-16T06:48:31.745" v="1636" actId="27636"/>
          <ac:spMkLst>
            <pc:docMk/>
            <pc:sldMk cId="0" sldId="342"/>
            <ac:spMk id="7" creationId="{B3EA7F43-91DE-05D0-5895-E0F79DB9A5AC}"/>
          </ac:spMkLst>
        </pc:spChg>
      </pc:sldChg>
      <pc:sldChg chg="addSp delSp modSp mod chgLayout">
        <pc:chgData name="Tran Trong Binh" userId="c1283c94-e8ca-44d9-904c-fa0c4c442f84" providerId="ADAL" clId="{7E78C4F1-C606-49BA-BA34-4584D9A8424A}" dt="2025-05-16T06:48:37.683" v="1642" actId="27636"/>
        <pc:sldMkLst>
          <pc:docMk/>
          <pc:sldMk cId="0" sldId="343"/>
        </pc:sldMkLst>
        <pc:spChg chg="mod ord">
          <ac:chgData name="Tran Trong Binh" userId="c1283c94-e8ca-44d9-904c-fa0c4c442f84" providerId="ADAL" clId="{7E78C4F1-C606-49BA-BA34-4584D9A8424A}" dt="2025-05-16T06:48:36.810" v="1640" actId="6264"/>
          <ac:spMkLst>
            <pc:docMk/>
            <pc:sldMk cId="0" sldId="343"/>
            <ac:spMk id="2" creationId="{00000000-0000-0000-0000-000000000000}"/>
          </ac:spMkLst>
        </pc:spChg>
        <pc:spChg chg="del mod">
          <ac:chgData name="Tran Trong Binh" userId="c1283c94-e8ca-44d9-904c-fa0c4c442f84" providerId="ADAL" clId="{7E78C4F1-C606-49BA-BA34-4584D9A8424A}" dt="2025-05-16T06:48:35.567" v="1639"/>
          <ac:spMkLst>
            <pc:docMk/>
            <pc:sldMk cId="0" sldId="343"/>
            <ac:spMk id="3" creationId="{00000000-0000-0000-0000-000000000000}"/>
          </ac:spMkLst>
        </pc:spChg>
        <pc:spChg chg="mod ord">
          <ac:chgData name="Tran Trong Binh" userId="c1283c94-e8ca-44d9-904c-fa0c4c442f84" providerId="ADAL" clId="{7E78C4F1-C606-49BA-BA34-4584D9A8424A}" dt="2025-05-16T06:48:36.810" v="1640" actId="6264"/>
          <ac:spMkLst>
            <pc:docMk/>
            <pc:sldMk cId="0" sldId="343"/>
            <ac:spMk id="4" creationId="{00000000-0000-0000-0000-000000000000}"/>
          </ac:spMkLst>
        </pc:spChg>
        <pc:spChg chg="add del mod">
          <ac:chgData name="Tran Trong Binh" userId="c1283c94-e8ca-44d9-904c-fa0c4c442f84" providerId="ADAL" clId="{7E78C4F1-C606-49BA-BA34-4584D9A8424A}" dt="2025-05-16T06:48:36.810" v="1640" actId="6264"/>
          <ac:spMkLst>
            <pc:docMk/>
            <pc:sldMk cId="0" sldId="343"/>
            <ac:spMk id="5" creationId="{A4907387-FF18-B5C5-193C-B2200A1EEB28}"/>
          </ac:spMkLst>
        </pc:spChg>
        <pc:spChg chg="add del mod">
          <ac:chgData name="Tran Trong Binh" userId="c1283c94-e8ca-44d9-904c-fa0c4c442f84" providerId="ADAL" clId="{7E78C4F1-C606-49BA-BA34-4584D9A8424A}" dt="2025-05-16T06:48:36.810" v="1640" actId="6264"/>
          <ac:spMkLst>
            <pc:docMk/>
            <pc:sldMk cId="0" sldId="343"/>
            <ac:spMk id="6" creationId="{392ECFF9-1643-5F30-20D7-80C4FF03520B}"/>
          </ac:spMkLst>
        </pc:spChg>
        <pc:spChg chg="add mod ord">
          <ac:chgData name="Tran Trong Binh" userId="c1283c94-e8ca-44d9-904c-fa0c4c442f84" providerId="ADAL" clId="{7E78C4F1-C606-49BA-BA34-4584D9A8424A}" dt="2025-05-16T06:48:37.683" v="1642" actId="27636"/>
          <ac:spMkLst>
            <pc:docMk/>
            <pc:sldMk cId="0" sldId="343"/>
            <ac:spMk id="7" creationId="{1E1AB7F5-159B-C569-CAEC-FF7679573CCF}"/>
          </ac:spMkLst>
        </pc:spChg>
      </pc:sldChg>
      <pc:sldChg chg="addSp delSp modSp mod chgLayout">
        <pc:chgData name="Tran Trong Binh" userId="c1283c94-e8ca-44d9-904c-fa0c4c442f84" providerId="ADAL" clId="{7E78C4F1-C606-49BA-BA34-4584D9A8424A}" dt="2025-05-16T06:48:43.271" v="1647"/>
        <pc:sldMkLst>
          <pc:docMk/>
          <pc:sldMk cId="0" sldId="344"/>
        </pc:sldMkLst>
        <pc:spChg chg="mod ord">
          <ac:chgData name="Tran Trong Binh" userId="c1283c94-e8ca-44d9-904c-fa0c4c442f84" providerId="ADAL" clId="{7E78C4F1-C606-49BA-BA34-4584D9A8424A}" dt="2025-05-16T06:48:42.404" v="1646" actId="6264"/>
          <ac:spMkLst>
            <pc:docMk/>
            <pc:sldMk cId="0" sldId="344"/>
            <ac:spMk id="2" creationId="{00000000-0000-0000-0000-000000000000}"/>
          </ac:spMkLst>
        </pc:spChg>
        <pc:spChg chg="del mod">
          <ac:chgData name="Tran Trong Binh" userId="c1283c94-e8ca-44d9-904c-fa0c4c442f84" providerId="ADAL" clId="{7E78C4F1-C606-49BA-BA34-4584D9A8424A}" dt="2025-05-16T06:48:40.891" v="1645"/>
          <ac:spMkLst>
            <pc:docMk/>
            <pc:sldMk cId="0" sldId="344"/>
            <ac:spMk id="3" creationId="{00000000-0000-0000-0000-000000000000}"/>
          </ac:spMkLst>
        </pc:spChg>
        <pc:spChg chg="mod ord">
          <ac:chgData name="Tran Trong Binh" userId="c1283c94-e8ca-44d9-904c-fa0c4c442f84" providerId="ADAL" clId="{7E78C4F1-C606-49BA-BA34-4584D9A8424A}" dt="2025-05-16T06:48:42.404" v="1646" actId="6264"/>
          <ac:spMkLst>
            <pc:docMk/>
            <pc:sldMk cId="0" sldId="344"/>
            <ac:spMk id="4" creationId="{00000000-0000-0000-0000-000000000000}"/>
          </ac:spMkLst>
        </pc:spChg>
        <pc:spChg chg="add del mod">
          <ac:chgData name="Tran Trong Binh" userId="c1283c94-e8ca-44d9-904c-fa0c4c442f84" providerId="ADAL" clId="{7E78C4F1-C606-49BA-BA34-4584D9A8424A}" dt="2025-05-16T06:48:42.404" v="1646" actId="6264"/>
          <ac:spMkLst>
            <pc:docMk/>
            <pc:sldMk cId="0" sldId="344"/>
            <ac:spMk id="5" creationId="{6409344F-AF44-7A62-C83E-F5226CB98A6C}"/>
          </ac:spMkLst>
        </pc:spChg>
        <pc:spChg chg="add del mod">
          <ac:chgData name="Tran Trong Binh" userId="c1283c94-e8ca-44d9-904c-fa0c4c442f84" providerId="ADAL" clId="{7E78C4F1-C606-49BA-BA34-4584D9A8424A}" dt="2025-05-16T06:48:42.404" v="1646" actId="6264"/>
          <ac:spMkLst>
            <pc:docMk/>
            <pc:sldMk cId="0" sldId="344"/>
            <ac:spMk id="6" creationId="{FEAAAE4A-D98E-10EF-4BC2-65AA1466A884}"/>
          </ac:spMkLst>
        </pc:spChg>
        <pc:spChg chg="add mod ord">
          <ac:chgData name="Tran Trong Binh" userId="c1283c94-e8ca-44d9-904c-fa0c4c442f84" providerId="ADAL" clId="{7E78C4F1-C606-49BA-BA34-4584D9A8424A}" dt="2025-05-16T06:48:43.271" v="1647"/>
          <ac:spMkLst>
            <pc:docMk/>
            <pc:sldMk cId="0" sldId="344"/>
            <ac:spMk id="7" creationId="{96CE3FC9-E6CB-4C71-0981-B3F3587929CA}"/>
          </ac:spMkLst>
        </pc:spChg>
      </pc:sldChg>
      <pc:sldChg chg="addSp delSp modSp mod chgLayout">
        <pc:chgData name="Tran Trong Binh" userId="c1283c94-e8ca-44d9-904c-fa0c4c442f84" providerId="ADAL" clId="{7E78C4F1-C606-49BA-BA34-4584D9A8424A}" dt="2025-05-16T06:48:49.089" v="1652"/>
        <pc:sldMkLst>
          <pc:docMk/>
          <pc:sldMk cId="0" sldId="345"/>
        </pc:sldMkLst>
        <pc:spChg chg="mod ord">
          <ac:chgData name="Tran Trong Binh" userId="c1283c94-e8ca-44d9-904c-fa0c4c442f84" providerId="ADAL" clId="{7E78C4F1-C606-49BA-BA34-4584D9A8424A}" dt="2025-05-16T06:48:48.075" v="1651" actId="6264"/>
          <ac:spMkLst>
            <pc:docMk/>
            <pc:sldMk cId="0" sldId="345"/>
            <ac:spMk id="2" creationId="{00000000-0000-0000-0000-000000000000}"/>
          </ac:spMkLst>
        </pc:spChg>
        <pc:spChg chg="del mod">
          <ac:chgData name="Tran Trong Binh" userId="c1283c94-e8ca-44d9-904c-fa0c4c442f84" providerId="ADAL" clId="{7E78C4F1-C606-49BA-BA34-4584D9A8424A}" dt="2025-05-16T06:48:46.939" v="1650"/>
          <ac:spMkLst>
            <pc:docMk/>
            <pc:sldMk cId="0" sldId="345"/>
            <ac:spMk id="3" creationId="{00000000-0000-0000-0000-000000000000}"/>
          </ac:spMkLst>
        </pc:spChg>
        <pc:spChg chg="mod ord">
          <ac:chgData name="Tran Trong Binh" userId="c1283c94-e8ca-44d9-904c-fa0c4c442f84" providerId="ADAL" clId="{7E78C4F1-C606-49BA-BA34-4584D9A8424A}" dt="2025-05-16T06:48:48.075" v="1651" actId="6264"/>
          <ac:spMkLst>
            <pc:docMk/>
            <pc:sldMk cId="0" sldId="345"/>
            <ac:spMk id="4" creationId="{00000000-0000-0000-0000-000000000000}"/>
          </ac:spMkLst>
        </pc:spChg>
        <pc:spChg chg="add del mod">
          <ac:chgData name="Tran Trong Binh" userId="c1283c94-e8ca-44d9-904c-fa0c4c442f84" providerId="ADAL" clId="{7E78C4F1-C606-49BA-BA34-4584D9A8424A}" dt="2025-05-16T06:48:48.075" v="1651" actId="6264"/>
          <ac:spMkLst>
            <pc:docMk/>
            <pc:sldMk cId="0" sldId="345"/>
            <ac:spMk id="5" creationId="{EC61027A-DD83-65D7-F0D8-29A91ECAAE29}"/>
          </ac:spMkLst>
        </pc:spChg>
        <pc:spChg chg="add del mod">
          <ac:chgData name="Tran Trong Binh" userId="c1283c94-e8ca-44d9-904c-fa0c4c442f84" providerId="ADAL" clId="{7E78C4F1-C606-49BA-BA34-4584D9A8424A}" dt="2025-05-16T06:48:48.075" v="1651" actId="6264"/>
          <ac:spMkLst>
            <pc:docMk/>
            <pc:sldMk cId="0" sldId="345"/>
            <ac:spMk id="6" creationId="{58D59614-7AFB-696A-DA63-9B82FB012DAE}"/>
          </ac:spMkLst>
        </pc:spChg>
        <pc:spChg chg="add mod ord">
          <ac:chgData name="Tran Trong Binh" userId="c1283c94-e8ca-44d9-904c-fa0c4c442f84" providerId="ADAL" clId="{7E78C4F1-C606-49BA-BA34-4584D9A8424A}" dt="2025-05-16T06:48:49.089" v="1652"/>
          <ac:spMkLst>
            <pc:docMk/>
            <pc:sldMk cId="0" sldId="345"/>
            <ac:spMk id="7" creationId="{612490DC-D10E-8A9F-574B-A90D90717E9C}"/>
          </ac:spMkLst>
        </pc:spChg>
      </pc:sldChg>
      <pc:sldChg chg="addSp delSp modSp mod chgLayout">
        <pc:chgData name="Tran Trong Binh" userId="c1283c94-e8ca-44d9-904c-fa0c4c442f84" providerId="ADAL" clId="{7E78C4F1-C606-49BA-BA34-4584D9A8424A}" dt="2025-05-16T06:48:54.898" v="1657"/>
        <pc:sldMkLst>
          <pc:docMk/>
          <pc:sldMk cId="0" sldId="346"/>
        </pc:sldMkLst>
        <pc:spChg chg="mod ord">
          <ac:chgData name="Tran Trong Binh" userId="c1283c94-e8ca-44d9-904c-fa0c4c442f84" providerId="ADAL" clId="{7E78C4F1-C606-49BA-BA34-4584D9A8424A}" dt="2025-05-16T06:48:54.099" v="1656" actId="6264"/>
          <ac:spMkLst>
            <pc:docMk/>
            <pc:sldMk cId="0" sldId="346"/>
            <ac:spMk id="2" creationId="{00000000-0000-0000-0000-000000000000}"/>
          </ac:spMkLst>
        </pc:spChg>
        <pc:spChg chg="del mod">
          <ac:chgData name="Tran Trong Binh" userId="c1283c94-e8ca-44d9-904c-fa0c4c442f84" providerId="ADAL" clId="{7E78C4F1-C606-49BA-BA34-4584D9A8424A}" dt="2025-05-16T06:48:53.001" v="1655"/>
          <ac:spMkLst>
            <pc:docMk/>
            <pc:sldMk cId="0" sldId="346"/>
            <ac:spMk id="3" creationId="{00000000-0000-0000-0000-000000000000}"/>
          </ac:spMkLst>
        </pc:spChg>
        <pc:spChg chg="mod ord">
          <ac:chgData name="Tran Trong Binh" userId="c1283c94-e8ca-44d9-904c-fa0c4c442f84" providerId="ADAL" clId="{7E78C4F1-C606-49BA-BA34-4584D9A8424A}" dt="2025-05-16T06:48:54.099" v="1656" actId="6264"/>
          <ac:spMkLst>
            <pc:docMk/>
            <pc:sldMk cId="0" sldId="346"/>
            <ac:spMk id="4" creationId="{00000000-0000-0000-0000-000000000000}"/>
          </ac:spMkLst>
        </pc:spChg>
        <pc:spChg chg="add del mod">
          <ac:chgData name="Tran Trong Binh" userId="c1283c94-e8ca-44d9-904c-fa0c4c442f84" providerId="ADAL" clId="{7E78C4F1-C606-49BA-BA34-4584D9A8424A}" dt="2025-05-16T06:48:54.099" v="1656" actId="6264"/>
          <ac:spMkLst>
            <pc:docMk/>
            <pc:sldMk cId="0" sldId="346"/>
            <ac:spMk id="5" creationId="{E7E85906-A1C5-09CB-3B25-77147EC20AE5}"/>
          </ac:spMkLst>
        </pc:spChg>
        <pc:spChg chg="add del mod">
          <ac:chgData name="Tran Trong Binh" userId="c1283c94-e8ca-44d9-904c-fa0c4c442f84" providerId="ADAL" clId="{7E78C4F1-C606-49BA-BA34-4584D9A8424A}" dt="2025-05-16T06:48:54.099" v="1656" actId="6264"/>
          <ac:spMkLst>
            <pc:docMk/>
            <pc:sldMk cId="0" sldId="346"/>
            <ac:spMk id="6" creationId="{4DC152C3-67F0-568D-8C98-C794B0778A58}"/>
          </ac:spMkLst>
        </pc:spChg>
        <pc:spChg chg="add mod ord">
          <ac:chgData name="Tran Trong Binh" userId="c1283c94-e8ca-44d9-904c-fa0c4c442f84" providerId="ADAL" clId="{7E78C4F1-C606-49BA-BA34-4584D9A8424A}" dt="2025-05-16T06:48:54.898" v="1657"/>
          <ac:spMkLst>
            <pc:docMk/>
            <pc:sldMk cId="0" sldId="346"/>
            <ac:spMk id="7" creationId="{6DEFF2A4-01BF-00A5-A849-6929415145C4}"/>
          </ac:spMkLst>
        </pc:spChg>
      </pc:sldChg>
      <pc:sldChg chg="modSp mod">
        <pc:chgData name="Tran Trong Binh" userId="c1283c94-e8ca-44d9-904c-fa0c4c442f84" providerId="ADAL" clId="{7E78C4F1-C606-49BA-BA34-4584D9A8424A}" dt="2025-05-16T02:56:46.881" v="94" actId="20577"/>
        <pc:sldMkLst>
          <pc:docMk/>
          <pc:sldMk cId="0" sldId="352"/>
        </pc:sldMkLst>
        <pc:spChg chg="mod">
          <ac:chgData name="Tran Trong Binh" userId="c1283c94-e8ca-44d9-904c-fa0c4c442f84" providerId="ADAL" clId="{7E78C4F1-C606-49BA-BA34-4584D9A8424A}" dt="2025-05-16T02:56:46.881" v="94" actId="20577"/>
          <ac:spMkLst>
            <pc:docMk/>
            <pc:sldMk cId="0" sldId="352"/>
            <ac:spMk id="3" creationId="{00000000-0000-0000-0000-000000000000}"/>
          </ac:spMkLst>
        </pc:spChg>
      </pc:sldChg>
      <pc:sldChg chg="addSp delSp modSp mod chgLayout">
        <pc:chgData name="Tran Trong Binh" userId="c1283c94-e8ca-44d9-904c-fa0c4c442f84" providerId="ADAL" clId="{7E78C4F1-C606-49BA-BA34-4584D9A8424A}" dt="2025-05-16T06:26:23.536" v="1169" actId="6264"/>
        <pc:sldMkLst>
          <pc:docMk/>
          <pc:sldMk cId="0" sldId="354"/>
        </pc:sldMkLst>
        <pc:spChg chg="mod ord">
          <ac:chgData name="Tran Trong Binh" userId="c1283c94-e8ca-44d9-904c-fa0c4c442f84" providerId="ADAL" clId="{7E78C4F1-C606-49BA-BA34-4584D9A8424A}" dt="2025-05-16T06:26:23.536" v="1169" actId="6264"/>
          <ac:spMkLst>
            <pc:docMk/>
            <pc:sldMk cId="0" sldId="354"/>
            <ac:spMk id="2" creationId="{00000000-0000-0000-0000-000000000000}"/>
          </ac:spMkLst>
        </pc:spChg>
        <pc:spChg chg="mod ord">
          <ac:chgData name="Tran Trong Binh" userId="c1283c94-e8ca-44d9-904c-fa0c4c442f84" providerId="ADAL" clId="{7E78C4F1-C606-49BA-BA34-4584D9A8424A}" dt="2025-05-16T06:26:23.536" v="1169" actId="6264"/>
          <ac:spMkLst>
            <pc:docMk/>
            <pc:sldMk cId="0" sldId="354"/>
            <ac:spMk id="4" creationId="{00000000-0000-0000-0000-000000000000}"/>
          </ac:spMkLst>
        </pc:spChg>
        <pc:spChg chg="add del mod">
          <ac:chgData name="Tran Trong Binh" userId="c1283c94-e8ca-44d9-904c-fa0c4c442f84" providerId="ADAL" clId="{7E78C4F1-C606-49BA-BA34-4584D9A8424A}" dt="2025-05-16T06:26:23.536" v="1169" actId="6264"/>
          <ac:spMkLst>
            <pc:docMk/>
            <pc:sldMk cId="0" sldId="354"/>
            <ac:spMk id="5" creationId="{91E54941-ECE3-E7E3-F350-370A36A383FC}"/>
          </ac:spMkLst>
        </pc:spChg>
        <pc:spChg chg="add del mod">
          <ac:chgData name="Tran Trong Binh" userId="c1283c94-e8ca-44d9-904c-fa0c4c442f84" providerId="ADAL" clId="{7E78C4F1-C606-49BA-BA34-4584D9A8424A}" dt="2025-05-16T06:26:23.536" v="1169" actId="6264"/>
          <ac:spMkLst>
            <pc:docMk/>
            <pc:sldMk cId="0" sldId="354"/>
            <ac:spMk id="6" creationId="{4D677032-44E6-411D-17D8-21E3CE87EB4D}"/>
          </ac:spMkLst>
        </pc:spChg>
      </pc:sldChg>
      <pc:sldChg chg="modSp mod">
        <pc:chgData name="Tran Trong Binh" userId="c1283c94-e8ca-44d9-904c-fa0c4c442f84" providerId="ADAL" clId="{7E78C4F1-C606-49BA-BA34-4584D9A8424A}" dt="2025-05-16T06:25:58.991" v="1162" actId="20577"/>
        <pc:sldMkLst>
          <pc:docMk/>
          <pc:sldMk cId="0" sldId="355"/>
        </pc:sldMkLst>
        <pc:spChg chg="mod">
          <ac:chgData name="Tran Trong Binh" userId="c1283c94-e8ca-44d9-904c-fa0c4c442f84" providerId="ADAL" clId="{7E78C4F1-C606-49BA-BA34-4584D9A8424A}" dt="2025-05-16T06:25:58.991" v="1162" actId="20577"/>
          <ac:spMkLst>
            <pc:docMk/>
            <pc:sldMk cId="0" sldId="355"/>
            <ac:spMk id="2" creationId="{00000000-0000-0000-0000-000000000000}"/>
          </ac:spMkLst>
        </pc:spChg>
        <pc:picChg chg="mod">
          <ac:chgData name="Tran Trong Binh" userId="c1283c94-e8ca-44d9-904c-fa0c4c442f84" providerId="ADAL" clId="{7E78C4F1-C606-49BA-BA34-4584D9A8424A}" dt="2025-05-16T02:56:51.275" v="95" actId="1076"/>
          <ac:picMkLst>
            <pc:docMk/>
            <pc:sldMk cId="0" sldId="355"/>
            <ac:picMk id="3" creationId="{00000000-0000-0000-0000-000000000000}"/>
          </ac:picMkLst>
        </pc:picChg>
      </pc:sldChg>
      <pc:sldChg chg="modSp mod">
        <pc:chgData name="Tran Trong Binh" userId="c1283c94-e8ca-44d9-904c-fa0c4c442f84" providerId="ADAL" clId="{7E78C4F1-C606-49BA-BA34-4584D9A8424A}" dt="2025-05-16T06:26:02.625" v="1164" actId="20577"/>
        <pc:sldMkLst>
          <pc:docMk/>
          <pc:sldMk cId="0" sldId="356"/>
        </pc:sldMkLst>
        <pc:spChg chg="mod">
          <ac:chgData name="Tran Trong Binh" userId="c1283c94-e8ca-44d9-904c-fa0c4c442f84" providerId="ADAL" clId="{7E78C4F1-C606-49BA-BA34-4584D9A8424A}" dt="2025-05-16T06:26:02.625" v="1164" actId="20577"/>
          <ac:spMkLst>
            <pc:docMk/>
            <pc:sldMk cId="0" sldId="356"/>
            <ac:spMk id="2" creationId="{00000000-0000-0000-0000-000000000000}"/>
          </ac:spMkLst>
        </pc:spChg>
      </pc:sldChg>
      <pc:sldChg chg="addSp delSp modSp mod chgLayout">
        <pc:chgData name="Tran Trong Binh" userId="c1283c94-e8ca-44d9-904c-fa0c4c442f84" providerId="ADAL" clId="{7E78C4F1-C606-49BA-BA34-4584D9A8424A}" dt="2025-05-16T06:49:09.224" v="1662"/>
        <pc:sldMkLst>
          <pc:docMk/>
          <pc:sldMk cId="0" sldId="357"/>
        </pc:sldMkLst>
        <pc:spChg chg="mod ord">
          <ac:chgData name="Tran Trong Binh" userId="c1283c94-e8ca-44d9-904c-fa0c4c442f84" providerId="ADAL" clId="{7E78C4F1-C606-49BA-BA34-4584D9A8424A}" dt="2025-05-16T06:49:08.368" v="1661" actId="6264"/>
          <ac:spMkLst>
            <pc:docMk/>
            <pc:sldMk cId="0" sldId="357"/>
            <ac:spMk id="2" creationId="{00000000-0000-0000-0000-000000000000}"/>
          </ac:spMkLst>
        </pc:spChg>
        <pc:spChg chg="del mod">
          <ac:chgData name="Tran Trong Binh" userId="c1283c94-e8ca-44d9-904c-fa0c4c442f84" providerId="ADAL" clId="{7E78C4F1-C606-49BA-BA34-4584D9A8424A}" dt="2025-05-16T06:49:07.103" v="1660"/>
          <ac:spMkLst>
            <pc:docMk/>
            <pc:sldMk cId="0" sldId="357"/>
            <ac:spMk id="3" creationId="{00000000-0000-0000-0000-000000000000}"/>
          </ac:spMkLst>
        </pc:spChg>
        <pc:spChg chg="mod ord">
          <ac:chgData name="Tran Trong Binh" userId="c1283c94-e8ca-44d9-904c-fa0c4c442f84" providerId="ADAL" clId="{7E78C4F1-C606-49BA-BA34-4584D9A8424A}" dt="2025-05-16T06:49:08.368" v="1661" actId="6264"/>
          <ac:spMkLst>
            <pc:docMk/>
            <pc:sldMk cId="0" sldId="357"/>
            <ac:spMk id="4" creationId="{00000000-0000-0000-0000-000000000000}"/>
          </ac:spMkLst>
        </pc:spChg>
        <pc:spChg chg="add del mod">
          <ac:chgData name="Tran Trong Binh" userId="c1283c94-e8ca-44d9-904c-fa0c4c442f84" providerId="ADAL" clId="{7E78C4F1-C606-49BA-BA34-4584D9A8424A}" dt="2025-05-16T06:49:08.368" v="1661" actId="6264"/>
          <ac:spMkLst>
            <pc:docMk/>
            <pc:sldMk cId="0" sldId="357"/>
            <ac:spMk id="5" creationId="{E59252D6-59C4-DC56-E306-4E6381CB66F3}"/>
          </ac:spMkLst>
        </pc:spChg>
        <pc:spChg chg="add del mod">
          <ac:chgData name="Tran Trong Binh" userId="c1283c94-e8ca-44d9-904c-fa0c4c442f84" providerId="ADAL" clId="{7E78C4F1-C606-49BA-BA34-4584D9A8424A}" dt="2025-05-16T06:49:08.368" v="1661" actId="6264"/>
          <ac:spMkLst>
            <pc:docMk/>
            <pc:sldMk cId="0" sldId="357"/>
            <ac:spMk id="6" creationId="{D3229BDE-E81B-0895-7E0E-D3BF910B3A80}"/>
          </ac:spMkLst>
        </pc:spChg>
        <pc:spChg chg="add mod ord">
          <ac:chgData name="Tran Trong Binh" userId="c1283c94-e8ca-44d9-904c-fa0c4c442f84" providerId="ADAL" clId="{7E78C4F1-C606-49BA-BA34-4584D9A8424A}" dt="2025-05-16T06:49:09.224" v="1662"/>
          <ac:spMkLst>
            <pc:docMk/>
            <pc:sldMk cId="0" sldId="357"/>
            <ac:spMk id="7" creationId="{0A3EF7DE-79EF-D5E2-97AB-8BE3C4AB5BB5}"/>
          </ac:spMkLst>
        </pc:spChg>
      </pc:sldChg>
      <pc:sldChg chg="addSp delSp modSp mod chgLayout">
        <pc:chgData name="Tran Trong Binh" userId="c1283c94-e8ca-44d9-904c-fa0c4c442f84" providerId="ADAL" clId="{7E78C4F1-C606-49BA-BA34-4584D9A8424A}" dt="2025-05-16T06:53:38.459" v="1733" actId="6264"/>
        <pc:sldMkLst>
          <pc:docMk/>
          <pc:sldMk cId="0" sldId="358"/>
        </pc:sldMkLst>
        <pc:spChg chg="mod ord">
          <ac:chgData name="Tran Trong Binh" userId="c1283c94-e8ca-44d9-904c-fa0c4c442f84" providerId="ADAL" clId="{7E78C4F1-C606-49BA-BA34-4584D9A8424A}" dt="2025-05-16T06:53:38.459" v="1733" actId="6264"/>
          <ac:spMkLst>
            <pc:docMk/>
            <pc:sldMk cId="0" sldId="358"/>
            <ac:spMk id="2" creationId="{00000000-0000-0000-0000-000000000000}"/>
          </ac:spMkLst>
        </pc:spChg>
        <pc:spChg chg="add del mod">
          <ac:chgData name="Tran Trong Binh" userId="c1283c94-e8ca-44d9-904c-fa0c4c442f84" providerId="ADAL" clId="{7E78C4F1-C606-49BA-BA34-4584D9A8424A}" dt="2025-05-16T06:53:38.459" v="1733" actId="6264"/>
          <ac:spMkLst>
            <pc:docMk/>
            <pc:sldMk cId="0" sldId="358"/>
            <ac:spMk id="3" creationId="{1AF87696-3D19-FB01-6DFB-222E1FEBFFF8}"/>
          </ac:spMkLst>
        </pc:spChg>
        <pc:spChg chg="mod ord">
          <ac:chgData name="Tran Trong Binh" userId="c1283c94-e8ca-44d9-904c-fa0c4c442f84" providerId="ADAL" clId="{7E78C4F1-C606-49BA-BA34-4584D9A8424A}" dt="2025-05-16T06:53:38.459" v="1733" actId="6264"/>
          <ac:spMkLst>
            <pc:docMk/>
            <pc:sldMk cId="0" sldId="358"/>
            <ac:spMk id="4" creationId="{00000000-0000-0000-0000-000000000000}"/>
          </ac:spMkLst>
        </pc:spChg>
        <pc:spChg chg="add del mod">
          <ac:chgData name="Tran Trong Binh" userId="c1283c94-e8ca-44d9-904c-fa0c4c442f84" providerId="ADAL" clId="{7E78C4F1-C606-49BA-BA34-4584D9A8424A}" dt="2025-05-16T06:53:38.459" v="1733" actId="6264"/>
          <ac:spMkLst>
            <pc:docMk/>
            <pc:sldMk cId="0" sldId="358"/>
            <ac:spMk id="5" creationId="{5F3E90D6-DE51-6656-D2BA-4416A4AF4CFC}"/>
          </ac:spMkLst>
        </pc:spChg>
        <pc:spChg chg="add mod ord">
          <ac:chgData name="Tran Trong Binh" userId="c1283c94-e8ca-44d9-904c-fa0c4c442f84" providerId="ADAL" clId="{7E78C4F1-C606-49BA-BA34-4584D9A8424A}" dt="2025-05-16T06:53:38.459" v="1733" actId="6264"/>
          <ac:spMkLst>
            <pc:docMk/>
            <pc:sldMk cId="0" sldId="358"/>
            <ac:spMk id="6" creationId="{E4AE5EB0-F176-6D3C-C1E5-26A6F946B359}"/>
          </ac:spMkLst>
        </pc:spChg>
      </pc:sldChg>
      <pc:sldChg chg="addSp delSp modSp mod chgLayout">
        <pc:chgData name="Tran Trong Binh" userId="c1283c94-e8ca-44d9-904c-fa0c4c442f84" providerId="ADAL" clId="{7E78C4F1-C606-49BA-BA34-4584D9A8424A}" dt="2025-05-16T06:37:08.481" v="1389" actId="20577"/>
        <pc:sldMkLst>
          <pc:docMk/>
          <pc:sldMk cId="0" sldId="359"/>
        </pc:sldMkLst>
        <pc:spChg chg="mod ord">
          <ac:chgData name="Tran Trong Binh" userId="c1283c94-e8ca-44d9-904c-fa0c4c442f84" providerId="ADAL" clId="{7E78C4F1-C606-49BA-BA34-4584D9A8424A}" dt="2025-05-16T06:37:00.326" v="1382" actId="6264"/>
          <ac:spMkLst>
            <pc:docMk/>
            <pc:sldMk cId="0" sldId="359"/>
            <ac:spMk id="2" creationId="{00000000-0000-0000-0000-000000000000}"/>
          </ac:spMkLst>
        </pc:spChg>
        <pc:spChg chg="del mod">
          <ac:chgData name="Tran Trong Binh" userId="c1283c94-e8ca-44d9-904c-fa0c4c442f84" providerId="ADAL" clId="{7E78C4F1-C606-49BA-BA34-4584D9A8424A}" dt="2025-05-16T06:36:58.770" v="1381"/>
          <ac:spMkLst>
            <pc:docMk/>
            <pc:sldMk cId="0" sldId="359"/>
            <ac:spMk id="3" creationId="{00000000-0000-0000-0000-000000000000}"/>
          </ac:spMkLst>
        </pc:spChg>
        <pc:spChg chg="mod ord">
          <ac:chgData name="Tran Trong Binh" userId="c1283c94-e8ca-44d9-904c-fa0c4c442f84" providerId="ADAL" clId="{7E78C4F1-C606-49BA-BA34-4584D9A8424A}" dt="2025-05-16T06:37:00.326" v="1382" actId="6264"/>
          <ac:spMkLst>
            <pc:docMk/>
            <pc:sldMk cId="0" sldId="359"/>
            <ac:spMk id="4" creationId="{00000000-0000-0000-0000-000000000000}"/>
          </ac:spMkLst>
        </pc:spChg>
        <pc:spChg chg="add del mod">
          <ac:chgData name="Tran Trong Binh" userId="c1283c94-e8ca-44d9-904c-fa0c4c442f84" providerId="ADAL" clId="{7E78C4F1-C606-49BA-BA34-4584D9A8424A}" dt="2025-05-16T06:37:00.326" v="1382" actId="6264"/>
          <ac:spMkLst>
            <pc:docMk/>
            <pc:sldMk cId="0" sldId="359"/>
            <ac:spMk id="5" creationId="{D43E284F-34C3-F4AE-81AF-C1B2020FBFE1}"/>
          </ac:spMkLst>
        </pc:spChg>
        <pc:spChg chg="add del mod">
          <ac:chgData name="Tran Trong Binh" userId="c1283c94-e8ca-44d9-904c-fa0c4c442f84" providerId="ADAL" clId="{7E78C4F1-C606-49BA-BA34-4584D9A8424A}" dt="2025-05-16T06:37:00.326" v="1382" actId="6264"/>
          <ac:spMkLst>
            <pc:docMk/>
            <pc:sldMk cId="0" sldId="359"/>
            <ac:spMk id="6" creationId="{EA57C0F4-3C35-1DCF-8952-4437D327D158}"/>
          </ac:spMkLst>
        </pc:spChg>
        <pc:spChg chg="add mod ord">
          <ac:chgData name="Tran Trong Binh" userId="c1283c94-e8ca-44d9-904c-fa0c4c442f84" providerId="ADAL" clId="{7E78C4F1-C606-49BA-BA34-4584D9A8424A}" dt="2025-05-16T06:37:08.481" v="1389" actId="20577"/>
          <ac:spMkLst>
            <pc:docMk/>
            <pc:sldMk cId="0" sldId="359"/>
            <ac:spMk id="7" creationId="{B133A7BD-F87D-D11B-FD54-4FCF62394ED8}"/>
          </ac:spMkLst>
        </pc:spChg>
      </pc:sldChg>
      <pc:sldChg chg="addSp delSp modSp mod chgLayout">
        <pc:chgData name="Tran Trong Binh" userId="c1283c94-e8ca-44d9-904c-fa0c4c442f84" providerId="ADAL" clId="{7E78C4F1-C606-49BA-BA34-4584D9A8424A}" dt="2025-05-16T06:53:34.859" v="1732"/>
        <pc:sldMkLst>
          <pc:docMk/>
          <pc:sldMk cId="0" sldId="360"/>
        </pc:sldMkLst>
        <pc:spChg chg="mod ord">
          <ac:chgData name="Tran Trong Binh" userId="c1283c94-e8ca-44d9-904c-fa0c4c442f84" providerId="ADAL" clId="{7E78C4F1-C606-49BA-BA34-4584D9A8424A}" dt="2025-05-16T06:53:33.657" v="1731" actId="6264"/>
          <ac:spMkLst>
            <pc:docMk/>
            <pc:sldMk cId="0" sldId="360"/>
            <ac:spMk id="2" creationId="{00000000-0000-0000-0000-000000000000}"/>
          </ac:spMkLst>
        </pc:spChg>
        <pc:spChg chg="del mod">
          <ac:chgData name="Tran Trong Binh" userId="c1283c94-e8ca-44d9-904c-fa0c4c442f84" providerId="ADAL" clId="{7E78C4F1-C606-49BA-BA34-4584D9A8424A}" dt="2025-05-16T06:53:32.666" v="1730"/>
          <ac:spMkLst>
            <pc:docMk/>
            <pc:sldMk cId="0" sldId="360"/>
            <ac:spMk id="3" creationId="{00000000-0000-0000-0000-000000000000}"/>
          </ac:spMkLst>
        </pc:spChg>
        <pc:spChg chg="mod">
          <ac:chgData name="Tran Trong Binh" userId="c1283c94-e8ca-44d9-904c-fa0c4c442f84" providerId="ADAL" clId="{7E78C4F1-C606-49BA-BA34-4584D9A8424A}" dt="2025-05-16T02:53:51.809" v="65" actId="6559"/>
          <ac:spMkLst>
            <pc:docMk/>
            <pc:sldMk cId="0" sldId="360"/>
            <ac:spMk id="4" creationId="{00000000-0000-0000-0000-000000000000}"/>
          </ac:spMkLst>
        </pc:spChg>
        <pc:spChg chg="mod ord">
          <ac:chgData name="Tran Trong Binh" userId="c1283c94-e8ca-44d9-904c-fa0c4c442f84" providerId="ADAL" clId="{7E78C4F1-C606-49BA-BA34-4584D9A8424A}" dt="2025-05-16T06:53:33.657" v="1731" actId="6264"/>
          <ac:spMkLst>
            <pc:docMk/>
            <pc:sldMk cId="0" sldId="360"/>
            <ac:spMk id="6" creationId="{00000000-0000-0000-0000-000000000000}"/>
          </ac:spMkLst>
        </pc:spChg>
        <pc:spChg chg="add del mod">
          <ac:chgData name="Tran Trong Binh" userId="c1283c94-e8ca-44d9-904c-fa0c4c442f84" providerId="ADAL" clId="{7E78C4F1-C606-49BA-BA34-4584D9A8424A}" dt="2025-05-16T06:53:33.657" v="1731" actId="6264"/>
          <ac:spMkLst>
            <pc:docMk/>
            <pc:sldMk cId="0" sldId="360"/>
            <ac:spMk id="7" creationId="{25F04879-B627-1203-A779-1AB4CE29DF31}"/>
          </ac:spMkLst>
        </pc:spChg>
        <pc:spChg chg="add del mod">
          <ac:chgData name="Tran Trong Binh" userId="c1283c94-e8ca-44d9-904c-fa0c4c442f84" providerId="ADAL" clId="{7E78C4F1-C606-49BA-BA34-4584D9A8424A}" dt="2025-05-16T06:53:33.657" v="1731" actId="6264"/>
          <ac:spMkLst>
            <pc:docMk/>
            <pc:sldMk cId="0" sldId="360"/>
            <ac:spMk id="8" creationId="{4B1E4B80-4895-9332-1227-9BCDC69D0C98}"/>
          </ac:spMkLst>
        </pc:spChg>
        <pc:spChg chg="add mod ord">
          <ac:chgData name="Tran Trong Binh" userId="c1283c94-e8ca-44d9-904c-fa0c4c442f84" providerId="ADAL" clId="{7E78C4F1-C606-49BA-BA34-4584D9A8424A}" dt="2025-05-16T06:53:34.859" v="1732"/>
          <ac:spMkLst>
            <pc:docMk/>
            <pc:sldMk cId="0" sldId="360"/>
            <ac:spMk id="9" creationId="{9CE08FFA-B091-8154-A311-BC17FC177997}"/>
          </ac:spMkLst>
        </pc:spChg>
      </pc:sldChg>
      <pc:sldChg chg="addSp delSp modSp mod chgLayout">
        <pc:chgData name="Tran Trong Binh" userId="c1283c94-e8ca-44d9-904c-fa0c4c442f84" providerId="ADAL" clId="{7E78C4F1-C606-49BA-BA34-4584D9A8424A}" dt="2025-05-16T06:37:30.699" v="1395" actId="5793"/>
        <pc:sldMkLst>
          <pc:docMk/>
          <pc:sldMk cId="0" sldId="361"/>
        </pc:sldMkLst>
        <pc:spChg chg="mod ord">
          <ac:chgData name="Tran Trong Binh" userId="c1283c94-e8ca-44d9-904c-fa0c4c442f84" providerId="ADAL" clId="{7E78C4F1-C606-49BA-BA34-4584D9A8424A}" dt="2025-05-16T06:37:27.789" v="1393" actId="6264"/>
          <ac:spMkLst>
            <pc:docMk/>
            <pc:sldMk cId="0" sldId="361"/>
            <ac:spMk id="2" creationId="{00000000-0000-0000-0000-000000000000}"/>
          </ac:spMkLst>
        </pc:spChg>
        <pc:spChg chg="del mod">
          <ac:chgData name="Tran Trong Binh" userId="c1283c94-e8ca-44d9-904c-fa0c4c442f84" providerId="ADAL" clId="{7E78C4F1-C606-49BA-BA34-4584D9A8424A}" dt="2025-05-16T06:37:25.007" v="1392"/>
          <ac:spMkLst>
            <pc:docMk/>
            <pc:sldMk cId="0" sldId="361"/>
            <ac:spMk id="3" creationId="{00000000-0000-0000-0000-000000000000}"/>
          </ac:spMkLst>
        </pc:spChg>
        <pc:spChg chg="mod ord">
          <ac:chgData name="Tran Trong Binh" userId="c1283c94-e8ca-44d9-904c-fa0c4c442f84" providerId="ADAL" clId="{7E78C4F1-C606-49BA-BA34-4584D9A8424A}" dt="2025-05-16T06:37:27.789" v="1393" actId="6264"/>
          <ac:spMkLst>
            <pc:docMk/>
            <pc:sldMk cId="0" sldId="361"/>
            <ac:spMk id="4" creationId="{00000000-0000-0000-0000-000000000000}"/>
          </ac:spMkLst>
        </pc:spChg>
        <pc:spChg chg="add del mod">
          <ac:chgData name="Tran Trong Binh" userId="c1283c94-e8ca-44d9-904c-fa0c4c442f84" providerId="ADAL" clId="{7E78C4F1-C606-49BA-BA34-4584D9A8424A}" dt="2025-05-16T06:37:27.789" v="1393" actId="6264"/>
          <ac:spMkLst>
            <pc:docMk/>
            <pc:sldMk cId="0" sldId="361"/>
            <ac:spMk id="5" creationId="{F955964F-7C3E-E5EC-65BD-29754869D2DE}"/>
          </ac:spMkLst>
        </pc:spChg>
        <pc:spChg chg="add del mod">
          <ac:chgData name="Tran Trong Binh" userId="c1283c94-e8ca-44d9-904c-fa0c4c442f84" providerId="ADAL" clId="{7E78C4F1-C606-49BA-BA34-4584D9A8424A}" dt="2025-05-16T06:37:27.789" v="1393" actId="6264"/>
          <ac:spMkLst>
            <pc:docMk/>
            <pc:sldMk cId="0" sldId="361"/>
            <ac:spMk id="6" creationId="{BDE3BB4E-1F3E-76DF-F6E8-C1D575E6046C}"/>
          </ac:spMkLst>
        </pc:spChg>
        <pc:spChg chg="add mod ord">
          <ac:chgData name="Tran Trong Binh" userId="c1283c94-e8ca-44d9-904c-fa0c4c442f84" providerId="ADAL" clId="{7E78C4F1-C606-49BA-BA34-4584D9A8424A}" dt="2025-05-16T06:37:30.699" v="1395" actId="5793"/>
          <ac:spMkLst>
            <pc:docMk/>
            <pc:sldMk cId="0" sldId="361"/>
            <ac:spMk id="7" creationId="{83ECF5FD-E8F0-816B-E930-4BD0C383DC7A}"/>
          </ac:spMkLst>
        </pc:spChg>
      </pc:sldChg>
      <pc:sldChg chg="addSp delSp modSp mod chgLayout">
        <pc:chgData name="Tran Trong Binh" userId="c1283c94-e8ca-44d9-904c-fa0c4c442f84" providerId="ADAL" clId="{7E78C4F1-C606-49BA-BA34-4584D9A8424A}" dt="2025-05-16T06:37:46.372" v="1401"/>
        <pc:sldMkLst>
          <pc:docMk/>
          <pc:sldMk cId="0" sldId="362"/>
        </pc:sldMkLst>
        <pc:spChg chg="mod ord">
          <ac:chgData name="Tran Trong Binh" userId="c1283c94-e8ca-44d9-904c-fa0c4c442f84" providerId="ADAL" clId="{7E78C4F1-C606-49BA-BA34-4584D9A8424A}" dt="2025-05-16T06:37:44.319" v="1398" actId="6264"/>
          <ac:spMkLst>
            <pc:docMk/>
            <pc:sldMk cId="0" sldId="362"/>
            <ac:spMk id="2" creationId="{00000000-0000-0000-0000-000000000000}"/>
          </ac:spMkLst>
        </pc:spChg>
        <pc:spChg chg="del mod">
          <ac:chgData name="Tran Trong Binh" userId="c1283c94-e8ca-44d9-904c-fa0c4c442f84" providerId="ADAL" clId="{7E78C4F1-C606-49BA-BA34-4584D9A8424A}" dt="2025-05-16T06:37:42.902" v="1397" actId="478"/>
          <ac:spMkLst>
            <pc:docMk/>
            <pc:sldMk cId="0" sldId="362"/>
            <ac:spMk id="3" creationId="{00000000-0000-0000-0000-000000000000}"/>
          </ac:spMkLst>
        </pc:spChg>
        <pc:spChg chg="mod ord">
          <ac:chgData name="Tran Trong Binh" userId="c1283c94-e8ca-44d9-904c-fa0c4c442f84" providerId="ADAL" clId="{7E78C4F1-C606-49BA-BA34-4584D9A8424A}" dt="2025-05-16T06:37:44.319" v="1398" actId="6264"/>
          <ac:spMkLst>
            <pc:docMk/>
            <pc:sldMk cId="0" sldId="362"/>
            <ac:spMk id="4" creationId="{00000000-0000-0000-0000-000000000000}"/>
          </ac:spMkLst>
        </pc:spChg>
        <pc:spChg chg="add del mod">
          <ac:chgData name="Tran Trong Binh" userId="c1283c94-e8ca-44d9-904c-fa0c4c442f84" providerId="ADAL" clId="{7E78C4F1-C606-49BA-BA34-4584D9A8424A}" dt="2025-05-16T06:37:44.319" v="1398" actId="6264"/>
          <ac:spMkLst>
            <pc:docMk/>
            <pc:sldMk cId="0" sldId="362"/>
            <ac:spMk id="5" creationId="{5CF1CBBE-064A-938F-B39F-F1B36035A6F7}"/>
          </ac:spMkLst>
        </pc:spChg>
        <pc:spChg chg="add del mod">
          <ac:chgData name="Tran Trong Binh" userId="c1283c94-e8ca-44d9-904c-fa0c4c442f84" providerId="ADAL" clId="{7E78C4F1-C606-49BA-BA34-4584D9A8424A}" dt="2025-05-16T06:37:44.319" v="1398" actId="6264"/>
          <ac:spMkLst>
            <pc:docMk/>
            <pc:sldMk cId="0" sldId="362"/>
            <ac:spMk id="6" creationId="{9B47A7BB-ACD3-BC1B-C902-E4B5E39CB4CC}"/>
          </ac:spMkLst>
        </pc:spChg>
        <pc:spChg chg="add mod ord">
          <ac:chgData name="Tran Trong Binh" userId="c1283c94-e8ca-44d9-904c-fa0c4c442f84" providerId="ADAL" clId="{7E78C4F1-C606-49BA-BA34-4584D9A8424A}" dt="2025-05-16T06:37:46.372" v="1401"/>
          <ac:spMkLst>
            <pc:docMk/>
            <pc:sldMk cId="0" sldId="362"/>
            <ac:spMk id="7" creationId="{29540B0D-4E69-4C51-A302-392706F4ABD9}"/>
          </ac:spMkLst>
        </pc:spChg>
        <pc:spChg chg="add del">
          <ac:chgData name="Tran Trong Binh" userId="c1283c94-e8ca-44d9-904c-fa0c4c442f84" providerId="ADAL" clId="{7E78C4F1-C606-49BA-BA34-4584D9A8424A}" dt="2025-05-16T06:37:45.637" v="1400" actId="22"/>
          <ac:spMkLst>
            <pc:docMk/>
            <pc:sldMk cId="0" sldId="362"/>
            <ac:spMk id="9" creationId="{1B42CBF7-BCB0-16E3-D0D3-737A6DF7191D}"/>
          </ac:spMkLst>
        </pc:spChg>
      </pc:sldChg>
      <pc:sldChg chg="addSp delSp modSp mod chgLayout">
        <pc:chgData name="Tran Trong Binh" userId="c1283c94-e8ca-44d9-904c-fa0c4c442f84" providerId="ADAL" clId="{7E78C4F1-C606-49BA-BA34-4584D9A8424A}" dt="2025-05-16T06:38:03.277" v="1407" actId="20577"/>
        <pc:sldMkLst>
          <pc:docMk/>
          <pc:sldMk cId="0" sldId="363"/>
        </pc:sldMkLst>
        <pc:spChg chg="mod ord">
          <ac:chgData name="Tran Trong Binh" userId="c1283c94-e8ca-44d9-904c-fa0c4c442f84" providerId="ADAL" clId="{7E78C4F1-C606-49BA-BA34-4584D9A8424A}" dt="2025-05-16T06:37:58.480" v="1405" actId="6264"/>
          <ac:spMkLst>
            <pc:docMk/>
            <pc:sldMk cId="0" sldId="363"/>
            <ac:spMk id="2" creationId="{00000000-0000-0000-0000-000000000000}"/>
          </ac:spMkLst>
        </pc:spChg>
        <pc:spChg chg="del mod">
          <ac:chgData name="Tran Trong Binh" userId="c1283c94-e8ca-44d9-904c-fa0c4c442f84" providerId="ADAL" clId="{7E78C4F1-C606-49BA-BA34-4584D9A8424A}" dt="2025-05-16T06:37:57.378" v="1404"/>
          <ac:spMkLst>
            <pc:docMk/>
            <pc:sldMk cId="0" sldId="363"/>
            <ac:spMk id="3" creationId="{00000000-0000-0000-0000-000000000000}"/>
          </ac:spMkLst>
        </pc:spChg>
        <pc:spChg chg="mod ord">
          <ac:chgData name="Tran Trong Binh" userId="c1283c94-e8ca-44d9-904c-fa0c4c442f84" providerId="ADAL" clId="{7E78C4F1-C606-49BA-BA34-4584D9A8424A}" dt="2025-05-16T06:37:58.480" v="1405" actId="6264"/>
          <ac:spMkLst>
            <pc:docMk/>
            <pc:sldMk cId="0" sldId="363"/>
            <ac:spMk id="4" creationId="{00000000-0000-0000-0000-000000000000}"/>
          </ac:spMkLst>
        </pc:spChg>
        <pc:spChg chg="add del mod">
          <ac:chgData name="Tran Trong Binh" userId="c1283c94-e8ca-44d9-904c-fa0c4c442f84" providerId="ADAL" clId="{7E78C4F1-C606-49BA-BA34-4584D9A8424A}" dt="2025-05-16T06:37:58.480" v="1405" actId="6264"/>
          <ac:spMkLst>
            <pc:docMk/>
            <pc:sldMk cId="0" sldId="363"/>
            <ac:spMk id="5" creationId="{0785D1B7-68B2-5B1E-D9D5-41F9C98F0093}"/>
          </ac:spMkLst>
        </pc:spChg>
        <pc:spChg chg="add del mod">
          <ac:chgData name="Tran Trong Binh" userId="c1283c94-e8ca-44d9-904c-fa0c4c442f84" providerId="ADAL" clId="{7E78C4F1-C606-49BA-BA34-4584D9A8424A}" dt="2025-05-16T06:37:58.480" v="1405" actId="6264"/>
          <ac:spMkLst>
            <pc:docMk/>
            <pc:sldMk cId="0" sldId="363"/>
            <ac:spMk id="6" creationId="{562CBB91-BBA7-A59E-1FA1-5BBCB3ACDA68}"/>
          </ac:spMkLst>
        </pc:spChg>
        <pc:spChg chg="add mod ord">
          <ac:chgData name="Tran Trong Binh" userId="c1283c94-e8ca-44d9-904c-fa0c4c442f84" providerId="ADAL" clId="{7E78C4F1-C606-49BA-BA34-4584D9A8424A}" dt="2025-05-16T06:38:03.277" v="1407" actId="20577"/>
          <ac:spMkLst>
            <pc:docMk/>
            <pc:sldMk cId="0" sldId="363"/>
            <ac:spMk id="7" creationId="{242B7242-8247-339E-E5D8-D1B3396E58C8}"/>
          </ac:spMkLst>
        </pc:spChg>
      </pc:sldChg>
      <pc:sldChg chg="modSp mod">
        <pc:chgData name="Tran Trong Binh" userId="c1283c94-e8ca-44d9-904c-fa0c4c442f84" providerId="ADAL" clId="{7E78C4F1-C606-49BA-BA34-4584D9A8424A}" dt="2025-05-16T02:42:01.567" v="36" actId="1076"/>
        <pc:sldMkLst>
          <pc:docMk/>
          <pc:sldMk cId="0" sldId="364"/>
        </pc:sldMkLst>
        <pc:picChg chg="mod">
          <ac:chgData name="Tran Trong Binh" userId="c1283c94-e8ca-44d9-904c-fa0c4c442f84" providerId="ADAL" clId="{7E78C4F1-C606-49BA-BA34-4584D9A8424A}" dt="2025-05-16T02:42:01.567" v="36" actId="1076"/>
          <ac:picMkLst>
            <pc:docMk/>
            <pc:sldMk cId="0" sldId="364"/>
            <ac:picMk id="4" creationId="{00000000-0000-0000-0000-000000000000}"/>
          </ac:picMkLst>
        </pc:picChg>
      </pc:sldChg>
      <pc:sldChg chg="addSp delSp modSp mod chgLayout">
        <pc:chgData name="Tran Trong Binh" userId="c1283c94-e8ca-44d9-904c-fa0c4c442f84" providerId="ADAL" clId="{7E78C4F1-C606-49BA-BA34-4584D9A8424A}" dt="2025-05-16T06:38:15.144" v="1414" actId="20577"/>
        <pc:sldMkLst>
          <pc:docMk/>
          <pc:sldMk cId="0" sldId="365"/>
        </pc:sldMkLst>
        <pc:spChg chg="mod ord">
          <ac:chgData name="Tran Trong Binh" userId="c1283c94-e8ca-44d9-904c-fa0c4c442f84" providerId="ADAL" clId="{7E78C4F1-C606-49BA-BA34-4584D9A8424A}" dt="2025-05-16T06:38:11.340" v="1411" actId="6264"/>
          <ac:spMkLst>
            <pc:docMk/>
            <pc:sldMk cId="0" sldId="365"/>
            <ac:spMk id="2" creationId="{00000000-0000-0000-0000-000000000000}"/>
          </ac:spMkLst>
        </pc:spChg>
        <pc:spChg chg="del mod">
          <ac:chgData name="Tran Trong Binh" userId="c1283c94-e8ca-44d9-904c-fa0c4c442f84" providerId="ADAL" clId="{7E78C4F1-C606-49BA-BA34-4584D9A8424A}" dt="2025-05-16T06:38:09.040" v="1410"/>
          <ac:spMkLst>
            <pc:docMk/>
            <pc:sldMk cId="0" sldId="365"/>
            <ac:spMk id="3" creationId="{00000000-0000-0000-0000-000000000000}"/>
          </ac:spMkLst>
        </pc:spChg>
        <pc:spChg chg="mod ord">
          <ac:chgData name="Tran Trong Binh" userId="c1283c94-e8ca-44d9-904c-fa0c4c442f84" providerId="ADAL" clId="{7E78C4F1-C606-49BA-BA34-4584D9A8424A}" dt="2025-05-16T06:38:11.340" v="1411" actId="6264"/>
          <ac:spMkLst>
            <pc:docMk/>
            <pc:sldMk cId="0" sldId="365"/>
            <ac:spMk id="4" creationId="{00000000-0000-0000-0000-000000000000}"/>
          </ac:spMkLst>
        </pc:spChg>
        <pc:spChg chg="add del mod">
          <ac:chgData name="Tran Trong Binh" userId="c1283c94-e8ca-44d9-904c-fa0c4c442f84" providerId="ADAL" clId="{7E78C4F1-C606-49BA-BA34-4584D9A8424A}" dt="2025-05-16T06:38:11.340" v="1411" actId="6264"/>
          <ac:spMkLst>
            <pc:docMk/>
            <pc:sldMk cId="0" sldId="365"/>
            <ac:spMk id="5" creationId="{795B1119-5448-6FD9-0EF2-1EE063BD448D}"/>
          </ac:spMkLst>
        </pc:spChg>
        <pc:spChg chg="add del mod">
          <ac:chgData name="Tran Trong Binh" userId="c1283c94-e8ca-44d9-904c-fa0c4c442f84" providerId="ADAL" clId="{7E78C4F1-C606-49BA-BA34-4584D9A8424A}" dt="2025-05-16T06:38:11.340" v="1411" actId="6264"/>
          <ac:spMkLst>
            <pc:docMk/>
            <pc:sldMk cId="0" sldId="365"/>
            <ac:spMk id="6" creationId="{97B71A61-FA17-7195-517D-AF3E4EA7859D}"/>
          </ac:spMkLst>
        </pc:spChg>
        <pc:spChg chg="add mod ord">
          <ac:chgData name="Tran Trong Binh" userId="c1283c94-e8ca-44d9-904c-fa0c4c442f84" providerId="ADAL" clId="{7E78C4F1-C606-49BA-BA34-4584D9A8424A}" dt="2025-05-16T06:38:15.144" v="1414" actId="20577"/>
          <ac:spMkLst>
            <pc:docMk/>
            <pc:sldMk cId="0" sldId="365"/>
            <ac:spMk id="7" creationId="{4773C44A-3C94-1DA4-8B25-6CE52141DEA6}"/>
          </ac:spMkLst>
        </pc:spChg>
      </pc:sldChg>
      <pc:sldChg chg="addSp delSp modSp mod chgLayout">
        <pc:chgData name="Tran Trong Binh" userId="c1283c94-e8ca-44d9-904c-fa0c4c442f84" providerId="ADAL" clId="{7E78C4F1-C606-49BA-BA34-4584D9A8424A}" dt="2025-05-16T06:38:24.317" v="1419"/>
        <pc:sldMkLst>
          <pc:docMk/>
          <pc:sldMk cId="0" sldId="366"/>
        </pc:sldMkLst>
        <pc:spChg chg="mod ord">
          <ac:chgData name="Tran Trong Binh" userId="c1283c94-e8ca-44d9-904c-fa0c4c442f84" providerId="ADAL" clId="{7E78C4F1-C606-49BA-BA34-4584D9A8424A}" dt="2025-05-16T06:38:23.600" v="1418" actId="6264"/>
          <ac:spMkLst>
            <pc:docMk/>
            <pc:sldMk cId="0" sldId="366"/>
            <ac:spMk id="2" creationId="{00000000-0000-0000-0000-000000000000}"/>
          </ac:spMkLst>
        </pc:spChg>
        <pc:spChg chg="del mod">
          <ac:chgData name="Tran Trong Binh" userId="c1283c94-e8ca-44d9-904c-fa0c4c442f84" providerId="ADAL" clId="{7E78C4F1-C606-49BA-BA34-4584D9A8424A}" dt="2025-05-16T06:38:21.946" v="1417"/>
          <ac:spMkLst>
            <pc:docMk/>
            <pc:sldMk cId="0" sldId="366"/>
            <ac:spMk id="3" creationId="{00000000-0000-0000-0000-000000000000}"/>
          </ac:spMkLst>
        </pc:spChg>
        <pc:spChg chg="mod ord">
          <ac:chgData name="Tran Trong Binh" userId="c1283c94-e8ca-44d9-904c-fa0c4c442f84" providerId="ADAL" clId="{7E78C4F1-C606-49BA-BA34-4584D9A8424A}" dt="2025-05-16T06:38:23.600" v="1418" actId="6264"/>
          <ac:spMkLst>
            <pc:docMk/>
            <pc:sldMk cId="0" sldId="366"/>
            <ac:spMk id="4" creationId="{00000000-0000-0000-0000-000000000000}"/>
          </ac:spMkLst>
        </pc:spChg>
        <pc:spChg chg="add del mod">
          <ac:chgData name="Tran Trong Binh" userId="c1283c94-e8ca-44d9-904c-fa0c4c442f84" providerId="ADAL" clId="{7E78C4F1-C606-49BA-BA34-4584D9A8424A}" dt="2025-05-16T06:38:23.600" v="1418" actId="6264"/>
          <ac:spMkLst>
            <pc:docMk/>
            <pc:sldMk cId="0" sldId="366"/>
            <ac:spMk id="5" creationId="{A2D749BB-FB2F-6EF0-DF47-8172FF1AE20E}"/>
          </ac:spMkLst>
        </pc:spChg>
        <pc:spChg chg="add del mod">
          <ac:chgData name="Tran Trong Binh" userId="c1283c94-e8ca-44d9-904c-fa0c4c442f84" providerId="ADAL" clId="{7E78C4F1-C606-49BA-BA34-4584D9A8424A}" dt="2025-05-16T06:38:23.600" v="1418" actId="6264"/>
          <ac:spMkLst>
            <pc:docMk/>
            <pc:sldMk cId="0" sldId="366"/>
            <ac:spMk id="6" creationId="{80B616D6-01FE-78AF-EAA5-55C3E60A50B1}"/>
          </ac:spMkLst>
        </pc:spChg>
        <pc:spChg chg="add mod ord">
          <ac:chgData name="Tran Trong Binh" userId="c1283c94-e8ca-44d9-904c-fa0c4c442f84" providerId="ADAL" clId="{7E78C4F1-C606-49BA-BA34-4584D9A8424A}" dt="2025-05-16T06:38:24.317" v="1419"/>
          <ac:spMkLst>
            <pc:docMk/>
            <pc:sldMk cId="0" sldId="366"/>
            <ac:spMk id="7" creationId="{44FDB5E8-28CA-451F-452F-3923BD1F17B7}"/>
          </ac:spMkLst>
        </pc:spChg>
      </pc:sldChg>
      <pc:sldChg chg="addSp delSp modSp mod chgLayout">
        <pc:chgData name="Tran Trong Binh" userId="c1283c94-e8ca-44d9-904c-fa0c4c442f84" providerId="ADAL" clId="{7E78C4F1-C606-49BA-BA34-4584D9A8424A}" dt="2025-05-16T06:38:36.826" v="1424"/>
        <pc:sldMkLst>
          <pc:docMk/>
          <pc:sldMk cId="0" sldId="367"/>
        </pc:sldMkLst>
        <pc:spChg chg="mod ord">
          <ac:chgData name="Tran Trong Binh" userId="c1283c94-e8ca-44d9-904c-fa0c4c442f84" providerId="ADAL" clId="{7E78C4F1-C606-49BA-BA34-4584D9A8424A}" dt="2025-05-16T06:38:35.954" v="1423" actId="6264"/>
          <ac:spMkLst>
            <pc:docMk/>
            <pc:sldMk cId="0" sldId="367"/>
            <ac:spMk id="2" creationId="{00000000-0000-0000-0000-000000000000}"/>
          </ac:spMkLst>
        </pc:spChg>
        <pc:spChg chg="del mod">
          <ac:chgData name="Tran Trong Binh" userId="c1283c94-e8ca-44d9-904c-fa0c4c442f84" providerId="ADAL" clId="{7E78C4F1-C606-49BA-BA34-4584D9A8424A}" dt="2025-05-16T06:38:32.059" v="1422"/>
          <ac:spMkLst>
            <pc:docMk/>
            <pc:sldMk cId="0" sldId="367"/>
            <ac:spMk id="3" creationId="{00000000-0000-0000-0000-000000000000}"/>
          </ac:spMkLst>
        </pc:spChg>
        <pc:spChg chg="mod ord">
          <ac:chgData name="Tran Trong Binh" userId="c1283c94-e8ca-44d9-904c-fa0c4c442f84" providerId="ADAL" clId="{7E78C4F1-C606-49BA-BA34-4584D9A8424A}" dt="2025-05-16T06:38:35.954" v="1423" actId="6264"/>
          <ac:spMkLst>
            <pc:docMk/>
            <pc:sldMk cId="0" sldId="367"/>
            <ac:spMk id="4" creationId="{00000000-0000-0000-0000-000000000000}"/>
          </ac:spMkLst>
        </pc:spChg>
        <pc:spChg chg="add del mod">
          <ac:chgData name="Tran Trong Binh" userId="c1283c94-e8ca-44d9-904c-fa0c4c442f84" providerId="ADAL" clId="{7E78C4F1-C606-49BA-BA34-4584D9A8424A}" dt="2025-05-16T06:38:35.954" v="1423" actId="6264"/>
          <ac:spMkLst>
            <pc:docMk/>
            <pc:sldMk cId="0" sldId="367"/>
            <ac:spMk id="5" creationId="{122A2D6B-51A0-48EE-FE60-82B39B2F948C}"/>
          </ac:spMkLst>
        </pc:spChg>
        <pc:spChg chg="add del mod">
          <ac:chgData name="Tran Trong Binh" userId="c1283c94-e8ca-44d9-904c-fa0c4c442f84" providerId="ADAL" clId="{7E78C4F1-C606-49BA-BA34-4584D9A8424A}" dt="2025-05-16T06:38:35.954" v="1423" actId="6264"/>
          <ac:spMkLst>
            <pc:docMk/>
            <pc:sldMk cId="0" sldId="367"/>
            <ac:spMk id="6" creationId="{3898A09D-08A8-4ACE-EAF2-D8F17D5F7B29}"/>
          </ac:spMkLst>
        </pc:spChg>
        <pc:spChg chg="add mod ord">
          <ac:chgData name="Tran Trong Binh" userId="c1283c94-e8ca-44d9-904c-fa0c4c442f84" providerId="ADAL" clId="{7E78C4F1-C606-49BA-BA34-4584D9A8424A}" dt="2025-05-16T06:38:36.826" v="1424"/>
          <ac:spMkLst>
            <pc:docMk/>
            <pc:sldMk cId="0" sldId="367"/>
            <ac:spMk id="7" creationId="{F3FB2EBF-F41F-0F2F-A031-CAC4A0D62B04}"/>
          </ac:spMkLst>
        </pc:spChg>
      </pc:sldChg>
      <pc:sldChg chg="addSp delSp modSp mod chgLayout">
        <pc:chgData name="Tran Trong Binh" userId="c1283c94-e8ca-44d9-904c-fa0c4c442f84" providerId="ADAL" clId="{7E78C4F1-C606-49BA-BA34-4584D9A8424A}" dt="2025-05-16T06:53:13.284" v="1726"/>
        <pc:sldMkLst>
          <pc:docMk/>
          <pc:sldMk cId="0" sldId="368"/>
        </pc:sldMkLst>
        <pc:spChg chg="mod ord">
          <ac:chgData name="Tran Trong Binh" userId="c1283c94-e8ca-44d9-904c-fa0c4c442f84" providerId="ADAL" clId="{7E78C4F1-C606-49BA-BA34-4584D9A8424A}" dt="2025-05-16T06:53:12.490" v="1725" actId="6264"/>
          <ac:spMkLst>
            <pc:docMk/>
            <pc:sldMk cId="0" sldId="368"/>
            <ac:spMk id="2" creationId="{00000000-0000-0000-0000-000000000000}"/>
          </ac:spMkLst>
        </pc:spChg>
        <pc:spChg chg="del mod">
          <ac:chgData name="Tran Trong Binh" userId="c1283c94-e8ca-44d9-904c-fa0c4c442f84" providerId="ADAL" clId="{7E78C4F1-C606-49BA-BA34-4584D9A8424A}" dt="2025-05-16T06:53:11.515" v="1724"/>
          <ac:spMkLst>
            <pc:docMk/>
            <pc:sldMk cId="0" sldId="368"/>
            <ac:spMk id="3" creationId="{00000000-0000-0000-0000-000000000000}"/>
          </ac:spMkLst>
        </pc:spChg>
        <pc:spChg chg="mod ord">
          <ac:chgData name="Tran Trong Binh" userId="c1283c94-e8ca-44d9-904c-fa0c4c442f84" providerId="ADAL" clId="{7E78C4F1-C606-49BA-BA34-4584D9A8424A}" dt="2025-05-16T06:53:12.490" v="1725" actId="6264"/>
          <ac:spMkLst>
            <pc:docMk/>
            <pc:sldMk cId="0" sldId="368"/>
            <ac:spMk id="5" creationId="{00000000-0000-0000-0000-000000000000}"/>
          </ac:spMkLst>
        </pc:spChg>
        <pc:spChg chg="add del mod">
          <ac:chgData name="Tran Trong Binh" userId="c1283c94-e8ca-44d9-904c-fa0c4c442f84" providerId="ADAL" clId="{7E78C4F1-C606-49BA-BA34-4584D9A8424A}" dt="2025-05-16T06:53:12.490" v="1725" actId="6264"/>
          <ac:spMkLst>
            <pc:docMk/>
            <pc:sldMk cId="0" sldId="368"/>
            <ac:spMk id="6" creationId="{DBF4C7C0-EF0A-F7FD-8ADC-13BF7A8BEC65}"/>
          </ac:spMkLst>
        </pc:spChg>
        <pc:spChg chg="add del mod">
          <ac:chgData name="Tran Trong Binh" userId="c1283c94-e8ca-44d9-904c-fa0c4c442f84" providerId="ADAL" clId="{7E78C4F1-C606-49BA-BA34-4584D9A8424A}" dt="2025-05-16T06:53:12.490" v="1725" actId="6264"/>
          <ac:spMkLst>
            <pc:docMk/>
            <pc:sldMk cId="0" sldId="368"/>
            <ac:spMk id="7" creationId="{F2D5B89B-A254-6A7F-8373-E227662EC38B}"/>
          </ac:spMkLst>
        </pc:spChg>
        <pc:spChg chg="add mod ord">
          <ac:chgData name="Tran Trong Binh" userId="c1283c94-e8ca-44d9-904c-fa0c4c442f84" providerId="ADAL" clId="{7E78C4F1-C606-49BA-BA34-4584D9A8424A}" dt="2025-05-16T06:53:13.284" v="1726"/>
          <ac:spMkLst>
            <pc:docMk/>
            <pc:sldMk cId="0" sldId="368"/>
            <ac:spMk id="8" creationId="{6D016EEB-AFD1-C82F-FE05-ED7382C5CD41}"/>
          </ac:spMkLst>
        </pc:spChg>
        <pc:picChg chg="mod">
          <ac:chgData name="Tran Trong Binh" userId="c1283c94-e8ca-44d9-904c-fa0c4c442f84" providerId="ADAL" clId="{7E78C4F1-C606-49BA-BA34-4584D9A8424A}" dt="2025-05-16T06:38:43.736" v="1425" actId="1076"/>
          <ac:picMkLst>
            <pc:docMk/>
            <pc:sldMk cId="0" sldId="368"/>
            <ac:picMk id="4" creationId="{00000000-0000-0000-0000-000000000000}"/>
          </ac:picMkLst>
        </pc:picChg>
      </pc:sldChg>
      <pc:sldChg chg="addSp delSp modSp mod chgLayout">
        <pc:chgData name="Tran Trong Binh" userId="c1283c94-e8ca-44d9-904c-fa0c4c442f84" providerId="ADAL" clId="{7E78C4F1-C606-49BA-BA34-4584D9A8424A}" dt="2025-05-16T06:39:04.485" v="1434"/>
        <pc:sldMkLst>
          <pc:docMk/>
          <pc:sldMk cId="0" sldId="369"/>
        </pc:sldMkLst>
        <pc:spChg chg="mod ord">
          <ac:chgData name="Tran Trong Binh" userId="c1283c94-e8ca-44d9-904c-fa0c4c442f84" providerId="ADAL" clId="{7E78C4F1-C606-49BA-BA34-4584D9A8424A}" dt="2025-05-16T06:39:03.512" v="1433" actId="6264"/>
          <ac:spMkLst>
            <pc:docMk/>
            <pc:sldMk cId="0" sldId="369"/>
            <ac:spMk id="2" creationId="{00000000-0000-0000-0000-000000000000}"/>
          </ac:spMkLst>
        </pc:spChg>
        <pc:spChg chg="del mod">
          <ac:chgData name="Tran Trong Binh" userId="c1283c94-e8ca-44d9-904c-fa0c4c442f84" providerId="ADAL" clId="{7E78C4F1-C606-49BA-BA34-4584D9A8424A}" dt="2025-05-16T06:39:00.677" v="1432"/>
          <ac:spMkLst>
            <pc:docMk/>
            <pc:sldMk cId="0" sldId="369"/>
            <ac:spMk id="3" creationId="{00000000-0000-0000-0000-000000000000}"/>
          </ac:spMkLst>
        </pc:spChg>
        <pc:spChg chg="mod ord">
          <ac:chgData name="Tran Trong Binh" userId="c1283c94-e8ca-44d9-904c-fa0c4c442f84" providerId="ADAL" clId="{7E78C4F1-C606-49BA-BA34-4584D9A8424A}" dt="2025-05-16T06:39:03.512" v="1433" actId="6264"/>
          <ac:spMkLst>
            <pc:docMk/>
            <pc:sldMk cId="0" sldId="369"/>
            <ac:spMk id="6" creationId="{00000000-0000-0000-0000-000000000000}"/>
          </ac:spMkLst>
        </pc:spChg>
        <pc:spChg chg="add del mod">
          <ac:chgData name="Tran Trong Binh" userId="c1283c94-e8ca-44d9-904c-fa0c4c442f84" providerId="ADAL" clId="{7E78C4F1-C606-49BA-BA34-4584D9A8424A}" dt="2025-05-16T06:39:03.512" v="1433" actId="6264"/>
          <ac:spMkLst>
            <pc:docMk/>
            <pc:sldMk cId="0" sldId="369"/>
            <ac:spMk id="7" creationId="{77B282E7-5BF2-8BE2-2381-03B55716647C}"/>
          </ac:spMkLst>
        </pc:spChg>
        <pc:spChg chg="add del mod">
          <ac:chgData name="Tran Trong Binh" userId="c1283c94-e8ca-44d9-904c-fa0c4c442f84" providerId="ADAL" clId="{7E78C4F1-C606-49BA-BA34-4584D9A8424A}" dt="2025-05-16T06:39:03.512" v="1433" actId="6264"/>
          <ac:spMkLst>
            <pc:docMk/>
            <pc:sldMk cId="0" sldId="369"/>
            <ac:spMk id="8" creationId="{6E3A631A-3F98-8C4C-53FA-45FB0A10E4CF}"/>
          </ac:spMkLst>
        </pc:spChg>
        <pc:spChg chg="add mod ord">
          <ac:chgData name="Tran Trong Binh" userId="c1283c94-e8ca-44d9-904c-fa0c4c442f84" providerId="ADAL" clId="{7E78C4F1-C606-49BA-BA34-4584D9A8424A}" dt="2025-05-16T06:39:04.485" v="1434"/>
          <ac:spMkLst>
            <pc:docMk/>
            <pc:sldMk cId="0" sldId="369"/>
            <ac:spMk id="9" creationId="{4A4369F9-1D1B-E483-99B0-11DD786D1B03}"/>
          </ac:spMkLst>
        </pc:spChg>
      </pc:sldChg>
      <pc:sldChg chg="addSp delSp modSp mod chgLayout">
        <pc:chgData name="Tran Trong Binh" userId="c1283c94-e8ca-44d9-904c-fa0c4c442f84" providerId="ADAL" clId="{7E78C4F1-C606-49BA-BA34-4584D9A8424A}" dt="2025-05-16T06:39:25.522" v="1441" actId="6549"/>
        <pc:sldMkLst>
          <pc:docMk/>
          <pc:sldMk cId="0" sldId="370"/>
        </pc:sldMkLst>
        <pc:spChg chg="mod ord">
          <ac:chgData name="Tran Trong Binh" userId="c1283c94-e8ca-44d9-904c-fa0c4c442f84" providerId="ADAL" clId="{7E78C4F1-C606-49BA-BA34-4584D9A8424A}" dt="2025-05-16T06:39:16.270" v="1438" actId="700"/>
          <ac:spMkLst>
            <pc:docMk/>
            <pc:sldMk cId="0" sldId="370"/>
            <ac:spMk id="2" creationId="{00000000-0000-0000-0000-000000000000}"/>
          </ac:spMkLst>
        </pc:spChg>
        <pc:spChg chg="del mod">
          <ac:chgData name="Tran Trong Binh" userId="c1283c94-e8ca-44d9-904c-fa0c4c442f84" providerId="ADAL" clId="{7E78C4F1-C606-49BA-BA34-4584D9A8424A}" dt="2025-05-16T06:39:14.177" v="1437"/>
          <ac:spMkLst>
            <pc:docMk/>
            <pc:sldMk cId="0" sldId="370"/>
            <ac:spMk id="3" creationId="{00000000-0000-0000-0000-000000000000}"/>
          </ac:spMkLst>
        </pc:spChg>
        <pc:spChg chg="mod ord">
          <ac:chgData name="Tran Trong Binh" userId="c1283c94-e8ca-44d9-904c-fa0c4c442f84" providerId="ADAL" clId="{7E78C4F1-C606-49BA-BA34-4584D9A8424A}" dt="2025-05-16T06:39:16.270" v="1438" actId="700"/>
          <ac:spMkLst>
            <pc:docMk/>
            <pc:sldMk cId="0" sldId="370"/>
            <ac:spMk id="4" creationId="{00000000-0000-0000-0000-000000000000}"/>
          </ac:spMkLst>
        </pc:spChg>
        <pc:spChg chg="add mod ord">
          <ac:chgData name="Tran Trong Binh" userId="c1283c94-e8ca-44d9-904c-fa0c4c442f84" providerId="ADAL" clId="{7E78C4F1-C606-49BA-BA34-4584D9A8424A}" dt="2025-05-16T06:39:25.522" v="1441" actId="6549"/>
          <ac:spMkLst>
            <pc:docMk/>
            <pc:sldMk cId="0" sldId="370"/>
            <ac:spMk id="5" creationId="{AC223873-A565-E889-0798-204BCB927B53}"/>
          </ac:spMkLst>
        </pc:spChg>
      </pc:sldChg>
      <pc:sldChg chg="addSp delSp modSp mod chgLayout">
        <pc:chgData name="Tran Trong Binh" userId="c1283c94-e8ca-44d9-904c-fa0c4c442f84" providerId="ADAL" clId="{7E78C4F1-C606-49BA-BA34-4584D9A8424A}" dt="2025-05-16T06:53:04.431" v="1721"/>
        <pc:sldMkLst>
          <pc:docMk/>
          <pc:sldMk cId="0" sldId="371"/>
        </pc:sldMkLst>
        <pc:spChg chg="mod ord">
          <ac:chgData name="Tran Trong Binh" userId="c1283c94-e8ca-44d9-904c-fa0c4c442f84" providerId="ADAL" clId="{7E78C4F1-C606-49BA-BA34-4584D9A8424A}" dt="2025-05-16T06:53:03.472" v="1720" actId="6264"/>
          <ac:spMkLst>
            <pc:docMk/>
            <pc:sldMk cId="0" sldId="371"/>
            <ac:spMk id="2" creationId="{00000000-0000-0000-0000-000000000000}"/>
          </ac:spMkLst>
        </pc:spChg>
        <pc:spChg chg="del mod">
          <ac:chgData name="Tran Trong Binh" userId="c1283c94-e8ca-44d9-904c-fa0c4c442f84" providerId="ADAL" clId="{7E78C4F1-C606-49BA-BA34-4584D9A8424A}" dt="2025-05-16T06:53:01.833" v="1719"/>
          <ac:spMkLst>
            <pc:docMk/>
            <pc:sldMk cId="0" sldId="371"/>
            <ac:spMk id="3" creationId="{00000000-0000-0000-0000-000000000000}"/>
          </ac:spMkLst>
        </pc:spChg>
        <pc:spChg chg="mod ord">
          <ac:chgData name="Tran Trong Binh" userId="c1283c94-e8ca-44d9-904c-fa0c4c442f84" providerId="ADAL" clId="{7E78C4F1-C606-49BA-BA34-4584D9A8424A}" dt="2025-05-16T06:53:03.472" v="1720" actId="6264"/>
          <ac:spMkLst>
            <pc:docMk/>
            <pc:sldMk cId="0" sldId="371"/>
            <ac:spMk id="6" creationId="{00000000-0000-0000-0000-000000000000}"/>
          </ac:spMkLst>
        </pc:spChg>
        <pc:spChg chg="add del mod">
          <ac:chgData name="Tran Trong Binh" userId="c1283c94-e8ca-44d9-904c-fa0c4c442f84" providerId="ADAL" clId="{7E78C4F1-C606-49BA-BA34-4584D9A8424A}" dt="2025-05-16T06:53:03.472" v="1720" actId="6264"/>
          <ac:spMkLst>
            <pc:docMk/>
            <pc:sldMk cId="0" sldId="371"/>
            <ac:spMk id="7" creationId="{04AAC7ED-8B7B-4B13-D814-9CD56C360652}"/>
          </ac:spMkLst>
        </pc:spChg>
        <pc:spChg chg="add del mod">
          <ac:chgData name="Tran Trong Binh" userId="c1283c94-e8ca-44d9-904c-fa0c4c442f84" providerId="ADAL" clId="{7E78C4F1-C606-49BA-BA34-4584D9A8424A}" dt="2025-05-16T06:53:03.472" v="1720" actId="6264"/>
          <ac:spMkLst>
            <pc:docMk/>
            <pc:sldMk cId="0" sldId="371"/>
            <ac:spMk id="8" creationId="{FCDFC23B-0801-A535-97A1-7E1EE2514132}"/>
          </ac:spMkLst>
        </pc:spChg>
        <pc:spChg chg="add mod ord">
          <ac:chgData name="Tran Trong Binh" userId="c1283c94-e8ca-44d9-904c-fa0c4c442f84" providerId="ADAL" clId="{7E78C4F1-C606-49BA-BA34-4584D9A8424A}" dt="2025-05-16T06:53:04.431" v="1721"/>
          <ac:spMkLst>
            <pc:docMk/>
            <pc:sldMk cId="0" sldId="371"/>
            <ac:spMk id="9" creationId="{E4B78B4F-124D-CA21-B95B-BDD3FCF47992}"/>
          </ac:spMkLst>
        </pc:spChg>
      </pc:sldChg>
      <pc:sldChg chg="addSp delSp modSp mod chgLayout">
        <pc:chgData name="Tran Trong Binh" userId="c1283c94-e8ca-44d9-904c-fa0c4c442f84" providerId="ADAL" clId="{7E78C4F1-C606-49BA-BA34-4584D9A8424A}" dt="2025-05-16T06:49:20.789" v="1667"/>
        <pc:sldMkLst>
          <pc:docMk/>
          <pc:sldMk cId="0" sldId="372"/>
        </pc:sldMkLst>
        <pc:spChg chg="mod ord">
          <ac:chgData name="Tran Trong Binh" userId="c1283c94-e8ca-44d9-904c-fa0c4c442f84" providerId="ADAL" clId="{7E78C4F1-C606-49BA-BA34-4584D9A8424A}" dt="2025-05-16T06:49:19.891" v="1666" actId="6264"/>
          <ac:spMkLst>
            <pc:docMk/>
            <pc:sldMk cId="0" sldId="372"/>
            <ac:spMk id="2" creationId="{00000000-0000-0000-0000-000000000000}"/>
          </ac:spMkLst>
        </pc:spChg>
        <pc:spChg chg="del mod">
          <ac:chgData name="Tran Trong Binh" userId="c1283c94-e8ca-44d9-904c-fa0c4c442f84" providerId="ADAL" clId="{7E78C4F1-C606-49BA-BA34-4584D9A8424A}" dt="2025-05-16T06:49:18.874" v="1665"/>
          <ac:spMkLst>
            <pc:docMk/>
            <pc:sldMk cId="0" sldId="372"/>
            <ac:spMk id="3" creationId="{00000000-0000-0000-0000-000000000000}"/>
          </ac:spMkLst>
        </pc:spChg>
        <pc:spChg chg="mod ord">
          <ac:chgData name="Tran Trong Binh" userId="c1283c94-e8ca-44d9-904c-fa0c4c442f84" providerId="ADAL" clId="{7E78C4F1-C606-49BA-BA34-4584D9A8424A}" dt="2025-05-16T06:49:19.891" v="1666" actId="6264"/>
          <ac:spMkLst>
            <pc:docMk/>
            <pc:sldMk cId="0" sldId="372"/>
            <ac:spMk id="4" creationId="{00000000-0000-0000-0000-000000000000}"/>
          </ac:spMkLst>
        </pc:spChg>
        <pc:spChg chg="add del mod">
          <ac:chgData name="Tran Trong Binh" userId="c1283c94-e8ca-44d9-904c-fa0c4c442f84" providerId="ADAL" clId="{7E78C4F1-C606-49BA-BA34-4584D9A8424A}" dt="2025-05-16T06:49:19.891" v="1666" actId="6264"/>
          <ac:spMkLst>
            <pc:docMk/>
            <pc:sldMk cId="0" sldId="372"/>
            <ac:spMk id="5" creationId="{6D314834-68A6-66C1-CC96-0CAB02F61E8C}"/>
          </ac:spMkLst>
        </pc:spChg>
        <pc:spChg chg="add del mod">
          <ac:chgData name="Tran Trong Binh" userId="c1283c94-e8ca-44d9-904c-fa0c4c442f84" providerId="ADAL" clId="{7E78C4F1-C606-49BA-BA34-4584D9A8424A}" dt="2025-05-16T06:49:19.891" v="1666" actId="6264"/>
          <ac:spMkLst>
            <pc:docMk/>
            <pc:sldMk cId="0" sldId="372"/>
            <ac:spMk id="6" creationId="{8ADD0BE9-DEFB-A7FA-47F3-0883236D3B55}"/>
          </ac:spMkLst>
        </pc:spChg>
        <pc:spChg chg="add mod ord">
          <ac:chgData name="Tran Trong Binh" userId="c1283c94-e8ca-44d9-904c-fa0c4c442f84" providerId="ADAL" clId="{7E78C4F1-C606-49BA-BA34-4584D9A8424A}" dt="2025-05-16T06:49:20.789" v="1667"/>
          <ac:spMkLst>
            <pc:docMk/>
            <pc:sldMk cId="0" sldId="372"/>
            <ac:spMk id="7" creationId="{B4B1195D-FBC5-3B39-3A8E-0FD96F9CFD01}"/>
          </ac:spMkLst>
        </pc:spChg>
      </pc:sldChg>
      <pc:sldChg chg="modSp mod">
        <pc:chgData name="Tran Trong Binh" userId="c1283c94-e8ca-44d9-904c-fa0c4c442f84" providerId="ADAL" clId="{7E78C4F1-C606-49BA-BA34-4584D9A8424A}" dt="2025-05-16T06:39:42.941" v="1442" actId="1076"/>
        <pc:sldMkLst>
          <pc:docMk/>
          <pc:sldMk cId="0" sldId="373"/>
        </pc:sldMkLst>
        <pc:picChg chg="mod">
          <ac:chgData name="Tran Trong Binh" userId="c1283c94-e8ca-44d9-904c-fa0c4c442f84" providerId="ADAL" clId="{7E78C4F1-C606-49BA-BA34-4584D9A8424A}" dt="2025-05-16T06:39:42.941" v="1442" actId="1076"/>
          <ac:picMkLst>
            <pc:docMk/>
            <pc:sldMk cId="0" sldId="373"/>
            <ac:picMk id="3" creationId="{00000000-0000-0000-0000-000000000000}"/>
          </ac:picMkLst>
        </pc:picChg>
      </pc:sldChg>
      <pc:sldChg chg="addSp delSp modSp mod chgLayout">
        <pc:chgData name="Tran Trong Binh" userId="c1283c94-e8ca-44d9-904c-fa0c4c442f84" providerId="ADAL" clId="{7E78C4F1-C606-49BA-BA34-4584D9A8424A}" dt="2025-05-16T06:40:01.898" v="1449" actId="5793"/>
        <pc:sldMkLst>
          <pc:docMk/>
          <pc:sldMk cId="0" sldId="374"/>
        </pc:sldMkLst>
        <pc:spChg chg="mod ord">
          <ac:chgData name="Tran Trong Binh" userId="c1283c94-e8ca-44d9-904c-fa0c4c442f84" providerId="ADAL" clId="{7E78C4F1-C606-49BA-BA34-4584D9A8424A}" dt="2025-05-16T06:39:51.369" v="1446" actId="6264"/>
          <ac:spMkLst>
            <pc:docMk/>
            <pc:sldMk cId="0" sldId="374"/>
            <ac:spMk id="2" creationId="{00000000-0000-0000-0000-000000000000}"/>
          </ac:spMkLst>
        </pc:spChg>
        <pc:spChg chg="del mod">
          <ac:chgData name="Tran Trong Binh" userId="c1283c94-e8ca-44d9-904c-fa0c4c442f84" providerId="ADAL" clId="{7E78C4F1-C606-49BA-BA34-4584D9A8424A}" dt="2025-05-16T06:39:49.781" v="1445"/>
          <ac:spMkLst>
            <pc:docMk/>
            <pc:sldMk cId="0" sldId="374"/>
            <ac:spMk id="3" creationId="{00000000-0000-0000-0000-000000000000}"/>
          </ac:spMkLst>
        </pc:spChg>
        <pc:spChg chg="mod ord">
          <ac:chgData name="Tran Trong Binh" userId="c1283c94-e8ca-44d9-904c-fa0c4c442f84" providerId="ADAL" clId="{7E78C4F1-C606-49BA-BA34-4584D9A8424A}" dt="2025-05-16T06:39:51.369" v="1446" actId="6264"/>
          <ac:spMkLst>
            <pc:docMk/>
            <pc:sldMk cId="0" sldId="374"/>
            <ac:spMk id="4" creationId="{00000000-0000-0000-0000-000000000000}"/>
          </ac:spMkLst>
        </pc:spChg>
        <pc:spChg chg="add del mod">
          <ac:chgData name="Tran Trong Binh" userId="c1283c94-e8ca-44d9-904c-fa0c4c442f84" providerId="ADAL" clId="{7E78C4F1-C606-49BA-BA34-4584D9A8424A}" dt="2025-05-16T06:39:51.369" v="1446" actId="6264"/>
          <ac:spMkLst>
            <pc:docMk/>
            <pc:sldMk cId="0" sldId="374"/>
            <ac:spMk id="5" creationId="{5D194FFE-2A7D-A8ED-EAC6-E81DBED9224D}"/>
          </ac:spMkLst>
        </pc:spChg>
        <pc:spChg chg="add del mod">
          <ac:chgData name="Tran Trong Binh" userId="c1283c94-e8ca-44d9-904c-fa0c4c442f84" providerId="ADAL" clId="{7E78C4F1-C606-49BA-BA34-4584D9A8424A}" dt="2025-05-16T06:39:51.369" v="1446" actId="6264"/>
          <ac:spMkLst>
            <pc:docMk/>
            <pc:sldMk cId="0" sldId="374"/>
            <ac:spMk id="6" creationId="{23475FB7-994A-5D6B-2FD1-4C1A318BA9D1}"/>
          </ac:spMkLst>
        </pc:spChg>
        <pc:spChg chg="add mod ord">
          <ac:chgData name="Tran Trong Binh" userId="c1283c94-e8ca-44d9-904c-fa0c4c442f84" providerId="ADAL" clId="{7E78C4F1-C606-49BA-BA34-4584D9A8424A}" dt="2025-05-16T06:40:01.898" v="1449" actId="5793"/>
          <ac:spMkLst>
            <pc:docMk/>
            <pc:sldMk cId="0" sldId="374"/>
            <ac:spMk id="7" creationId="{D30A1C52-D72B-C774-90F5-20539948DC30}"/>
          </ac:spMkLst>
        </pc:spChg>
      </pc:sldChg>
      <pc:sldChg chg="addSp delSp modSp mod chgLayout">
        <pc:chgData name="Tran Trong Binh" userId="c1283c94-e8ca-44d9-904c-fa0c4c442f84" providerId="ADAL" clId="{7E78C4F1-C606-49BA-BA34-4584D9A8424A}" dt="2025-05-16T06:58:34.131" v="1784" actId="27636"/>
        <pc:sldMkLst>
          <pc:docMk/>
          <pc:sldMk cId="0" sldId="376"/>
        </pc:sldMkLst>
        <pc:spChg chg="mod ord">
          <ac:chgData name="Tran Trong Binh" userId="c1283c94-e8ca-44d9-904c-fa0c4c442f84" providerId="ADAL" clId="{7E78C4F1-C606-49BA-BA34-4584D9A8424A}" dt="2025-05-16T06:58:33.213" v="1782" actId="6264"/>
          <ac:spMkLst>
            <pc:docMk/>
            <pc:sldMk cId="0" sldId="376"/>
            <ac:spMk id="2" creationId="{00000000-0000-0000-0000-000000000000}"/>
          </ac:spMkLst>
        </pc:spChg>
        <pc:spChg chg="del mod">
          <ac:chgData name="Tran Trong Binh" userId="c1283c94-e8ca-44d9-904c-fa0c4c442f84" providerId="ADAL" clId="{7E78C4F1-C606-49BA-BA34-4584D9A8424A}" dt="2025-05-16T06:51:57.196" v="1670"/>
          <ac:spMkLst>
            <pc:docMk/>
            <pc:sldMk cId="0" sldId="376"/>
            <ac:spMk id="3" creationId="{00000000-0000-0000-0000-000000000000}"/>
          </ac:spMkLst>
        </pc:spChg>
        <pc:spChg chg="mod ord">
          <ac:chgData name="Tran Trong Binh" userId="c1283c94-e8ca-44d9-904c-fa0c4c442f84" providerId="ADAL" clId="{7E78C4F1-C606-49BA-BA34-4584D9A8424A}" dt="2025-05-16T06:58:33.213" v="1782" actId="6264"/>
          <ac:spMkLst>
            <pc:docMk/>
            <pc:sldMk cId="0" sldId="376"/>
            <ac:spMk id="4" creationId="{00000000-0000-0000-0000-000000000000}"/>
          </ac:spMkLst>
        </pc:spChg>
        <pc:spChg chg="add del mod">
          <ac:chgData name="Tran Trong Binh" userId="c1283c94-e8ca-44d9-904c-fa0c4c442f84" providerId="ADAL" clId="{7E78C4F1-C606-49BA-BA34-4584D9A8424A}" dt="2025-05-16T06:51:58.232" v="1671" actId="6264"/>
          <ac:spMkLst>
            <pc:docMk/>
            <pc:sldMk cId="0" sldId="376"/>
            <ac:spMk id="5" creationId="{157701BA-E83F-FD29-B5F9-EB0F240FF4FC}"/>
          </ac:spMkLst>
        </pc:spChg>
        <pc:spChg chg="add del mod">
          <ac:chgData name="Tran Trong Binh" userId="c1283c94-e8ca-44d9-904c-fa0c4c442f84" providerId="ADAL" clId="{7E78C4F1-C606-49BA-BA34-4584D9A8424A}" dt="2025-05-16T06:51:58.232" v="1671" actId="6264"/>
          <ac:spMkLst>
            <pc:docMk/>
            <pc:sldMk cId="0" sldId="376"/>
            <ac:spMk id="6" creationId="{BA13B388-5415-DC8D-AFD7-279AE9DC15F5}"/>
          </ac:spMkLst>
        </pc:spChg>
        <pc:spChg chg="add del mod ord">
          <ac:chgData name="Tran Trong Binh" userId="c1283c94-e8ca-44d9-904c-fa0c4c442f84" providerId="ADAL" clId="{7E78C4F1-C606-49BA-BA34-4584D9A8424A}" dt="2025-05-16T06:58:33.213" v="1782" actId="6264"/>
          <ac:spMkLst>
            <pc:docMk/>
            <pc:sldMk cId="0" sldId="376"/>
            <ac:spMk id="7" creationId="{C52F50D9-D4C3-36A4-375E-DC5EE26BD343}"/>
          </ac:spMkLst>
        </pc:spChg>
        <pc:spChg chg="add del mod">
          <ac:chgData name="Tran Trong Binh" userId="c1283c94-e8ca-44d9-904c-fa0c4c442f84" providerId="ADAL" clId="{7E78C4F1-C606-49BA-BA34-4584D9A8424A}" dt="2025-05-16T06:58:33.213" v="1782" actId="6264"/>
          <ac:spMkLst>
            <pc:docMk/>
            <pc:sldMk cId="0" sldId="376"/>
            <ac:spMk id="8" creationId="{D0B797CB-6A64-447B-77B0-DE953C0C1900}"/>
          </ac:spMkLst>
        </pc:spChg>
        <pc:spChg chg="add del mod">
          <ac:chgData name="Tran Trong Binh" userId="c1283c94-e8ca-44d9-904c-fa0c4c442f84" providerId="ADAL" clId="{7E78C4F1-C606-49BA-BA34-4584D9A8424A}" dt="2025-05-16T06:58:33.213" v="1782" actId="6264"/>
          <ac:spMkLst>
            <pc:docMk/>
            <pc:sldMk cId="0" sldId="376"/>
            <ac:spMk id="9" creationId="{C6943D4F-6AB8-EF28-BA34-B9A31A624AB5}"/>
          </ac:spMkLst>
        </pc:spChg>
        <pc:spChg chg="add mod ord">
          <ac:chgData name="Tran Trong Binh" userId="c1283c94-e8ca-44d9-904c-fa0c4c442f84" providerId="ADAL" clId="{7E78C4F1-C606-49BA-BA34-4584D9A8424A}" dt="2025-05-16T06:58:34.131" v="1784" actId="27636"/>
          <ac:spMkLst>
            <pc:docMk/>
            <pc:sldMk cId="0" sldId="376"/>
            <ac:spMk id="10" creationId="{51BFADF2-9A19-E83B-D16A-ADFB37E91BFB}"/>
          </ac:spMkLst>
        </pc:spChg>
      </pc:sldChg>
      <pc:sldChg chg="addSp delSp modSp mod chgLayout">
        <pc:chgData name="Tran Trong Binh" userId="c1283c94-e8ca-44d9-904c-fa0c4c442f84" providerId="ADAL" clId="{7E78C4F1-C606-49BA-BA34-4584D9A8424A}" dt="2025-05-16T06:52:06.461" v="1678"/>
        <pc:sldMkLst>
          <pc:docMk/>
          <pc:sldMk cId="0" sldId="377"/>
        </pc:sldMkLst>
        <pc:spChg chg="mod ord">
          <ac:chgData name="Tran Trong Binh" userId="c1283c94-e8ca-44d9-904c-fa0c4c442f84" providerId="ADAL" clId="{7E78C4F1-C606-49BA-BA34-4584D9A8424A}" dt="2025-05-16T06:52:05.411" v="1677" actId="6264"/>
          <ac:spMkLst>
            <pc:docMk/>
            <pc:sldMk cId="0" sldId="377"/>
            <ac:spMk id="2" creationId="{00000000-0000-0000-0000-000000000000}"/>
          </ac:spMkLst>
        </pc:spChg>
        <pc:spChg chg="del mod">
          <ac:chgData name="Tran Trong Binh" userId="c1283c94-e8ca-44d9-904c-fa0c4c442f84" providerId="ADAL" clId="{7E78C4F1-C606-49BA-BA34-4584D9A8424A}" dt="2025-05-16T06:52:04.293" v="1676"/>
          <ac:spMkLst>
            <pc:docMk/>
            <pc:sldMk cId="0" sldId="377"/>
            <ac:spMk id="3" creationId="{00000000-0000-0000-0000-000000000000}"/>
          </ac:spMkLst>
        </pc:spChg>
        <pc:spChg chg="mod ord">
          <ac:chgData name="Tran Trong Binh" userId="c1283c94-e8ca-44d9-904c-fa0c4c442f84" providerId="ADAL" clId="{7E78C4F1-C606-49BA-BA34-4584D9A8424A}" dt="2025-05-16T06:52:05.411" v="1677" actId="6264"/>
          <ac:spMkLst>
            <pc:docMk/>
            <pc:sldMk cId="0" sldId="377"/>
            <ac:spMk id="4" creationId="{00000000-0000-0000-0000-000000000000}"/>
          </ac:spMkLst>
        </pc:spChg>
        <pc:spChg chg="add del mod">
          <ac:chgData name="Tran Trong Binh" userId="c1283c94-e8ca-44d9-904c-fa0c4c442f84" providerId="ADAL" clId="{7E78C4F1-C606-49BA-BA34-4584D9A8424A}" dt="2025-05-16T06:52:05.411" v="1677" actId="6264"/>
          <ac:spMkLst>
            <pc:docMk/>
            <pc:sldMk cId="0" sldId="377"/>
            <ac:spMk id="5" creationId="{DD5AD54F-83F3-FF9D-405F-907CC3C0E1D5}"/>
          </ac:spMkLst>
        </pc:spChg>
        <pc:spChg chg="add del mod">
          <ac:chgData name="Tran Trong Binh" userId="c1283c94-e8ca-44d9-904c-fa0c4c442f84" providerId="ADAL" clId="{7E78C4F1-C606-49BA-BA34-4584D9A8424A}" dt="2025-05-16T06:52:05.411" v="1677" actId="6264"/>
          <ac:spMkLst>
            <pc:docMk/>
            <pc:sldMk cId="0" sldId="377"/>
            <ac:spMk id="6" creationId="{975D614B-D0D6-A62C-3F17-B86D30501F60}"/>
          </ac:spMkLst>
        </pc:spChg>
        <pc:spChg chg="add mod ord">
          <ac:chgData name="Tran Trong Binh" userId="c1283c94-e8ca-44d9-904c-fa0c4c442f84" providerId="ADAL" clId="{7E78C4F1-C606-49BA-BA34-4584D9A8424A}" dt="2025-05-16T06:52:06.461" v="1678"/>
          <ac:spMkLst>
            <pc:docMk/>
            <pc:sldMk cId="0" sldId="377"/>
            <ac:spMk id="7" creationId="{30E6C8A5-B1F8-F114-7CD1-42359B863E3F}"/>
          </ac:spMkLst>
        </pc:spChg>
      </pc:sldChg>
      <pc:sldChg chg="addSp delSp modSp mod chgLayout">
        <pc:chgData name="Tran Trong Binh" userId="c1283c94-e8ca-44d9-904c-fa0c4c442f84" providerId="ADAL" clId="{7E78C4F1-C606-49BA-BA34-4584D9A8424A}" dt="2025-05-16T06:52:12.181" v="1684" actId="27636"/>
        <pc:sldMkLst>
          <pc:docMk/>
          <pc:sldMk cId="0" sldId="378"/>
        </pc:sldMkLst>
        <pc:spChg chg="mod ord">
          <ac:chgData name="Tran Trong Binh" userId="c1283c94-e8ca-44d9-904c-fa0c4c442f84" providerId="ADAL" clId="{7E78C4F1-C606-49BA-BA34-4584D9A8424A}" dt="2025-05-16T06:52:11.194" v="1682" actId="6264"/>
          <ac:spMkLst>
            <pc:docMk/>
            <pc:sldMk cId="0" sldId="378"/>
            <ac:spMk id="2" creationId="{00000000-0000-0000-0000-000000000000}"/>
          </ac:spMkLst>
        </pc:spChg>
        <pc:spChg chg="del mod">
          <ac:chgData name="Tran Trong Binh" userId="c1283c94-e8ca-44d9-904c-fa0c4c442f84" providerId="ADAL" clId="{7E78C4F1-C606-49BA-BA34-4584D9A8424A}" dt="2025-05-16T06:52:10.257" v="1681"/>
          <ac:spMkLst>
            <pc:docMk/>
            <pc:sldMk cId="0" sldId="378"/>
            <ac:spMk id="3" creationId="{00000000-0000-0000-0000-000000000000}"/>
          </ac:spMkLst>
        </pc:spChg>
        <pc:spChg chg="mod ord">
          <ac:chgData name="Tran Trong Binh" userId="c1283c94-e8ca-44d9-904c-fa0c4c442f84" providerId="ADAL" clId="{7E78C4F1-C606-49BA-BA34-4584D9A8424A}" dt="2025-05-16T06:52:11.194" v="1682" actId="6264"/>
          <ac:spMkLst>
            <pc:docMk/>
            <pc:sldMk cId="0" sldId="378"/>
            <ac:spMk id="4" creationId="{00000000-0000-0000-0000-000000000000}"/>
          </ac:spMkLst>
        </pc:spChg>
        <pc:spChg chg="add del mod">
          <ac:chgData name="Tran Trong Binh" userId="c1283c94-e8ca-44d9-904c-fa0c4c442f84" providerId="ADAL" clId="{7E78C4F1-C606-49BA-BA34-4584D9A8424A}" dt="2025-05-16T06:52:11.194" v="1682" actId="6264"/>
          <ac:spMkLst>
            <pc:docMk/>
            <pc:sldMk cId="0" sldId="378"/>
            <ac:spMk id="5" creationId="{95D15C49-071C-0B90-E5C7-D69C5C66809A}"/>
          </ac:spMkLst>
        </pc:spChg>
        <pc:spChg chg="add del mod">
          <ac:chgData name="Tran Trong Binh" userId="c1283c94-e8ca-44d9-904c-fa0c4c442f84" providerId="ADAL" clId="{7E78C4F1-C606-49BA-BA34-4584D9A8424A}" dt="2025-05-16T06:52:11.194" v="1682" actId="6264"/>
          <ac:spMkLst>
            <pc:docMk/>
            <pc:sldMk cId="0" sldId="378"/>
            <ac:spMk id="6" creationId="{F6A45613-5640-99C3-473C-A917549CFE4A}"/>
          </ac:spMkLst>
        </pc:spChg>
        <pc:spChg chg="add mod ord">
          <ac:chgData name="Tran Trong Binh" userId="c1283c94-e8ca-44d9-904c-fa0c4c442f84" providerId="ADAL" clId="{7E78C4F1-C606-49BA-BA34-4584D9A8424A}" dt="2025-05-16T06:52:12.181" v="1684" actId="27636"/>
          <ac:spMkLst>
            <pc:docMk/>
            <pc:sldMk cId="0" sldId="378"/>
            <ac:spMk id="7" creationId="{E00C89E4-59E5-9357-A2E4-AB6B24B1DF72}"/>
          </ac:spMkLst>
        </pc:spChg>
      </pc:sldChg>
      <pc:sldChg chg="addSp delSp modSp mod chgLayout">
        <pc:chgData name="Tran Trong Binh" userId="c1283c94-e8ca-44d9-904c-fa0c4c442f84" providerId="ADAL" clId="{7E78C4F1-C606-49BA-BA34-4584D9A8424A}" dt="2025-05-16T06:52:18.421" v="1690" actId="27636"/>
        <pc:sldMkLst>
          <pc:docMk/>
          <pc:sldMk cId="0" sldId="379"/>
        </pc:sldMkLst>
        <pc:spChg chg="mod ord">
          <ac:chgData name="Tran Trong Binh" userId="c1283c94-e8ca-44d9-904c-fa0c4c442f84" providerId="ADAL" clId="{7E78C4F1-C606-49BA-BA34-4584D9A8424A}" dt="2025-05-16T06:52:17.459" v="1688" actId="6264"/>
          <ac:spMkLst>
            <pc:docMk/>
            <pc:sldMk cId="0" sldId="379"/>
            <ac:spMk id="2" creationId="{00000000-0000-0000-0000-000000000000}"/>
          </ac:spMkLst>
        </pc:spChg>
        <pc:spChg chg="del mod">
          <ac:chgData name="Tran Trong Binh" userId="c1283c94-e8ca-44d9-904c-fa0c4c442f84" providerId="ADAL" clId="{7E78C4F1-C606-49BA-BA34-4584D9A8424A}" dt="2025-05-16T06:52:16.548" v="1687"/>
          <ac:spMkLst>
            <pc:docMk/>
            <pc:sldMk cId="0" sldId="379"/>
            <ac:spMk id="3" creationId="{00000000-0000-0000-0000-000000000000}"/>
          </ac:spMkLst>
        </pc:spChg>
        <pc:spChg chg="mod ord">
          <ac:chgData name="Tran Trong Binh" userId="c1283c94-e8ca-44d9-904c-fa0c4c442f84" providerId="ADAL" clId="{7E78C4F1-C606-49BA-BA34-4584D9A8424A}" dt="2025-05-16T06:52:17.459" v="1688" actId="6264"/>
          <ac:spMkLst>
            <pc:docMk/>
            <pc:sldMk cId="0" sldId="379"/>
            <ac:spMk id="4" creationId="{00000000-0000-0000-0000-000000000000}"/>
          </ac:spMkLst>
        </pc:spChg>
        <pc:spChg chg="add del mod">
          <ac:chgData name="Tran Trong Binh" userId="c1283c94-e8ca-44d9-904c-fa0c4c442f84" providerId="ADAL" clId="{7E78C4F1-C606-49BA-BA34-4584D9A8424A}" dt="2025-05-16T06:52:17.459" v="1688" actId="6264"/>
          <ac:spMkLst>
            <pc:docMk/>
            <pc:sldMk cId="0" sldId="379"/>
            <ac:spMk id="5" creationId="{08A16A3A-C3A5-DE07-8A60-B855C42E6FE4}"/>
          </ac:spMkLst>
        </pc:spChg>
        <pc:spChg chg="add del mod">
          <ac:chgData name="Tran Trong Binh" userId="c1283c94-e8ca-44d9-904c-fa0c4c442f84" providerId="ADAL" clId="{7E78C4F1-C606-49BA-BA34-4584D9A8424A}" dt="2025-05-16T06:52:17.459" v="1688" actId="6264"/>
          <ac:spMkLst>
            <pc:docMk/>
            <pc:sldMk cId="0" sldId="379"/>
            <ac:spMk id="6" creationId="{71DD4FEB-E6BF-0AED-E24E-E48160035835}"/>
          </ac:spMkLst>
        </pc:spChg>
        <pc:spChg chg="add mod ord">
          <ac:chgData name="Tran Trong Binh" userId="c1283c94-e8ca-44d9-904c-fa0c4c442f84" providerId="ADAL" clId="{7E78C4F1-C606-49BA-BA34-4584D9A8424A}" dt="2025-05-16T06:52:18.421" v="1690" actId="27636"/>
          <ac:spMkLst>
            <pc:docMk/>
            <pc:sldMk cId="0" sldId="379"/>
            <ac:spMk id="7" creationId="{052CAD70-EAFA-136E-47E2-06FAE2C96B4A}"/>
          </ac:spMkLst>
        </pc:spChg>
      </pc:sldChg>
      <pc:sldChg chg="addSp delSp modSp mod chgLayout">
        <pc:chgData name="Tran Trong Binh" userId="c1283c94-e8ca-44d9-904c-fa0c4c442f84" providerId="ADAL" clId="{7E78C4F1-C606-49BA-BA34-4584D9A8424A}" dt="2025-05-16T06:52:23.802" v="1696" actId="27636"/>
        <pc:sldMkLst>
          <pc:docMk/>
          <pc:sldMk cId="0" sldId="380"/>
        </pc:sldMkLst>
        <pc:spChg chg="mod ord">
          <ac:chgData name="Tran Trong Binh" userId="c1283c94-e8ca-44d9-904c-fa0c4c442f84" providerId="ADAL" clId="{7E78C4F1-C606-49BA-BA34-4584D9A8424A}" dt="2025-05-16T06:52:22.962" v="1694" actId="6264"/>
          <ac:spMkLst>
            <pc:docMk/>
            <pc:sldMk cId="0" sldId="380"/>
            <ac:spMk id="2" creationId="{00000000-0000-0000-0000-000000000000}"/>
          </ac:spMkLst>
        </pc:spChg>
        <pc:spChg chg="del mod">
          <ac:chgData name="Tran Trong Binh" userId="c1283c94-e8ca-44d9-904c-fa0c4c442f84" providerId="ADAL" clId="{7E78C4F1-C606-49BA-BA34-4584D9A8424A}" dt="2025-05-16T06:52:21.845" v="1693"/>
          <ac:spMkLst>
            <pc:docMk/>
            <pc:sldMk cId="0" sldId="380"/>
            <ac:spMk id="3" creationId="{00000000-0000-0000-0000-000000000000}"/>
          </ac:spMkLst>
        </pc:spChg>
        <pc:spChg chg="mod ord">
          <ac:chgData name="Tran Trong Binh" userId="c1283c94-e8ca-44d9-904c-fa0c4c442f84" providerId="ADAL" clId="{7E78C4F1-C606-49BA-BA34-4584D9A8424A}" dt="2025-05-16T06:52:22.962" v="1694" actId="6264"/>
          <ac:spMkLst>
            <pc:docMk/>
            <pc:sldMk cId="0" sldId="380"/>
            <ac:spMk id="4" creationId="{00000000-0000-0000-0000-000000000000}"/>
          </ac:spMkLst>
        </pc:spChg>
        <pc:spChg chg="add del mod">
          <ac:chgData name="Tran Trong Binh" userId="c1283c94-e8ca-44d9-904c-fa0c4c442f84" providerId="ADAL" clId="{7E78C4F1-C606-49BA-BA34-4584D9A8424A}" dt="2025-05-16T06:52:22.962" v="1694" actId="6264"/>
          <ac:spMkLst>
            <pc:docMk/>
            <pc:sldMk cId="0" sldId="380"/>
            <ac:spMk id="5" creationId="{2893C807-733B-9161-3A18-74254B84671E}"/>
          </ac:spMkLst>
        </pc:spChg>
        <pc:spChg chg="add del mod">
          <ac:chgData name="Tran Trong Binh" userId="c1283c94-e8ca-44d9-904c-fa0c4c442f84" providerId="ADAL" clId="{7E78C4F1-C606-49BA-BA34-4584D9A8424A}" dt="2025-05-16T06:52:22.962" v="1694" actId="6264"/>
          <ac:spMkLst>
            <pc:docMk/>
            <pc:sldMk cId="0" sldId="380"/>
            <ac:spMk id="6" creationId="{86B44D1E-0871-DEA1-6131-9984B63D929A}"/>
          </ac:spMkLst>
        </pc:spChg>
        <pc:spChg chg="add mod ord">
          <ac:chgData name="Tran Trong Binh" userId="c1283c94-e8ca-44d9-904c-fa0c4c442f84" providerId="ADAL" clId="{7E78C4F1-C606-49BA-BA34-4584D9A8424A}" dt="2025-05-16T06:52:23.802" v="1696" actId="27636"/>
          <ac:spMkLst>
            <pc:docMk/>
            <pc:sldMk cId="0" sldId="380"/>
            <ac:spMk id="7" creationId="{A8CB3279-0934-ED2A-3A89-6DE2F37D0F99}"/>
          </ac:spMkLst>
        </pc:spChg>
      </pc:sldChg>
      <pc:sldChg chg="addSp delSp modSp mod chgLayout">
        <pc:chgData name="Tran Trong Binh" userId="c1283c94-e8ca-44d9-904c-fa0c4c442f84" providerId="ADAL" clId="{7E78C4F1-C606-49BA-BA34-4584D9A8424A}" dt="2025-05-16T06:52:30.397" v="1701"/>
        <pc:sldMkLst>
          <pc:docMk/>
          <pc:sldMk cId="0" sldId="381"/>
        </pc:sldMkLst>
        <pc:spChg chg="mod ord">
          <ac:chgData name="Tran Trong Binh" userId="c1283c94-e8ca-44d9-904c-fa0c4c442f84" providerId="ADAL" clId="{7E78C4F1-C606-49BA-BA34-4584D9A8424A}" dt="2025-05-16T06:52:29.286" v="1700" actId="6264"/>
          <ac:spMkLst>
            <pc:docMk/>
            <pc:sldMk cId="0" sldId="381"/>
            <ac:spMk id="2" creationId="{00000000-0000-0000-0000-000000000000}"/>
          </ac:spMkLst>
        </pc:spChg>
        <pc:spChg chg="del mod">
          <ac:chgData name="Tran Trong Binh" userId="c1283c94-e8ca-44d9-904c-fa0c4c442f84" providerId="ADAL" clId="{7E78C4F1-C606-49BA-BA34-4584D9A8424A}" dt="2025-05-16T06:52:28.271" v="1699"/>
          <ac:spMkLst>
            <pc:docMk/>
            <pc:sldMk cId="0" sldId="381"/>
            <ac:spMk id="3" creationId="{00000000-0000-0000-0000-000000000000}"/>
          </ac:spMkLst>
        </pc:spChg>
        <pc:spChg chg="mod ord">
          <ac:chgData name="Tran Trong Binh" userId="c1283c94-e8ca-44d9-904c-fa0c4c442f84" providerId="ADAL" clId="{7E78C4F1-C606-49BA-BA34-4584D9A8424A}" dt="2025-05-16T06:52:29.286" v="1700" actId="6264"/>
          <ac:spMkLst>
            <pc:docMk/>
            <pc:sldMk cId="0" sldId="381"/>
            <ac:spMk id="4" creationId="{00000000-0000-0000-0000-000000000000}"/>
          </ac:spMkLst>
        </pc:spChg>
        <pc:spChg chg="add del mod">
          <ac:chgData name="Tran Trong Binh" userId="c1283c94-e8ca-44d9-904c-fa0c4c442f84" providerId="ADAL" clId="{7E78C4F1-C606-49BA-BA34-4584D9A8424A}" dt="2025-05-16T06:52:29.286" v="1700" actId="6264"/>
          <ac:spMkLst>
            <pc:docMk/>
            <pc:sldMk cId="0" sldId="381"/>
            <ac:spMk id="6" creationId="{3BBA0946-C81B-2984-2644-976084E609B5}"/>
          </ac:spMkLst>
        </pc:spChg>
        <pc:spChg chg="add del mod">
          <ac:chgData name="Tran Trong Binh" userId="c1283c94-e8ca-44d9-904c-fa0c4c442f84" providerId="ADAL" clId="{7E78C4F1-C606-49BA-BA34-4584D9A8424A}" dt="2025-05-16T06:52:29.286" v="1700" actId="6264"/>
          <ac:spMkLst>
            <pc:docMk/>
            <pc:sldMk cId="0" sldId="381"/>
            <ac:spMk id="7" creationId="{EBFE5D27-7D9E-8DFD-34D3-B20DAEA40690}"/>
          </ac:spMkLst>
        </pc:spChg>
        <pc:spChg chg="add mod ord">
          <ac:chgData name="Tran Trong Binh" userId="c1283c94-e8ca-44d9-904c-fa0c4c442f84" providerId="ADAL" clId="{7E78C4F1-C606-49BA-BA34-4584D9A8424A}" dt="2025-05-16T06:52:30.397" v="1701"/>
          <ac:spMkLst>
            <pc:docMk/>
            <pc:sldMk cId="0" sldId="381"/>
            <ac:spMk id="8" creationId="{0037F94F-C16F-917F-B69F-46C79FEEF8FA}"/>
          </ac:spMkLst>
        </pc:spChg>
      </pc:sldChg>
      <pc:sldChg chg="addSp delSp modSp mod chgLayout">
        <pc:chgData name="Tran Trong Binh" userId="c1283c94-e8ca-44d9-904c-fa0c4c442f84" providerId="ADAL" clId="{7E78C4F1-C606-49BA-BA34-4584D9A8424A}" dt="2025-05-16T06:52:36.945" v="1706"/>
        <pc:sldMkLst>
          <pc:docMk/>
          <pc:sldMk cId="0" sldId="382"/>
        </pc:sldMkLst>
        <pc:spChg chg="mod ord">
          <ac:chgData name="Tran Trong Binh" userId="c1283c94-e8ca-44d9-904c-fa0c4c442f84" providerId="ADAL" clId="{7E78C4F1-C606-49BA-BA34-4584D9A8424A}" dt="2025-05-16T06:52:36.053" v="1705" actId="6264"/>
          <ac:spMkLst>
            <pc:docMk/>
            <pc:sldMk cId="0" sldId="382"/>
            <ac:spMk id="2" creationId="{00000000-0000-0000-0000-000000000000}"/>
          </ac:spMkLst>
        </pc:spChg>
        <pc:spChg chg="del mod">
          <ac:chgData name="Tran Trong Binh" userId="c1283c94-e8ca-44d9-904c-fa0c4c442f84" providerId="ADAL" clId="{7E78C4F1-C606-49BA-BA34-4584D9A8424A}" dt="2025-05-16T06:52:35.029" v="1704"/>
          <ac:spMkLst>
            <pc:docMk/>
            <pc:sldMk cId="0" sldId="382"/>
            <ac:spMk id="3" creationId="{00000000-0000-0000-0000-000000000000}"/>
          </ac:spMkLst>
        </pc:spChg>
        <pc:spChg chg="mod ord">
          <ac:chgData name="Tran Trong Binh" userId="c1283c94-e8ca-44d9-904c-fa0c4c442f84" providerId="ADAL" clId="{7E78C4F1-C606-49BA-BA34-4584D9A8424A}" dt="2025-05-16T06:52:36.053" v="1705" actId="6264"/>
          <ac:spMkLst>
            <pc:docMk/>
            <pc:sldMk cId="0" sldId="382"/>
            <ac:spMk id="4" creationId="{00000000-0000-0000-0000-000000000000}"/>
          </ac:spMkLst>
        </pc:spChg>
        <pc:spChg chg="add del mod">
          <ac:chgData name="Tran Trong Binh" userId="c1283c94-e8ca-44d9-904c-fa0c4c442f84" providerId="ADAL" clId="{7E78C4F1-C606-49BA-BA34-4584D9A8424A}" dt="2025-05-16T06:52:36.053" v="1705" actId="6264"/>
          <ac:spMkLst>
            <pc:docMk/>
            <pc:sldMk cId="0" sldId="382"/>
            <ac:spMk id="5" creationId="{DCC846E9-63EA-61FF-A341-0915F2F216A1}"/>
          </ac:spMkLst>
        </pc:spChg>
        <pc:spChg chg="add del mod">
          <ac:chgData name="Tran Trong Binh" userId="c1283c94-e8ca-44d9-904c-fa0c4c442f84" providerId="ADAL" clId="{7E78C4F1-C606-49BA-BA34-4584D9A8424A}" dt="2025-05-16T06:52:36.053" v="1705" actId="6264"/>
          <ac:spMkLst>
            <pc:docMk/>
            <pc:sldMk cId="0" sldId="382"/>
            <ac:spMk id="6" creationId="{C09AFD4B-6DC2-CE60-FBEB-D64B097E2238}"/>
          </ac:spMkLst>
        </pc:spChg>
        <pc:spChg chg="add mod ord">
          <ac:chgData name="Tran Trong Binh" userId="c1283c94-e8ca-44d9-904c-fa0c4c442f84" providerId="ADAL" clId="{7E78C4F1-C606-49BA-BA34-4584D9A8424A}" dt="2025-05-16T06:52:36.945" v="1706"/>
          <ac:spMkLst>
            <pc:docMk/>
            <pc:sldMk cId="0" sldId="382"/>
            <ac:spMk id="7" creationId="{621E7953-A916-5705-D626-6C741E314FC1}"/>
          </ac:spMkLst>
        </pc:spChg>
      </pc:sldChg>
      <pc:sldChg chg="addSp delSp modSp mod chgLayout">
        <pc:chgData name="Tran Trong Binh" userId="c1283c94-e8ca-44d9-904c-fa0c4c442f84" providerId="ADAL" clId="{7E78C4F1-C606-49BA-BA34-4584D9A8424A}" dt="2025-05-16T06:52:47.438" v="1711"/>
        <pc:sldMkLst>
          <pc:docMk/>
          <pc:sldMk cId="0" sldId="383"/>
        </pc:sldMkLst>
        <pc:spChg chg="mod ord">
          <ac:chgData name="Tran Trong Binh" userId="c1283c94-e8ca-44d9-904c-fa0c4c442f84" providerId="ADAL" clId="{7E78C4F1-C606-49BA-BA34-4584D9A8424A}" dt="2025-05-16T06:52:46.526" v="1710" actId="6264"/>
          <ac:spMkLst>
            <pc:docMk/>
            <pc:sldMk cId="0" sldId="383"/>
            <ac:spMk id="2" creationId="{00000000-0000-0000-0000-000000000000}"/>
          </ac:spMkLst>
        </pc:spChg>
        <pc:spChg chg="del mod">
          <ac:chgData name="Tran Trong Binh" userId="c1283c94-e8ca-44d9-904c-fa0c4c442f84" providerId="ADAL" clId="{7E78C4F1-C606-49BA-BA34-4584D9A8424A}" dt="2025-05-16T06:52:45.278" v="1709"/>
          <ac:spMkLst>
            <pc:docMk/>
            <pc:sldMk cId="0" sldId="383"/>
            <ac:spMk id="3" creationId="{00000000-0000-0000-0000-000000000000}"/>
          </ac:spMkLst>
        </pc:spChg>
        <pc:spChg chg="mod ord">
          <ac:chgData name="Tran Trong Binh" userId="c1283c94-e8ca-44d9-904c-fa0c4c442f84" providerId="ADAL" clId="{7E78C4F1-C606-49BA-BA34-4584D9A8424A}" dt="2025-05-16T06:52:46.526" v="1710" actId="6264"/>
          <ac:spMkLst>
            <pc:docMk/>
            <pc:sldMk cId="0" sldId="383"/>
            <ac:spMk id="4" creationId="{00000000-0000-0000-0000-000000000000}"/>
          </ac:spMkLst>
        </pc:spChg>
        <pc:spChg chg="add del mod">
          <ac:chgData name="Tran Trong Binh" userId="c1283c94-e8ca-44d9-904c-fa0c4c442f84" providerId="ADAL" clId="{7E78C4F1-C606-49BA-BA34-4584D9A8424A}" dt="2025-05-16T06:52:46.526" v="1710" actId="6264"/>
          <ac:spMkLst>
            <pc:docMk/>
            <pc:sldMk cId="0" sldId="383"/>
            <ac:spMk id="5" creationId="{3F9166B8-4CE0-4B4D-9664-525B2A293D48}"/>
          </ac:spMkLst>
        </pc:spChg>
        <pc:spChg chg="add del mod">
          <ac:chgData name="Tran Trong Binh" userId="c1283c94-e8ca-44d9-904c-fa0c4c442f84" providerId="ADAL" clId="{7E78C4F1-C606-49BA-BA34-4584D9A8424A}" dt="2025-05-16T06:52:46.526" v="1710" actId="6264"/>
          <ac:spMkLst>
            <pc:docMk/>
            <pc:sldMk cId="0" sldId="383"/>
            <ac:spMk id="6" creationId="{FEA4A985-22D6-B85A-EFE8-57D2A66F2489}"/>
          </ac:spMkLst>
        </pc:spChg>
        <pc:spChg chg="add mod ord">
          <ac:chgData name="Tran Trong Binh" userId="c1283c94-e8ca-44d9-904c-fa0c4c442f84" providerId="ADAL" clId="{7E78C4F1-C606-49BA-BA34-4584D9A8424A}" dt="2025-05-16T06:52:47.438" v="1711"/>
          <ac:spMkLst>
            <pc:docMk/>
            <pc:sldMk cId="0" sldId="383"/>
            <ac:spMk id="7" creationId="{B75B4A22-E21C-3371-11D5-43FA17FBFA0E}"/>
          </ac:spMkLst>
        </pc:spChg>
      </pc:sldChg>
      <pc:sldChg chg="addSp delSp modSp mod chgLayout">
        <pc:chgData name="Tran Trong Binh" userId="c1283c94-e8ca-44d9-904c-fa0c4c442f84" providerId="ADAL" clId="{7E78C4F1-C606-49BA-BA34-4584D9A8424A}" dt="2025-05-16T06:52:52.597" v="1716"/>
        <pc:sldMkLst>
          <pc:docMk/>
          <pc:sldMk cId="0" sldId="384"/>
        </pc:sldMkLst>
        <pc:spChg chg="mod ord">
          <ac:chgData name="Tran Trong Binh" userId="c1283c94-e8ca-44d9-904c-fa0c4c442f84" providerId="ADAL" clId="{7E78C4F1-C606-49BA-BA34-4584D9A8424A}" dt="2025-05-16T06:52:51.808" v="1715" actId="6264"/>
          <ac:spMkLst>
            <pc:docMk/>
            <pc:sldMk cId="0" sldId="384"/>
            <ac:spMk id="2" creationId="{00000000-0000-0000-0000-000000000000}"/>
          </ac:spMkLst>
        </pc:spChg>
        <pc:spChg chg="del mod">
          <ac:chgData name="Tran Trong Binh" userId="c1283c94-e8ca-44d9-904c-fa0c4c442f84" providerId="ADAL" clId="{7E78C4F1-C606-49BA-BA34-4584D9A8424A}" dt="2025-05-16T06:52:50.703" v="1714"/>
          <ac:spMkLst>
            <pc:docMk/>
            <pc:sldMk cId="0" sldId="384"/>
            <ac:spMk id="3" creationId="{00000000-0000-0000-0000-000000000000}"/>
          </ac:spMkLst>
        </pc:spChg>
        <pc:spChg chg="mod ord">
          <ac:chgData name="Tran Trong Binh" userId="c1283c94-e8ca-44d9-904c-fa0c4c442f84" providerId="ADAL" clId="{7E78C4F1-C606-49BA-BA34-4584D9A8424A}" dt="2025-05-16T06:52:51.808" v="1715" actId="6264"/>
          <ac:spMkLst>
            <pc:docMk/>
            <pc:sldMk cId="0" sldId="384"/>
            <ac:spMk id="4" creationId="{00000000-0000-0000-0000-000000000000}"/>
          </ac:spMkLst>
        </pc:spChg>
        <pc:spChg chg="add del mod">
          <ac:chgData name="Tran Trong Binh" userId="c1283c94-e8ca-44d9-904c-fa0c4c442f84" providerId="ADAL" clId="{7E78C4F1-C606-49BA-BA34-4584D9A8424A}" dt="2025-05-16T06:52:51.808" v="1715" actId="6264"/>
          <ac:spMkLst>
            <pc:docMk/>
            <pc:sldMk cId="0" sldId="384"/>
            <ac:spMk id="5" creationId="{31F0D6F3-3BA4-F31B-3244-05833A78E195}"/>
          </ac:spMkLst>
        </pc:spChg>
        <pc:spChg chg="add del mod">
          <ac:chgData name="Tran Trong Binh" userId="c1283c94-e8ca-44d9-904c-fa0c4c442f84" providerId="ADAL" clId="{7E78C4F1-C606-49BA-BA34-4584D9A8424A}" dt="2025-05-16T06:52:51.808" v="1715" actId="6264"/>
          <ac:spMkLst>
            <pc:docMk/>
            <pc:sldMk cId="0" sldId="384"/>
            <ac:spMk id="6" creationId="{58F9C5EA-C83E-97F4-168D-36867EE4F81A}"/>
          </ac:spMkLst>
        </pc:spChg>
        <pc:spChg chg="add mod ord">
          <ac:chgData name="Tran Trong Binh" userId="c1283c94-e8ca-44d9-904c-fa0c4c442f84" providerId="ADAL" clId="{7E78C4F1-C606-49BA-BA34-4584D9A8424A}" dt="2025-05-16T06:52:52.597" v="1716"/>
          <ac:spMkLst>
            <pc:docMk/>
            <pc:sldMk cId="0" sldId="384"/>
            <ac:spMk id="7" creationId="{4C6591A5-D8F0-89D1-4463-E92B455690C1}"/>
          </ac:spMkLst>
        </pc:spChg>
      </pc:sldChg>
      <pc:sldChg chg="modSp mod">
        <pc:chgData name="Tran Trong Binh" userId="c1283c94-e8ca-44d9-904c-fa0c4c442f84" providerId="ADAL" clId="{7E78C4F1-C606-49BA-BA34-4584D9A8424A}" dt="2025-05-16T02:38:03.302" v="20" actId="20577"/>
        <pc:sldMkLst>
          <pc:docMk/>
          <pc:sldMk cId="2999245136" sldId="431"/>
        </pc:sldMkLst>
        <pc:spChg chg="mod">
          <ac:chgData name="Tran Trong Binh" userId="c1283c94-e8ca-44d9-904c-fa0c4c442f84" providerId="ADAL" clId="{7E78C4F1-C606-49BA-BA34-4584D9A8424A}" dt="2025-05-16T02:38:03.302" v="20" actId="20577"/>
          <ac:spMkLst>
            <pc:docMk/>
            <pc:sldMk cId="2999245136" sldId="431"/>
            <ac:spMk id="2280" creationId="{00000000-0000-0000-0000-000000000000}"/>
          </ac:spMkLst>
        </pc:spChg>
      </pc:sldChg>
      <pc:sldChg chg="modSp mod">
        <pc:chgData name="Tran Trong Binh" userId="c1283c94-e8ca-44d9-904c-fa0c4c442f84" providerId="ADAL" clId="{7E78C4F1-C606-49BA-BA34-4584D9A8424A}" dt="2025-05-16T06:43:55.240" v="1502" actId="5793"/>
        <pc:sldMkLst>
          <pc:docMk/>
          <pc:sldMk cId="407141494" sldId="440"/>
        </pc:sldMkLst>
        <pc:spChg chg="mod">
          <ac:chgData name="Tran Trong Binh" userId="c1283c94-e8ca-44d9-904c-fa0c4c442f84" providerId="ADAL" clId="{7E78C4F1-C606-49BA-BA34-4584D9A8424A}" dt="2025-05-16T02:38:41.618" v="21"/>
          <ac:spMkLst>
            <pc:docMk/>
            <pc:sldMk cId="407141494" sldId="440"/>
            <ac:spMk id="2" creationId="{00000000-0000-0000-0000-000000000000}"/>
          </ac:spMkLst>
        </pc:spChg>
        <pc:spChg chg="mod">
          <ac:chgData name="Tran Trong Binh" userId="c1283c94-e8ca-44d9-904c-fa0c4c442f84" providerId="ADAL" clId="{7E78C4F1-C606-49BA-BA34-4584D9A8424A}" dt="2025-05-16T06:43:49.036" v="1496" actId="21"/>
          <ac:spMkLst>
            <pc:docMk/>
            <pc:sldMk cId="407141494" sldId="440"/>
            <ac:spMk id="6" creationId="{F55FF4D0-2711-FBF7-725B-7943E48CAD1F}"/>
          </ac:spMkLst>
        </pc:spChg>
        <pc:spChg chg="mod">
          <ac:chgData name="Tran Trong Binh" userId="c1283c94-e8ca-44d9-904c-fa0c4c442f84" providerId="ADAL" clId="{7E78C4F1-C606-49BA-BA34-4584D9A8424A}" dt="2025-05-16T06:43:55.240" v="1502" actId="5793"/>
          <ac:spMkLst>
            <pc:docMk/>
            <pc:sldMk cId="407141494" sldId="440"/>
            <ac:spMk id="2336" creationId="{00000000-0000-0000-0000-000000000000}"/>
          </ac:spMkLst>
        </pc:spChg>
        <pc:picChg chg="mod">
          <ac:chgData name="Tran Trong Binh" userId="c1283c94-e8ca-44d9-904c-fa0c4c442f84" providerId="ADAL" clId="{7E78C4F1-C606-49BA-BA34-4584D9A8424A}" dt="2025-05-16T02:39:02.732" v="24" actId="1076"/>
          <ac:picMkLst>
            <pc:docMk/>
            <pc:sldMk cId="407141494" sldId="440"/>
            <ac:picMk id="5" creationId="{1D993087-6DF5-BC68-F810-5FA1B72FFB1F}"/>
          </ac:picMkLst>
        </pc:picChg>
      </pc:sldChg>
      <pc:sldChg chg="delSp modSp mod">
        <pc:chgData name="Tran Trong Binh" userId="c1283c94-e8ca-44d9-904c-fa0c4c442f84" providerId="ADAL" clId="{7E78C4F1-C606-49BA-BA34-4584D9A8424A}" dt="2025-05-16T06:44:12.716" v="1508" actId="478"/>
        <pc:sldMkLst>
          <pc:docMk/>
          <pc:sldMk cId="3126573317" sldId="441"/>
        </pc:sldMkLst>
        <pc:spChg chg="mod">
          <ac:chgData name="Tran Trong Binh" userId="c1283c94-e8ca-44d9-904c-fa0c4c442f84" providerId="ADAL" clId="{7E78C4F1-C606-49BA-BA34-4584D9A8424A}" dt="2025-05-16T02:39:38.086" v="25"/>
          <ac:spMkLst>
            <pc:docMk/>
            <pc:sldMk cId="3126573317" sldId="441"/>
            <ac:spMk id="2" creationId="{00000000-0000-0000-0000-000000000000}"/>
          </ac:spMkLst>
        </pc:spChg>
        <pc:spChg chg="del mod">
          <ac:chgData name="Tran Trong Binh" userId="c1283c94-e8ca-44d9-904c-fa0c4c442f84" providerId="ADAL" clId="{7E78C4F1-C606-49BA-BA34-4584D9A8424A}" dt="2025-05-16T06:44:10.888" v="1507" actId="478"/>
          <ac:spMkLst>
            <pc:docMk/>
            <pc:sldMk cId="3126573317" sldId="441"/>
            <ac:spMk id="6" creationId="{EED90BA5-56C2-EC76-CC41-36769C839E54}"/>
          </ac:spMkLst>
        </pc:spChg>
        <pc:spChg chg="mod">
          <ac:chgData name="Tran Trong Binh" userId="c1283c94-e8ca-44d9-904c-fa0c4c442f84" providerId="ADAL" clId="{7E78C4F1-C606-49BA-BA34-4584D9A8424A}" dt="2025-05-16T06:44:08.380" v="1506"/>
          <ac:spMkLst>
            <pc:docMk/>
            <pc:sldMk cId="3126573317" sldId="441"/>
            <ac:spMk id="2336" creationId="{00000000-0000-0000-0000-000000000000}"/>
          </ac:spMkLst>
        </pc:spChg>
        <pc:picChg chg="del mod">
          <ac:chgData name="Tran Trong Binh" userId="c1283c94-e8ca-44d9-904c-fa0c4c442f84" providerId="ADAL" clId="{7E78C4F1-C606-49BA-BA34-4584D9A8424A}" dt="2025-05-16T06:44:12.716" v="1508" actId="478"/>
          <ac:picMkLst>
            <pc:docMk/>
            <pc:sldMk cId="3126573317" sldId="441"/>
            <ac:picMk id="5" creationId="{9F805721-2FBD-FDEC-A368-0127DAD51894}"/>
          </ac:picMkLst>
        </pc:picChg>
      </pc:sldChg>
      <pc:sldChg chg="addSp delSp modSp mod">
        <pc:chgData name="Tran Trong Binh" userId="c1283c94-e8ca-44d9-904c-fa0c4c442f84" providerId="ADAL" clId="{7E78C4F1-C606-49BA-BA34-4584D9A8424A}" dt="2025-05-16T02:40:05.872" v="34" actId="1076"/>
        <pc:sldMkLst>
          <pc:docMk/>
          <pc:sldMk cId="2676681788" sldId="442"/>
        </pc:sldMkLst>
        <pc:spChg chg="mod">
          <ac:chgData name="Tran Trong Binh" userId="c1283c94-e8ca-44d9-904c-fa0c4c442f84" providerId="ADAL" clId="{7E78C4F1-C606-49BA-BA34-4584D9A8424A}" dt="2025-05-16T02:39:50.771" v="28"/>
          <ac:spMkLst>
            <pc:docMk/>
            <pc:sldMk cId="2676681788" sldId="442"/>
            <ac:spMk id="2" creationId="{00000000-0000-0000-0000-000000000000}"/>
          </ac:spMkLst>
        </pc:spChg>
        <pc:spChg chg="del mod">
          <ac:chgData name="Tran Trong Binh" userId="c1283c94-e8ca-44d9-904c-fa0c4c442f84" providerId="ADAL" clId="{7E78C4F1-C606-49BA-BA34-4584D9A8424A}" dt="2025-05-16T02:39:58.848" v="31"/>
          <ac:spMkLst>
            <pc:docMk/>
            <pc:sldMk cId="2676681788" sldId="442"/>
            <ac:spMk id="3" creationId="{00000000-0000-0000-0000-000000000000}"/>
          </ac:spMkLst>
        </pc:spChg>
        <pc:spChg chg="del">
          <ac:chgData name="Tran Trong Binh" userId="c1283c94-e8ca-44d9-904c-fa0c4c442f84" providerId="ADAL" clId="{7E78C4F1-C606-49BA-BA34-4584D9A8424A}" dt="2025-05-16T02:40:03.704" v="33" actId="478"/>
          <ac:spMkLst>
            <pc:docMk/>
            <pc:sldMk cId="2676681788" sldId="442"/>
            <ac:spMk id="2379" creationId="{00000000-0000-0000-0000-000000000000}"/>
          </ac:spMkLst>
        </pc:spChg>
        <pc:spChg chg="del">
          <ac:chgData name="Tran Trong Binh" userId="c1283c94-e8ca-44d9-904c-fa0c4c442f84" providerId="ADAL" clId="{7E78C4F1-C606-49BA-BA34-4584D9A8424A}" dt="2025-05-16T02:40:03.704" v="33" actId="478"/>
          <ac:spMkLst>
            <pc:docMk/>
            <pc:sldMk cId="2676681788" sldId="442"/>
            <ac:spMk id="2380" creationId="{00000000-0000-0000-0000-000000000000}"/>
          </ac:spMkLst>
        </pc:spChg>
        <pc:spChg chg="del">
          <ac:chgData name="Tran Trong Binh" userId="c1283c94-e8ca-44d9-904c-fa0c4c442f84" providerId="ADAL" clId="{7E78C4F1-C606-49BA-BA34-4584D9A8424A}" dt="2025-05-16T02:40:03.704" v="33" actId="478"/>
          <ac:spMkLst>
            <pc:docMk/>
            <pc:sldMk cId="2676681788" sldId="442"/>
            <ac:spMk id="2381" creationId="{00000000-0000-0000-0000-000000000000}"/>
          </ac:spMkLst>
        </pc:spChg>
        <pc:spChg chg="del">
          <ac:chgData name="Tran Trong Binh" userId="c1283c94-e8ca-44d9-904c-fa0c4c442f84" providerId="ADAL" clId="{7E78C4F1-C606-49BA-BA34-4584D9A8424A}" dt="2025-05-16T02:40:03.704" v="33" actId="478"/>
          <ac:spMkLst>
            <pc:docMk/>
            <pc:sldMk cId="2676681788" sldId="442"/>
            <ac:spMk id="2382" creationId="{00000000-0000-0000-0000-000000000000}"/>
          </ac:spMkLst>
        </pc:spChg>
        <pc:picChg chg="add mod">
          <ac:chgData name="Tran Trong Binh" userId="c1283c94-e8ca-44d9-904c-fa0c4c442f84" providerId="ADAL" clId="{7E78C4F1-C606-49BA-BA34-4584D9A8424A}" dt="2025-05-16T02:40:05.872" v="34" actId="1076"/>
          <ac:picMkLst>
            <pc:docMk/>
            <pc:sldMk cId="2676681788" sldId="442"/>
            <ac:picMk id="4" creationId="{6945D042-5E82-CE3B-41D2-9989E82EB209}"/>
          </ac:picMkLst>
        </pc:picChg>
        <pc:picChg chg="del">
          <ac:chgData name="Tran Trong Binh" userId="c1283c94-e8ca-44d9-904c-fa0c4c442f84" providerId="ADAL" clId="{7E78C4F1-C606-49BA-BA34-4584D9A8424A}" dt="2025-05-16T02:39:55.717" v="30" actId="21"/>
          <ac:picMkLst>
            <pc:docMk/>
            <pc:sldMk cId="2676681788" sldId="442"/>
            <ac:picMk id="7" creationId="{6945D042-5E82-CE3B-41D2-9989E82EB209}"/>
          </ac:picMkLst>
        </pc:picChg>
      </pc:sldChg>
      <pc:sldChg chg="addSp delSp modSp mod chgLayout">
        <pc:chgData name="Tran Trong Binh" userId="c1283c94-e8ca-44d9-904c-fa0c4c442f84" providerId="ADAL" clId="{7E78C4F1-C606-49BA-BA34-4584D9A8424A}" dt="2025-05-16T06:32:56.453" v="1305" actId="6264"/>
        <pc:sldMkLst>
          <pc:docMk/>
          <pc:sldMk cId="1883238112" sldId="443"/>
        </pc:sldMkLst>
        <pc:spChg chg="del mod">
          <ac:chgData name="Tran Trong Binh" userId="c1283c94-e8ca-44d9-904c-fa0c4c442f84" providerId="ADAL" clId="{7E78C4F1-C606-49BA-BA34-4584D9A8424A}" dt="2025-05-16T06:32:56.453" v="1305" actId="6264"/>
          <ac:spMkLst>
            <pc:docMk/>
            <pc:sldMk cId="1883238112" sldId="443"/>
            <ac:spMk id="2" creationId="{00000000-0000-0000-0000-000000000000}"/>
          </ac:spMkLst>
        </pc:spChg>
        <pc:spChg chg="del mod">
          <ac:chgData name="Tran Trong Binh" userId="c1283c94-e8ca-44d9-904c-fa0c4c442f84" providerId="ADAL" clId="{7E78C4F1-C606-49BA-BA34-4584D9A8424A}" dt="2025-05-16T06:32:46.325" v="1302"/>
          <ac:spMkLst>
            <pc:docMk/>
            <pc:sldMk cId="1883238112" sldId="443"/>
            <ac:spMk id="3" creationId="{00000000-0000-0000-0000-000000000000}"/>
          </ac:spMkLst>
        </pc:spChg>
        <pc:spChg chg="add del mod">
          <ac:chgData name="Tran Trong Binh" userId="c1283c94-e8ca-44d9-904c-fa0c4c442f84" providerId="ADAL" clId="{7E78C4F1-C606-49BA-BA34-4584D9A8424A}" dt="2025-05-16T06:32:56.453" v="1305" actId="6264"/>
          <ac:spMkLst>
            <pc:docMk/>
            <pc:sldMk cId="1883238112" sldId="443"/>
            <ac:spMk id="5" creationId="{8D6CFEBB-8F67-4E33-A48C-5CDBAE1CDC3B}"/>
          </ac:spMkLst>
        </pc:spChg>
        <pc:spChg chg="add mod ord">
          <ac:chgData name="Tran Trong Binh" userId="c1283c94-e8ca-44d9-904c-fa0c4c442f84" providerId="ADAL" clId="{7E78C4F1-C606-49BA-BA34-4584D9A8424A}" dt="2025-05-16T06:32:56.453" v="1305" actId="6264"/>
          <ac:spMkLst>
            <pc:docMk/>
            <pc:sldMk cId="1883238112" sldId="443"/>
            <ac:spMk id="6" creationId="{E6ECB996-7894-5D33-0798-130C19E8DA57}"/>
          </ac:spMkLst>
        </pc:spChg>
        <pc:spChg chg="del">
          <ac:chgData name="Tran Trong Binh" userId="c1283c94-e8ca-44d9-904c-fa0c4c442f84" providerId="ADAL" clId="{7E78C4F1-C606-49BA-BA34-4584D9A8424A}" dt="2025-05-16T06:32:50.076" v="1303" actId="478"/>
          <ac:spMkLst>
            <pc:docMk/>
            <pc:sldMk cId="1883238112" sldId="443"/>
            <ac:spMk id="2379" creationId="{00000000-0000-0000-0000-000000000000}"/>
          </ac:spMkLst>
        </pc:spChg>
        <pc:spChg chg="del">
          <ac:chgData name="Tran Trong Binh" userId="c1283c94-e8ca-44d9-904c-fa0c4c442f84" providerId="ADAL" clId="{7E78C4F1-C606-49BA-BA34-4584D9A8424A}" dt="2025-05-16T06:32:50.076" v="1303" actId="478"/>
          <ac:spMkLst>
            <pc:docMk/>
            <pc:sldMk cId="1883238112" sldId="443"/>
            <ac:spMk id="2380" creationId="{00000000-0000-0000-0000-000000000000}"/>
          </ac:spMkLst>
        </pc:spChg>
        <pc:spChg chg="del">
          <ac:chgData name="Tran Trong Binh" userId="c1283c94-e8ca-44d9-904c-fa0c4c442f84" providerId="ADAL" clId="{7E78C4F1-C606-49BA-BA34-4584D9A8424A}" dt="2025-05-16T06:32:50.076" v="1303" actId="478"/>
          <ac:spMkLst>
            <pc:docMk/>
            <pc:sldMk cId="1883238112" sldId="443"/>
            <ac:spMk id="2381" creationId="{00000000-0000-0000-0000-000000000000}"/>
          </ac:spMkLst>
        </pc:spChg>
        <pc:spChg chg="del">
          <ac:chgData name="Tran Trong Binh" userId="c1283c94-e8ca-44d9-904c-fa0c4c442f84" providerId="ADAL" clId="{7E78C4F1-C606-49BA-BA34-4584D9A8424A}" dt="2025-05-16T06:32:50.076" v="1303" actId="478"/>
          <ac:spMkLst>
            <pc:docMk/>
            <pc:sldMk cId="1883238112" sldId="443"/>
            <ac:spMk id="2382" creationId="{00000000-0000-0000-0000-000000000000}"/>
          </ac:spMkLst>
        </pc:spChg>
        <pc:picChg chg="add mod ord">
          <ac:chgData name="Tran Trong Binh" userId="c1283c94-e8ca-44d9-904c-fa0c4c442f84" providerId="ADAL" clId="{7E78C4F1-C606-49BA-BA34-4584D9A8424A}" dt="2025-05-16T06:32:56.453" v="1305" actId="6264"/>
          <ac:picMkLst>
            <pc:docMk/>
            <pc:sldMk cId="1883238112" sldId="443"/>
            <ac:picMk id="4" creationId="{E49CE3DC-6F2B-5869-C4F6-A656AC98AF88}"/>
          </ac:picMkLst>
        </pc:picChg>
        <pc:picChg chg="del">
          <ac:chgData name="Tran Trong Binh" userId="c1283c94-e8ca-44d9-904c-fa0c4c442f84" providerId="ADAL" clId="{7E78C4F1-C606-49BA-BA34-4584D9A8424A}" dt="2025-05-16T06:32:44.666" v="1301" actId="21"/>
          <ac:picMkLst>
            <pc:docMk/>
            <pc:sldMk cId="1883238112" sldId="443"/>
            <ac:picMk id="8" creationId="{E49CE3DC-6F2B-5869-C4F6-A656AC98AF88}"/>
          </ac:picMkLst>
        </pc:picChg>
      </pc:sldChg>
      <pc:sldChg chg="addSp delSp modSp mod">
        <pc:chgData name="Tran Trong Binh" userId="c1283c94-e8ca-44d9-904c-fa0c4c442f84" providerId="ADAL" clId="{7E78C4F1-C606-49BA-BA34-4584D9A8424A}" dt="2025-05-16T06:33:19.506" v="1313" actId="1076"/>
        <pc:sldMkLst>
          <pc:docMk/>
          <pc:sldMk cId="4210198774" sldId="444"/>
        </pc:sldMkLst>
        <pc:spChg chg="del mod">
          <ac:chgData name="Tran Trong Binh" userId="c1283c94-e8ca-44d9-904c-fa0c4c442f84" providerId="ADAL" clId="{7E78C4F1-C606-49BA-BA34-4584D9A8424A}" dt="2025-05-16T06:33:10.097" v="1308"/>
          <ac:spMkLst>
            <pc:docMk/>
            <pc:sldMk cId="4210198774" sldId="444"/>
            <ac:spMk id="4" creationId="{00000000-0000-0000-0000-000000000000}"/>
          </ac:spMkLst>
        </pc:spChg>
        <pc:spChg chg="del">
          <ac:chgData name="Tran Trong Binh" userId="c1283c94-e8ca-44d9-904c-fa0c4c442f84" providerId="ADAL" clId="{7E78C4F1-C606-49BA-BA34-4584D9A8424A}" dt="2025-05-16T06:33:14.527" v="1310" actId="478"/>
          <ac:spMkLst>
            <pc:docMk/>
            <pc:sldMk cId="4210198774" sldId="444"/>
            <ac:spMk id="2379" creationId="{00000000-0000-0000-0000-000000000000}"/>
          </ac:spMkLst>
        </pc:spChg>
        <pc:spChg chg="del">
          <ac:chgData name="Tran Trong Binh" userId="c1283c94-e8ca-44d9-904c-fa0c4c442f84" providerId="ADAL" clId="{7E78C4F1-C606-49BA-BA34-4584D9A8424A}" dt="2025-05-16T06:33:14.527" v="1310" actId="478"/>
          <ac:spMkLst>
            <pc:docMk/>
            <pc:sldMk cId="4210198774" sldId="444"/>
            <ac:spMk id="2380" creationId="{00000000-0000-0000-0000-000000000000}"/>
          </ac:spMkLst>
        </pc:spChg>
        <pc:spChg chg="del">
          <ac:chgData name="Tran Trong Binh" userId="c1283c94-e8ca-44d9-904c-fa0c4c442f84" providerId="ADAL" clId="{7E78C4F1-C606-49BA-BA34-4584D9A8424A}" dt="2025-05-16T06:33:14.527" v="1310" actId="478"/>
          <ac:spMkLst>
            <pc:docMk/>
            <pc:sldMk cId="4210198774" sldId="444"/>
            <ac:spMk id="2381" creationId="{00000000-0000-0000-0000-000000000000}"/>
          </ac:spMkLst>
        </pc:spChg>
        <pc:spChg chg="del">
          <ac:chgData name="Tran Trong Binh" userId="c1283c94-e8ca-44d9-904c-fa0c4c442f84" providerId="ADAL" clId="{7E78C4F1-C606-49BA-BA34-4584D9A8424A}" dt="2025-05-16T06:33:14.527" v="1310" actId="478"/>
          <ac:spMkLst>
            <pc:docMk/>
            <pc:sldMk cId="4210198774" sldId="444"/>
            <ac:spMk id="2382" creationId="{00000000-0000-0000-0000-000000000000}"/>
          </ac:spMkLst>
        </pc:spChg>
        <pc:picChg chg="del">
          <ac:chgData name="Tran Trong Binh" userId="c1283c94-e8ca-44d9-904c-fa0c4c442f84" providerId="ADAL" clId="{7E78C4F1-C606-49BA-BA34-4584D9A8424A}" dt="2025-05-16T06:33:08.030" v="1307" actId="21"/>
          <ac:picMkLst>
            <pc:docMk/>
            <pc:sldMk cId="4210198774" sldId="444"/>
            <ac:picMk id="2" creationId="{7481221D-2651-93B4-3878-0588966C4401}"/>
          </ac:picMkLst>
        </pc:picChg>
        <pc:picChg chg="add mod">
          <ac:chgData name="Tran Trong Binh" userId="c1283c94-e8ca-44d9-904c-fa0c4c442f84" providerId="ADAL" clId="{7E78C4F1-C606-49BA-BA34-4584D9A8424A}" dt="2025-05-16T06:33:19.506" v="1313" actId="1076"/>
          <ac:picMkLst>
            <pc:docMk/>
            <pc:sldMk cId="4210198774" sldId="444"/>
            <ac:picMk id="5" creationId="{7481221D-2651-93B4-3878-0588966C4401}"/>
          </ac:picMkLst>
        </pc:picChg>
      </pc:sldChg>
      <pc:sldChg chg="addSp delSp modSp mod chgLayout">
        <pc:chgData name="Tran Trong Binh" userId="c1283c94-e8ca-44d9-904c-fa0c4c442f84" providerId="ADAL" clId="{7E78C4F1-C606-49BA-BA34-4584D9A8424A}" dt="2025-05-16T06:33:42.022" v="1324" actId="14100"/>
        <pc:sldMkLst>
          <pc:docMk/>
          <pc:sldMk cId="2003178437" sldId="445"/>
        </pc:sldMkLst>
        <pc:spChg chg="del">
          <ac:chgData name="Tran Trong Binh" userId="c1283c94-e8ca-44d9-904c-fa0c4c442f84" providerId="ADAL" clId="{7E78C4F1-C606-49BA-BA34-4584D9A8424A}" dt="2025-05-16T06:33:27.898" v="1317" actId="478"/>
          <ac:spMkLst>
            <pc:docMk/>
            <pc:sldMk cId="2003178437" sldId="445"/>
            <ac:spMk id="3" creationId="{00000000-0000-0000-0000-000000000000}"/>
          </ac:spMkLst>
        </pc:spChg>
        <pc:spChg chg="del mod">
          <ac:chgData name="Tran Trong Binh" userId="c1283c94-e8ca-44d9-904c-fa0c4c442f84" providerId="ADAL" clId="{7E78C4F1-C606-49BA-BA34-4584D9A8424A}" dt="2025-05-16T06:33:24.623" v="1315" actId="478"/>
          <ac:spMkLst>
            <pc:docMk/>
            <pc:sldMk cId="2003178437" sldId="445"/>
            <ac:spMk id="4" creationId="{00000000-0000-0000-0000-000000000000}"/>
          </ac:spMkLst>
        </pc:spChg>
        <pc:spChg chg="add mod ord">
          <ac:chgData name="Tran Trong Binh" userId="c1283c94-e8ca-44d9-904c-fa0c4c442f84" providerId="ADAL" clId="{7E78C4F1-C606-49BA-BA34-4584D9A8424A}" dt="2025-05-16T06:33:31.236" v="1319" actId="6264"/>
          <ac:spMkLst>
            <pc:docMk/>
            <pc:sldMk cId="2003178437" sldId="445"/>
            <ac:spMk id="6" creationId="{B0C44604-6B73-E322-C428-3E2C47926430}"/>
          </ac:spMkLst>
        </pc:spChg>
        <pc:spChg chg="add del mod ord">
          <ac:chgData name="Tran Trong Binh" userId="c1283c94-e8ca-44d9-904c-fa0c4c442f84" providerId="ADAL" clId="{7E78C4F1-C606-49BA-BA34-4584D9A8424A}" dt="2025-05-16T06:33:38.106" v="1322"/>
          <ac:spMkLst>
            <pc:docMk/>
            <pc:sldMk cId="2003178437" sldId="445"/>
            <ac:spMk id="7" creationId="{8299D1E8-F6A9-23B1-20EE-CA976C4E351D}"/>
          </ac:spMkLst>
        </pc:spChg>
        <pc:spChg chg="del">
          <ac:chgData name="Tran Trong Binh" userId="c1283c94-e8ca-44d9-904c-fa0c4c442f84" providerId="ADAL" clId="{7E78C4F1-C606-49BA-BA34-4584D9A8424A}" dt="2025-05-16T06:33:27.898" v="1317" actId="478"/>
          <ac:spMkLst>
            <pc:docMk/>
            <pc:sldMk cId="2003178437" sldId="445"/>
            <ac:spMk id="2379" creationId="{00000000-0000-0000-0000-000000000000}"/>
          </ac:spMkLst>
        </pc:spChg>
        <pc:spChg chg="del">
          <ac:chgData name="Tran Trong Binh" userId="c1283c94-e8ca-44d9-904c-fa0c4c442f84" providerId="ADAL" clId="{7E78C4F1-C606-49BA-BA34-4584D9A8424A}" dt="2025-05-16T06:33:27.898" v="1317" actId="478"/>
          <ac:spMkLst>
            <pc:docMk/>
            <pc:sldMk cId="2003178437" sldId="445"/>
            <ac:spMk id="2380" creationId="{00000000-0000-0000-0000-000000000000}"/>
          </ac:spMkLst>
        </pc:spChg>
        <pc:spChg chg="del">
          <ac:chgData name="Tran Trong Binh" userId="c1283c94-e8ca-44d9-904c-fa0c4c442f84" providerId="ADAL" clId="{7E78C4F1-C606-49BA-BA34-4584D9A8424A}" dt="2025-05-16T06:33:27.898" v="1317" actId="478"/>
          <ac:spMkLst>
            <pc:docMk/>
            <pc:sldMk cId="2003178437" sldId="445"/>
            <ac:spMk id="2381" creationId="{00000000-0000-0000-0000-000000000000}"/>
          </ac:spMkLst>
        </pc:spChg>
        <pc:spChg chg="del">
          <ac:chgData name="Tran Trong Binh" userId="c1283c94-e8ca-44d9-904c-fa0c4c442f84" providerId="ADAL" clId="{7E78C4F1-C606-49BA-BA34-4584D9A8424A}" dt="2025-05-16T06:33:27.898" v="1317" actId="478"/>
          <ac:spMkLst>
            <pc:docMk/>
            <pc:sldMk cId="2003178437" sldId="445"/>
            <ac:spMk id="2382" creationId="{00000000-0000-0000-0000-000000000000}"/>
          </ac:spMkLst>
        </pc:spChg>
        <pc:grpChg chg="del">
          <ac:chgData name="Tran Trong Binh" userId="c1283c94-e8ca-44d9-904c-fa0c4c442f84" providerId="ADAL" clId="{7E78C4F1-C606-49BA-BA34-4584D9A8424A}" dt="2025-05-16T06:33:27.898" v="1317" actId="478"/>
          <ac:grpSpMkLst>
            <pc:docMk/>
            <pc:sldMk cId="2003178437" sldId="445"/>
            <ac:grpSpMk id="2352" creationId="{00000000-0000-0000-0000-000000000000}"/>
          </ac:grpSpMkLst>
        </pc:grpChg>
        <pc:picChg chg="del">
          <ac:chgData name="Tran Trong Binh" userId="c1283c94-e8ca-44d9-904c-fa0c4c442f84" providerId="ADAL" clId="{7E78C4F1-C606-49BA-BA34-4584D9A8424A}" dt="2025-05-16T06:33:25.981" v="1316" actId="21"/>
          <ac:picMkLst>
            <pc:docMk/>
            <pc:sldMk cId="2003178437" sldId="445"/>
            <ac:picMk id="2" creationId="{87DC788C-C868-5F0C-A0F4-FBC888001E97}"/>
          </ac:picMkLst>
        </pc:picChg>
        <pc:picChg chg="add del mod">
          <ac:chgData name="Tran Trong Binh" userId="c1283c94-e8ca-44d9-904c-fa0c4c442f84" providerId="ADAL" clId="{7E78C4F1-C606-49BA-BA34-4584D9A8424A}" dt="2025-05-16T06:33:35.739" v="1321" actId="21"/>
          <ac:picMkLst>
            <pc:docMk/>
            <pc:sldMk cId="2003178437" sldId="445"/>
            <ac:picMk id="5" creationId="{87DC788C-C868-5F0C-A0F4-FBC888001E97}"/>
          </ac:picMkLst>
        </pc:picChg>
        <pc:picChg chg="add mod">
          <ac:chgData name="Tran Trong Binh" userId="c1283c94-e8ca-44d9-904c-fa0c4c442f84" providerId="ADAL" clId="{7E78C4F1-C606-49BA-BA34-4584D9A8424A}" dt="2025-05-16T06:33:42.022" v="1324" actId="14100"/>
          <ac:picMkLst>
            <pc:docMk/>
            <pc:sldMk cId="2003178437" sldId="445"/>
            <ac:picMk id="8" creationId="{87DC788C-C868-5F0C-A0F4-FBC888001E97}"/>
          </ac:picMkLst>
        </pc:picChg>
      </pc:sldChg>
      <pc:sldChg chg="addSp delSp modSp mod chgLayout">
        <pc:chgData name="Tran Trong Binh" userId="c1283c94-e8ca-44d9-904c-fa0c4c442f84" providerId="ADAL" clId="{7E78C4F1-C606-49BA-BA34-4584D9A8424A}" dt="2025-05-16T06:34:07.371" v="1336" actId="6264"/>
        <pc:sldMkLst>
          <pc:docMk/>
          <pc:sldMk cId="2403048364" sldId="449"/>
        </pc:sldMkLst>
        <pc:spChg chg="del mod">
          <ac:chgData name="Tran Trong Binh" userId="c1283c94-e8ca-44d9-904c-fa0c4c442f84" providerId="ADAL" clId="{7E78C4F1-C606-49BA-BA34-4584D9A8424A}" dt="2025-05-16T06:34:05.353" v="1335"/>
          <ac:spMkLst>
            <pc:docMk/>
            <pc:sldMk cId="2403048364" sldId="449"/>
            <ac:spMk id="2" creationId="{00000000-0000-0000-0000-000000000000}"/>
          </ac:spMkLst>
        </pc:spChg>
        <pc:spChg chg="add del mod">
          <ac:chgData name="Tran Trong Binh" userId="c1283c94-e8ca-44d9-904c-fa0c4c442f84" providerId="ADAL" clId="{7E78C4F1-C606-49BA-BA34-4584D9A8424A}" dt="2025-05-16T06:34:07.371" v="1336" actId="6264"/>
          <ac:spMkLst>
            <pc:docMk/>
            <pc:sldMk cId="2403048364" sldId="449"/>
            <ac:spMk id="6" creationId="{164C49C2-CDBC-ACC4-5DEF-734DD349E639}"/>
          </ac:spMkLst>
        </pc:spChg>
        <pc:spChg chg="add del mod">
          <ac:chgData name="Tran Trong Binh" userId="c1283c94-e8ca-44d9-904c-fa0c4c442f84" providerId="ADAL" clId="{7E78C4F1-C606-49BA-BA34-4584D9A8424A}" dt="2025-05-16T06:34:07.371" v="1336" actId="6264"/>
          <ac:spMkLst>
            <pc:docMk/>
            <pc:sldMk cId="2403048364" sldId="449"/>
            <ac:spMk id="7" creationId="{BD602E3E-6F93-0722-9ECB-9E1FE60159E7}"/>
          </ac:spMkLst>
        </pc:spChg>
        <pc:spChg chg="mod ord">
          <ac:chgData name="Tran Trong Binh" userId="c1283c94-e8ca-44d9-904c-fa0c4c442f84" providerId="ADAL" clId="{7E78C4F1-C606-49BA-BA34-4584D9A8424A}" dt="2025-05-16T06:34:07.371" v="1336" actId="6264"/>
          <ac:spMkLst>
            <pc:docMk/>
            <pc:sldMk cId="2403048364" sldId="449"/>
            <ac:spMk id="2335" creationId="{00000000-0000-0000-0000-000000000000}"/>
          </ac:spMkLst>
        </pc:spChg>
        <pc:spChg chg="del">
          <ac:chgData name="Tran Trong Binh" userId="c1283c94-e8ca-44d9-904c-fa0c4c442f84" providerId="ADAL" clId="{7E78C4F1-C606-49BA-BA34-4584D9A8424A}" dt="2025-05-16T06:33:55.039" v="1330" actId="478"/>
          <ac:spMkLst>
            <pc:docMk/>
            <pc:sldMk cId="2403048364" sldId="449"/>
            <ac:spMk id="2379" creationId="{00000000-0000-0000-0000-000000000000}"/>
          </ac:spMkLst>
        </pc:spChg>
        <pc:spChg chg="del">
          <ac:chgData name="Tran Trong Binh" userId="c1283c94-e8ca-44d9-904c-fa0c4c442f84" providerId="ADAL" clId="{7E78C4F1-C606-49BA-BA34-4584D9A8424A}" dt="2025-05-16T06:33:51.378" v="1328" actId="478"/>
          <ac:spMkLst>
            <pc:docMk/>
            <pc:sldMk cId="2403048364" sldId="449"/>
            <ac:spMk id="2380" creationId="{00000000-0000-0000-0000-000000000000}"/>
          </ac:spMkLst>
        </pc:spChg>
        <pc:spChg chg="del">
          <ac:chgData name="Tran Trong Binh" userId="c1283c94-e8ca-44d9-904c-fa0c4c442f84" providerId="ADAL" clId="{7E78C4F1-C606-49BA-BA34-4584D9A8424A}" dt="2025-05-16T06:33:53.871" v="1329" actId="478"/>
          <ac:spMkLst>
            <pc:docMk/>
            <pc:sldMk cId="2403048364" sldId="449"/>
            <ac:spMk id="2381" creationId="{00000000-0000-0000-0000-000000000000}"/>
          </ac:spMkLst>
        </pc:spChg>
        <pc:spChg chg="del">
          <ac:chgData name="Tran Trong Binh" userId="c1283c94-e8ca-44d9-904c-fa0c4c442f84" providerId="ADAL" clId="{7E78C4F1-C606-49BA-BA34-4584D9A8424A}" dt="2025-05-16T06:33:59.639" v="1332" actId="478"/>
          <ac:spMkLst>
            <pc:docMk/>
            <pc:sldMk cId="2403048364" sldId="449"/>
            <ac:spMk id="2382" creationId="{00000000-0000-0000-0000-000000000000}"/>
          </ac:spMkLst>
        </pc:spChg>
        <pc:grpChg chg="del">
          <ac:chgData name="Tran Trong Binh" userId="c1283c94-e8ca-44d9-904c-fa0c4c442f84" providerId="ADAL" clId="{7E78C4F1-C606-49BA-BA34-4584D9A8424A}" dt="2025-05-16T06:33:44.874" v="1325" actId="478"/>
          <ac:grpSpMkLst>
            <pc:docMk/>
            <pc:sldMk cId="2403048364" sldId="449"/>
            <ac:grpSpMk id="2352" creationId="{00000000-0000-0000-0000-000000000000}"/>
          </ac:grpSpMkLst>
        </pc:grpChg>
        <pc:picChg chg="add del mod">
          <ac:chgData name="Tran Trong Binh" userId="c1283c94-e8ca-44d9-904c-fa0c4c442f84" providerId="ADAL" clId="{7E78C4F1-C606-49BA-BA34-4584D9A8424A}" dt="2025-05-16T06:33:48.415" v="1327" actId="21"/>
          <ac:picMkLst>
            <pc:docMk/>
            <pc:sldMk cId="2403048364" sldId="449"/>
            <ac:picMk id="3" creationId="{61219E00-35E5-FC43-00E9-CBBED4F8A5BE}"/>
          </ac:picMkLst>
        </pc:picChg>
        <pc:picChg chg="add mod ord">
          <ac:chgData name="Tran Trong Binh" userId="c1283c94-e8ca-44d9-904c-fa0c4c442f84" providerId="ADAL" clId="{7E78C4F1-C606-49BA-BA34-4584D9A8424A}" dt="2025-05-16T06:34:07.371" v="1336" actId="6264"/>
          <ac:picMkLst>
            <pc:docMk/>
            <pc:sldMk cId="2403048364" sldId="449"/>
            <ac:picMk id="4" creationId="{9697BE07-3A30-03C6-FB59-E0E7C18F031D}"/>
          </ac:picMkLst>
        </pc:picChg>
        <pc:picChg chg="del">
          <ac:chgData name="Tran Trong Binh" userId="c1283c94-e8ca-44d9-904c-fa0c4c442f84" providerId="ADAL" clId="{7E78C4F1-C606-49BA-BA34-4584D9A8424A}" dt="2025-05-16T06:34:00.934" v="1333" actId="21"/>
          <ac:picMkLst>
            <pc:docMk/>
            <pc:sldMk cId="2403048364" sldId="449"/>
            <ac:picMk id="5" creationId="{9697BE07-3A30-03C6-FB59-E0E7C18F031D}"/>
          </ac:picMkLst>
        </pc:picChg>
      </pc:sldChg>
      <pc:sldChg chg="addSp delSp modSp mod">
        <pc:chgData name="Tran Trong Binh" userId="c1283c94-e8ca-44d9-904c-fa0c4c442f84" providerId="ADAL" clId="{7E78C4F1-C606-49BA-BA34-4584D9A8424A}" dt="2025-05-16T06:34:14.784" v="1339"/>
        <pc:sldMkLst>
          <pc:docMk/>
          <pc:sldMk cId="1580156818" sldId="450"/>
        </pc:sldMkLst>
        <pc:spChg chg="del">
          <ac:chgData name="Tran Trong Binh" userId="c1283c94-e8ca-44d9-904c-fa0c4c442f84" providerId="ADAL" clId="{7E78C4F1-C606-49BA-BA34-4584D9A8424A}" dt="2025-05-16T06:34:14.784" v="1339"/>
          <ac:spMkLst>
            <pc:docMk/>
            <pc:sldMk cId="1580156818" sldId="450"/>
            <ac:spMk id="9" creationId="{00000000-0000-0000-0000-000000000000}"/>
          </ac:spMkLst>
        </pc:spChg>
        <pc:picChg chg="add mod">
          <ac:chgData name="Tran Trong Binh" userId="c1283c94-e8ca-44d9-904c-fa0c4c442f84" providerId="ADAL" clId="{7E78C4F1-C606-49BA-BA34-4584D9A8424A}" dt="2025-05-16T06:34:14.784" v="1339"/>
          <ac:picMkLst>
            <pc:docMk/>
            <pc:sldMk cId="1580156818" sldId="450"/>
            <ac:picMk id="2" creationId="{9F0EF28C-CF8B-67DD-D904-87DB23344DB0}"/>
          </ac:picMkLst>
        </pc:picChg>
        <pc:picChg chg="del mod">
          <ac:chgData name="Tran Trong Binh" userId="c1283c94-e8ca-44d9-904c-fa0c4c442f84" providerId="ADAL" clId="{7E78C4F1-C606-49BA-BA34-4584D9A8424A}" dt="2025-05-16T06:34:12.078" v="1338" actId="21"/>
          <ac:picMkLst>
            <pc:docMk/>
            <pc:sldMk cId="1580156818" sldId="450"/>
            <ac:picMk id="7" creationId="{9F0EF28C-CF8B-67DD-D904-87DB23344DB0}"/>
          </ac:picMkLst>
        </pc:picChg>
      </pc:sldChg>
      <pc:sldChg chg="modSp mod">
        <pc:chgData name="Tran Trong Binh" userId="c1283c94-e8ca-44d9-904c-fa0c4c442f84" providerId="ADAL" clId="{7E78C4F1-C606-49BA-BA34-4584D9A8424A}" dt="2025-05-16T06:36:35.019" v="1378" actId="1076"/>
        <pc:sldMkLst>
          <pc:docMk/>
          <pc:sldMk cId="347250791" sldId="457"/>
        </pc:sldMkLst>
        <pc:picChg chg="mod">
          <ac:chgData name="Tran Trong Binh" userId="c1283c94-e8ca-44d9-904c-fa0c4c442f84" providerId="ADAL" clId="{7E78C4F1-C606-49BA-BA34-4584D9A8424A}" dt="2025-05-16T06:36:35.019" v="1378" actId="1076"/>
          <ac:picMkLst>
            <pc:docMk/>
            <pc:sldMk cId="347250791" sldId="457"/>
            <ac:picMk id="4" creationId="{F85E274B-CC1D-461D-AF14-4244530ACC5E}"/>
          </ac:picMkLst>
        </pc:picChg>
      </pc:sldChg>
      <pc:sldChg chg="addSp delSp modSp new mod setBg modClrScheme delDesignElem chgLayout">
        <pc:chgData name="Tran Trong Binh" userId="c1283c94-e8ca-44d9-904c-fa0c4c442f84" providerId="ADAL" clId="{7E78C4F1-C606-49BA-BA34-4584D9A8424A}" dt="2025-05-16T06:47:42.185" v="1618" actId="6264"/>
        <pc:sldMkLst>
          <pc:docMk/>
          <pc:sldMk cId="1073870515" sldId="458"/>
        </pc:sldMkLst>
        <pc:spChg chg="mod ord">
          <ac:chgData name="Tran Trong Binh" userId="c1283c94-e8ca-44d9-904c-fa0c4c442f84" providerId="ADAL" clId="{7E78C4F1-C606-49BA-BA34-4584D9A8424A}" dt="2025-05-16T06:47:42.185" v="1618" actId="6264"/>
          <ac:spMkLst>
            <pc:docMk/>
            <pc:sldMk cId="1073870515" sldId="458"/>
            <ac:spMk id="2" creationId="{9E67A466-AC02-DB60-3210-F3F28312B66B}"/>
          </ac:spMkLst>
        </pc:spChg>
        <pc:spChg chg="del">
          <ac:chgData name="Tran Trong Binh" userId="c1283c94-e8ca-44d9-904c-fa0c4c442f84" providerId="ADAL" clId="{7E78C4F1-C606-49BA-BA34-4584D9A8424A}" dt="2025-05-16T03:11:33.804" v="108"/>
          <ac:spMkLst>
            <pc:docMk/>
            <pc:sldMk cId="1073870515" sldId="458"/>
            <ac:spMk id="3" creationId="{F9E19ACF-DC75-0418-9F94-69F47C924493}"/>
          </ac:spMkLst>
        </pc:spChg>
        <pc:spChg chg="add mod ord">
          <ac:chgData name="Tran Trong Binh" userId="c1283c94-e8ca-44d9-904c-fa0c4c442f84" providerId="ADAL" clId="{7E78C4F1-C606-49BA-BA34-4584D9A8424A}" dt="2025-05-16T06:47:42.185" v="1618" actId="6264"/>
          <ac:spMkLst>
            <pc:docMk/>
            <pc:sldMk cId="1073870515" sldId="458"/>
            <ac:spMk id="4" creationId="{6DCA4FC5-921B-2220-CD27-EB7F125DF3AD}"/>
          </ac:spMkLst>
        </pc:spChg>
        <pc:spChg chg="add del mod">
          <ac:chgData name="Tran Trong Binh" userId="c1283c94-e8ca-44d9-904c-fa0c4c442f84" providerId="ADAL" clId="{7E78C4F1-C606-49BA-BA34-4584D9A8424A}" dt="2025-05-16T03:46:29.634" v="321" actId="478"/>
          <ac:spMkLst>
            <pc:docMk/>
            <pc:sldMk cId="1073870515" sldId="458"/>
            <ac:spMk id="5" creationId="{9359BECC-E244-94BD-C652-454A0E9E165B}"/>
          </ac:spMkLst>
        </pc:spChg>
        <pc:spChg chg="add del mod">
          <ac:chgData name="Tran Trong Binh" userId="c1283c94-e8ca-44d9-904c-fa0c4c442f84" providerId="ADAL" clId="{7E78C4F1-C606-49BA-BA34-4584D9A8424A}" dt="2025-05-16T06:47:42.185" v="1618" actId="6264"/>
          <ac:spMkLst>
            <pc:docMk/>
            <pc:sldMk cId="1073870515" sldId="458"/>
            <ac:spMk id="6" creationId="{B2F66AC1-21EE-1FA8-40A6-889E4204103B}"/>
          </ac:spMkLst>
        </pc:spChg>
        <pc:spChg chg="add del mod">
          <ac:chgData name="Tran Trong Binh" userId="c1283c94-e8ca-44d9-904c-fa0c4c442f84" providerId="ADAL" clId="{7E78C4F1-C606-49BA-BA34-4584D9A8424A}" dt="2025-05-16T06:47:42.185" v="1618" actId="6264"/>
          <ac:spMkLst>
            <pc:docMk/>
            <pc:sldMk cId="1073870515" sldId="458"/>
            <ac:spMk id="7" creationId="{CCDA7B5C-A9B0-740F-D34C-5554F965A207}"/>
          </ac:spMkLst>
        </pc:spChg>
        <pc:spChg chg="add del">
          <ac:chgData name="Tran Trong Binh" userId="c1283c94-e8ca-44d9-904c-fa0c4c442f84" providerId="ADAL" clId="{7E78C4F1-C606-49BA-BA34-4584D9A8424A}" dt="2025-05-16T06:47:42.185" v="1618" actId="6264"/>
          <ac:spMkLst>
            <pc:docMk/>
            <pc:sldMk cId="1073870515" sldId="458"/>
            <ac:spMk id="9" creationId="{907EF6B7-1338-4443-8C46-6A318D952DFD}"/>
          </ac:spMkLst>
        </pc:spChg>
        <pc:spChg chg="add del">
          <ac:chgData name="Tran Trong Binh" userId="c1283c94-e8ca-44d9-904c-fa0c4c442f84" providerId="ADAL" clId="{7E78C4F1-C606-49BA-BA34-4584D9A8424A}" dt="2025-05-16T06:47:42.185" v="1618" actId="6264"/>
          <ac:spMkLst>
            <pc:docMk/>
            <pc:sldMk cId="1073870515" sldId="458"/>
            <ac:spMk id="11" creationId="{DAAE4CDD-124C-4DCF-9584-B6033B545DD5}"/>
          </ac:spMkLst>
        </pc:spChg>
        <pc:spChg chg="add del">
          <ac:chgData name="Tran Trong Binh" userId="c1283c94-e8ca-44d9-904c-fa0c4c442f84" providerId="ADAL" clId="{7E78C4F1-C606-49BA-BA34-4584D9A8424A}" dt="2025-05-16T06:47:42.185" v="1618" actId="6264"/>
          <ac:spMkLst>
            <pc:docMk/>
            <pc:sldMk cId="1073870515" sldId="458"/>
            <ac:spMk id="13" creationId="{081E4A58-353D-44AE-B2FC-2A74E2E400F7}"/>
          </ac:spMkLst>
        </pc:spChg>
        <pc:picChg chg="add del mod ord">
          <ac:chgData name="Tran Trong Binh" userId="c1283c94-e8ca-44d9-904c-fa0c4c442f84" providerId="ADAL" clId="{7E78C4F1-C606-49BA-BA34-4584D9A8424A}" dt="2025-05-16T03:18:10.517" v="144" actId="21"/>
          <ac:picMkLst>
            <pc:docMk/>
            <pc:sldMk cId="1073870515" sldId="458"/>
            <ac:picMk id="1026" creationId="{DF25F9D6-A8F8-98DA-7B4B-EDD5539322EF}"/>
          </ac:picMkLst>
        </pc:picChg>
      </pc:sldChg>
      <pc:sldChg chg="addSp delSp modSp new mod modNotesTx">
        <pc:chgData name="Tran Trong Binh" userId="c1283c94-e8ca-44d9-904c-fa0c4c442f84" providerId="ADAL" clId="{7E78C4F1-C606-49BA-BA34-4584D9A8424A}" dt="2025-05-16T03:38:55.806" v="275" actId="20577"/>
        <pc:sldMkLst>
          <pc:docMk/>
          <pc:sldMk cId="448588663" sldId="459"/>
        </pc:sldMkLst>
        <pc:spChg chg="mod">
          <ac:chgData name="Tran Trong Binh" userId="c1283c94-e8ca-44d9-904c-fa0c4c442f84" providerId="ADAL" clId="{7E78C4F1-C606-49BA-BA34-4584D9A8424A}" dt="2025-05-16T03:32:13.551" v="222" actId="20577"/>
          <ac:spMkLst>
            <pc:docMk/>
            <pc:sldMk cId="448588663" sldId="459"/>
            <ac:spMk id="2" creationId="{7EFE9B43-1CAA-E2BB-097C-0CD01A3E73BA}"/>
          </ac:spMkLst>
        </pc:spChg>
        <pc:spChg chg="del">
          <ac:chgData name="Tran Trong Binh" userId="c1283c94-e8ca-44d9-904c-fa0c4c442f84" providerId="ADAL" clId="{7E78C4F1-C606-49BA-BA34-4584D9A8424A}" dt="2025-05-16T03:18:13.230" v="145"/>
          <ac:spMkLst>
            <pc:docMk/>
            <pc:sldMk cId="448588663" sldId="459"/>
            <ac:spMk id="3" creationId="{AF625B50-1C11-F595-D7EB-E715B69323D0}"/>
          </ac:spMkLst>
        </pc:spChg>
        <pc:spChg chg="add mod">
          <ac:chgData name="Tran Trong Binh" userId="c1283c94-e8ca-44d9-904c-fa0c4c442f84" providerId="ADAL" clId="{7E78C4F1-C606-49BA-BA34-4584D9A8424A}" dt="2025-05-16T03:26:28.566" v="184" actId="14100"/>
          <ac:spMkLst>
            <pc:docMk/>
            <pc:sldMk cId="448588663" sldId="459"/>
            <ac:spMk id="5" creationId="{84DCF258-F111-1B0F-A51C-2A942497CBA3}"/>
          </ac:spMkLst>
        </pc:spChg>
        <pc:spChg chg="add mod">
          <ac:chgData name="Tran Trong Binh" userId="c1283c94-e8ca-44d9-904c-fa0c4c442f84" providerId="ADAL" clId="{7E78C4F1-C606-49BA-BA34-4584D9A8424A}" dt="2025-05-16T03:31:02.511" v="196" actId="1076"/>
          <ac:spMkLst>
            <pc:docMk/>
            <pc:sldMk cId="448588663" sldId="459"/>
            <ac:spMk id="7" creationId="{C0AE09F4-F433-142D-A2D2-41A9BD79E204}"/>
          </ac:spMkLst>
        </pc:spChg>
        <pc:spChg chg="add mod">
          <ac:chgData name="Tran Trong Binh" userId="c1283c94-e8ca-44d9-904c-fa0c4c442f84" providerId="ADAL" clId="{7E78C4F1-C606-49BA-BA34-4584D9A8424A}" dt="2025-05-16T03:30:38.788" v="193" actId="20577"/>
          <ac:spMkLst>
            <pc:docMk/>
            <pc:sldMk cId="448588663" sldId="459"/>
            <ac:spMk id="8" creationId="{00457FDE-29C2-9EB0-5AA7-3A51A2D0B466}"/>
          </ac:spMkLst>
        </pc:spChg>
        <pc:spChg chg="add mod">
          <ac:chgData name="Tran Trong Binh" userId="c1283c94-e8ca-44d9-904c-fa0c4c442f84" providerId="ADAL" clId="{7E78C4F1-C606-49BA-BA34-4584D9A8424A}" dt="2025-05-16T03:36:06.970" v="236" actId="1076"/>
          <ac:spMkLst>
            <pc:docMk/>
            <pc:sldMk cId="448588663" sldId="459"/>
            <ac:spMk id="13" creationId="{4D500A70-8366-4DF3-C7D3-6690CCE31DBC}"/>
          </ac:spMkLst>
        </pc:spChg>
        <pc:picChg chg="add mod">
          <ac:chgData name="Tran Trong Binh" userId="c1283c94-e8ca-44d9-904c-fa0c4c442f84" providerId="ADAL" clId="{7E78C4F1-C606-49BA-BA34-4584D9A8424A}" dt="2025-05-16T03:33:19.619" v="228" actId="571"/>
          <ac:picMkLst>
            <pc:docMk/>
            <pc:sldMk cId="448588663" sldId="459"/>
            <ac:picMk id="9" creationId="{D79F30CB-91FB-84BC-2AFD-A436443E7210}"/>
          </ac:picMkLst>
        </pc:picChg>
        <pc:picChg chg="add mod">
          <ac:chgData name="Tran Trong Binh" userId="c1283c94-e8ca-44d9-904c-fa0c4c442f84" providerId="ADAL" clId="{7E78C4F1-C606-49BA-BA34-4584D9A8424A}" dt="2025-05-16T03:26:25.022" v="182" actId="1076"/>
          <ac:picMkLst>
            <pc:docMk/>
            <pc:sldMk cId="448588663" sldId="459"/>
            <ac:picMk id="1026" creationId="{DF25F9D6-A8F8-98DA-7B4B-EDD5539322EF}"/>
          </ac:picMkLst>
        </pc:picChg>
        <pc:picChg chg="add mod">
          <ac:chgData name="Tran Trong Binh" userId="c1283c94-e8ca-44d9-904c-fa0c4c442f84" providerId="ADAL" clId="{7E78C4F1-C606-49BA-BA34-4584D9A8424A}" dt="2025-05-16T03:26:37.752" v="188" actId="1076"/>
          <ac:picMkLst>
            <pc:docMk/>
            <pc:sldMk cId="448588663" sldId="459"/>
            <ac:picMk id="2050" creationId="{EF623234-43E9-843B-8E3D-4950EEDA91E6}"/>
          </ac:picMkLst>
        </pc:picChg>
        <pc:picChg chg="add mod">
          <ac:chgData name="Tran Trong Binh" userId="c1283c94-e8ca-44d9-904c-fa0c4c442f84" providerId="ADAL" clId="{7E78C4F1-C606-49BA-BA34-4584D9A8424A}" dt="2025-05-16T03:32:01.349" v="201" actId="1076"/>
          <ac:picMkLst>
            <pc:docMk/>
            <pc:sldMk cId="448588663" sldId="459"/>
            <ac:picMk id="2052" creationId="{7A5D4C01-11F4-7486-69B0-0394CE558AE4}"/>
          </ac:picMkLst>
        </pc:picChg>
        <pc:cxnChg chg="add mod">
          <ac:chgData name="Tran Trong Binh" userId="c1283c94-e8ca-44d9-904c-fa0c4c442f84" providerId="ADAL" clId="{7E78C4F1-C606-49BA-BA34-4584D9A8424A}" dt="2025-05-16T03:33:47.945" v="233" actId="1076"/>
          <ac:cxnSpMkLst>
            <pc:docMk/>
            <pc:sldMk cId="448588663" sldId="459"/>
            <ac:cxnSpMk id="11" creationId="{D4AE6FCC-DE16-CEA2-8081-5D88D87FB238}"/>
          </ac:cxnSpMkLst>
        </pc:cxnChg>
      </pc:sldChg>
      <pc:sldChg chg="addSp delSp modSp new mod modClrScheme chgLayout">
        <pc:chgData name="Tran Trong Binh" userId="c1283c94-e8ca-44d9-904c-fa0c4c442f84" providerId="ADAL" clId="{7E78C4F1-C606-49BA-BA34-4584D9A8424A}" dt="2025-05-16T06:54:06.296" v="1738" actId="14734"/>
        <pc:sldMkLst>
          <pc:docMk/>
          <pc:sldMk cId="4280864933" sldId="460"/>
        </pc:sldMkLst>
        <pc:spChg chg="mod ord">
          <ac:chgData name="Tran Trong Binh" userId="c1283c94-e8ca-44d9-904c-fa0c4c442f84" providerId="ADAL" clId="{7E78C4F1-C606-49BA-BA34-4584D9A8424A}" dt="2025-05-16T06:53:53.585" v="1734" actId="6264"/>
          <ac:spMkLst>
            <pc:docMk/>
            <pc:sldMk cId="4280864933" sldId="460"/>
            <ac:spMk id="2" creationId="{96230FC1-58B2-1F23-AD61-9CA80C611260}"/>
          </ac:spMkLst>
        </pc:spChg>
        <pc:spChg chg="del mod ord">
          <ac:chgData name="Tran Trong Binh" userId="c1283c94-e8ca-44d9-904c-fa0c4c442f84" providerId="ADAL" clId="{7E78C4F1-C606-49BA-BA34-4584D9A8424A}" dt="2025-05-16T03:26:04.050" v="178" actId="700"/>
          <ac:spMkLst>
            <pc:docMk/>
            <pc:sldMk cId="4280864933" sldId="460"/>
            <ac:spMk id="3" creationId="{71C623E0-A4E2-8728-9644-04222E4B351D}"/>
          </ac:spMkLst>
        </pc:spChg>
        <pc:spChg chg="del">
          <ac:chgData name="Tran Trong Binh" userId="c1283c94-e8ca-44d9-904c-fa0c4c442f84" providerId="ADAL" clId="{7E78C4F1-C606-49BA-BA34-4584D9A8424A}" dt="2025-05-16T03:26:04.050" v="178" actId="700"/>
          <ac:spMkLst>
            <pc:docMk/>
            <pc:sldMk cId="4280864933" sldId="460"/>
            <ac:spMk id="4" creationId="{FD221F62-CB66-4963-3476-9655CEA06BDE}"/>
          </ac:spMkLst>
        </pc:spChg>
        <pc:spChg chg="add del mod ord">
          <ac:chgData name="Tran Trong Binh" userId="c1283c94-e8ca-44d9-904c-fa0c4c442f84" providerId="ADAL" clId="{7E78C4F1-C606-49BA-BA34-4584D9A8424A}" dt="2025-05-16T03:26:05.362" v="179"/>
          <ac:spMkLst>
            <pc:docMk/>
            <pc:sldMk cId="4280864933" sldId="460"/>
            <ac:spMk id="5" creationId="{35C86200-E611-1222-F236-F4FA91540762}"/>
          </ac:spMkLst>
        </pc:spChg>
        <pc:spChg chg="add mod">
          <ac:chgData name="Tran Trong Binh" userId="c1283c94-e8ca-44d9-904c-fa0c4c442f84" providerId="ADAL" clId="{7E78C4F1-C606-49BA-BA34-4584D9A8424A}" dt="2025-05-16T03:26:08.612" v="180" actId="1076"/>
          <ac:spMkLst>
            <pc:docMk/>
            <pc:sldMk cId="4280864933" sldId="460"/>
            <ac:spMk id="7" creationId="{31533D26-3305-BFE1-7006-65ADD38EF5C7}"/>
          </ac:spMkLst>
        </pc:spChg>
        <pc:spChg chg="add del mod">
          <ac:chgData name="Tran Trong Binh" userId="c1283c94-e8ca-44d9-904c-fa0c4c442f84" providerId="ADAL" clId="{7E78C4F1-C606-49BA-BA34-4584D9A8424A}" dt="2025-05-16T06:53:53.585" v="1734" actId="6264"/>
          <ac:spMkLst>
            <pc:docMk/>
            <pc:sldMk cId="4280864933" sldId="460"/>
            <ac:spMk id="8" creationId="{7A88A360-0024-7E2E-5CBC-5B611DE817BC}"/>
          </ac:spMkLst>
        </pc:spChg>
        <pc:spChg chg="add del mod">
          <ac:chgData name="Tran Trong Binh" userId="c1283c94-e8ca-44d9-904c-fa0c4c442f84" providerId="ADAL" clId="{7E78C4F1-C606-49BA-BA34-4584D9A8424A}" dt="2025-05-16T06:53:53.585" v="1734" actId="6264"/>
          <ac:spMkLst>
            <pc:docMk/>
            <pc:sldMk cId="4280864933" sldId="460"/>
            <ac:spMk id="9" creationId="{186B5ABC-A8CE-674D-6005-9B7739CAB931}"/>
          </ac:spMkLst>
        </pc:spChg>
        <pc:graphicFrameChg chg="add mod ord modGraphic">
          <ac:chgData name="Tran Trong Binh" userId="c1283c94-e8ca-44d9-904c-fa0c4c442f84" providerId="ADAL" clId="{7E78C4F1-C606-49BA-BA34-4584D9A8424A}" dt="2025-05-16T06:54:06.296" v="1738" actId="14734"/>
          <ac:graphicFrameMkLst>
            <pc:docMk/>
            <pc:sldMk cId="4280864933" sldId="460"/>
            <ac:graphicFrameMk id="6" creationId="{4761DE72-88B9-4094-EFF4-F086A019D929}"/>
          </ac:graphicFrameMkLst>
        </pc:graphicFrameChg>
      </pc:sldChg>
      <pc:sldChg chg="modSp new mod">
        <pc:chgData name="Tran Trong Binh" userId="c1283c94-e8ca-44d9-904c-fa0c4c442f84" providerId="ADAL" clId="{7E78C4F1-C606-49BA-BA34-4584D9A8424A}" dt="2025-05-16T03:43:49.246" v="316" actId="20577"/>
        <pc:sldMkLst>
          <pc:docMk/>
          <pc:sldMk cId="3538817614" sldId="461"/>
        </pc:sldMkLst>
        <pc:spChg chg="mod">
          <ac:chgData name="Tran Trong Binh" userId="c1283c94-e8ca-44d9-904c-fa0c4c442f84" providerId="ADAL" clId="{7E78C4F1-C606-49BA-BA34-4584D9A8424A}" dt="2025-05-16T03:43:49.246" v="316" actId="20577"/>
          <ac:spMkLst>
            <pc:docMk/>
            <pc:sldMk cId="3538817614" sldId="461"/>
            <ac:spMk id="2" creationId="{AC2429A3-FE1D-287A-4235-1625E44DBCD6}"/>
          </ac:spMkLst>
        </pc:spChg>
        <pc:spChg chg="mod">
          <ac:chgData name="Tran Trong Binh" userId="c1283c94-e8ca-44d9-904c-fa0c4c442f84" providerId="ADAL" clId="{7E78C4F1-C606-49BA-BA34-4584D9A8424A}" dt="2025-05-16T03:43:45.219" v="282"/>
          <ac:spMkLst>
            <pc:docMk/>
            <pc:sldMk cId="3538817614" sldId="461"/>
            <ac:spMk id="3" creationId="{D58B71B0-960E-CDD5-C6C7-31F8C8D30FA5}"/>
          </ac:spMkLst>
        </pc:spChg>
      </pc:sldChg>
      <pc:sldChg chg="addSp delSp modSp new mod modClrScheme chgLayout">
        <pc:chgData name="Tran Trong Binh" userId="c1283c94-e8ca-44d9-904c-fa0c4c442f84" providerId="ADAL" clId="{7E78C4F1-C606-49BA-BA34-4584D9A8424A}" dt="2025-05-16T03:46:18.665" v="320"/>
        <pc:sldMkLst>
          <pc:docMk/>
          <pc:sldMk cId="2468437785" sldId="462"/>
        </pc:sldMkLst>
        <pc:spChg chg="del mod ord">
          <ac:chgData name="Tran Trong Binh" userId="c1283c94-e8ca-44d9-904c-fa0c4c442f84" providerId="ADAL" clId="{7E78C4F1-C606-49BA-BA34-4584D9A8424A}" dt="2025-05-16T03:46:12.697" v="318" actId="700"/>
          <ac:spMkLst>
            <pc:docMk/>
            <pc:sldMk cId="2468437785" sldId="462"/>
            <ac:spMk id="2" creationId="{A48B15CD-A8B1-26F1-873F-3EF39184690A}"/>
          </ac:spMkLst>
        </pc:spChg>
        <pc:spChg chg="del mod ord">
          <ac:chgData name="Tran Trong Binh" userId="c1283c94-e8ca-44d9-904c-fa0c4c442f84" providerId="ADAL" clId="{7E78C4F1-C606-49BA-BA34-4584D9A8424A}" dt="2025-05-16T03:46:12.697" v="318" actId="700"/>
          <ac:spMkLst>
            <pc:docMk/>
            <pc:sldMk cId="2468437785" sldId="462"/>
            <ac:spMk id="3" creationId="{FBDA9AA0-F4EB-162E-E407-78FD45844815}"/>
          </ac:spMkLst>
        </pc:spChg>
        <pc:spChg chg="del">
          <ac:chgData name="Tran Trong Binh" userId="c1283c94-e8ca-44d9-904c-fa0c4c442f84" providerId="ADAL" clId="{7E78C4F1-C606-49BA-BA34-4584D9A8424A}" dt="2025-05-16T03:46:12.697" v="318" actId="700"/>
          <ac:spMkLst>
            <pc:docMk/>
            <pc:sldMk cId="2468437785" sldId="462"/>
            <ac:spMk id="4" creationId="{68790814-7E10-FAA0-60A1-9F51CC416529}"/>
          </ac:spMkLst>
        </pc:spChg>
        <pc:spChg chg="add mod ord">
          <ac:chgData name="Tran Trong Binh" userId="c1283c94-e8ca-44d9-904c-fa0c4c442f84" providerId="ADAL" clId="{7E78C4F1-C606-49BA-BA34-4584D9A8424A}" dt="2025-05-16T03:46:18.665" v="320"/>
          <ac:spMkLst>
            <pc:docMk/>
            <pc:sldMk cId="2468437785" sldId="462"/>
            <ac:spMk id="5" creationId="{47FF6B53-F36E-3060-4300-D3DAE95EBB96}"/>
          </ac:spMkLst>
        </pc:spChg>
        <pc:spChg chg="add del mod ord">
          <ac:chgData name="Tran Trong Binh" userId="c1283c94-e8ca-44d9-904c-fa0c4c442f84" providerId="ADAL" clId="{7E78C4F1-C606-49BA-BA34-4584D9A8424A}" dt="2025-05-16T03:46:13.858" v="319"/>
          <ac:spMkLst>
            <pc:docMk/>
            <pc:sldMk cId="2468437785" sldId="462"/>
            <ac:spMk id="6" creationId="{0522F405-8C79-4AB1-549B-852818D6CD14}"/>
          </ac:spMkLst>
        </pc:spChg>
        <pc:picChg chg="add mod">
          <ac:chgData name="Tran Trong Binh" userId="c1283c94-e8ca-44d9-904c-fa0c4c442f84" providerId="ADAL" clId="{7E78C4F1-C606-49BA-BA34-4584D9A8424A}" dt="2025-05-16T03:46:13.858" v="319"/>
          <ac:picMkLst>
            <pc:docMk/>
            <pc:sldMk cId="2468437785" sldId="462"/>
            <ac:picMk id="7" creationId="{1C32701D-C839-30B4-2FC3-FE27DB641BDE}"/>
          </ac:picMkLst>
        </pc:picChg>
      </pc:sldChg>
      <pc:sldChg chg="addSp delSp modSp new mod">
        <pc:chgData name="Tran Trong Binh" userId="c1283c94-e8ca-44d9-904c-fa0c4c442f84" providerId="ADAL" clId="{7E78C4F1-C606-49BA-BA34-4584D9A8424A}" dt="2025-05-16T06:41:57.334" v="1474" actId="27636"/>
        <pc:sldMkLst>
          <pc:docMk/>
          <pc:sldMk cId="2335413663" sldId="463"/>
        </pc:sldMkLst>
        <pc:spChg chg="mod">
          <ac:chgData name="Tran Trong Binh" userId="c1283c94-e8ca-44d9-904c-fa0c4c442f84" providerId="ADAL" clId="{7E78C4F1-C606-49BA-BA34-4584D9A8424A}" dt="2025-05-16T03:54:25.943" v="335" actId="20577"/>
          <ac:spMkLst>
            <pc:docMk/>
            <pc:sldMk cId="2335413663" sldId="463"/>
            <ac:spMk id="2" creationId="{067DC953-2AE4-077B-04C6-46CB768FB826}"/>
          </ac:spMkLst>
        </pc:spChg>
        <pc:spChg chg="add del mod">
          <ac:chgData name="Tran Trong Binh" userId="c1283c94-e8ca-44d9-904c-fa0c4c442f84" providerId="ADAL" clId="{7E78C4F1-C606-49BA-BA34-4584D9A8424A}" dt="2025-05-16T06:41:57.334" v="1474" actId="27636"/>
          <ac:spMkLst>
            <pc:docMk/>
            <pc:sldMk cId="2335413663" sldId="463"/>
            <ac:spMk id="3" creationId="{F7A32A0A-4531-F38B-8B5D-E88463DFC5AE}"/>
          </ac:spMkLst>
        </pc:spChg>
        <pc:spChg chg="add mod">
          <ac:chgData name="Tran Trong Binh" userId="c1283c94-e8ca-44d9-904c-fa0c4c442f84" providerId="ADAL" clId="{7E78C4F1-C606-49BA-BA34-4584D9A8424A}" dt="2025-05-16T03:56:36.169" v="337"/>
          <ac:spMkLst>
            <pc:docMk/>
            <pc:sldMk cId="2335413663" sldId="463"/>
            <ac:spMk id="4" creationId="{6A9042B3-9D2C-7AC4-174C-D4F5721A66B8}"/>
          </ac:spMkLst>
        </pc:spChg>
        <pc:picChg chg="add mod">
          <ac:chgData name="Tran Trong Binh" userId="c1283c94-e8ca-44d9-904c-fa0c4c442f84" providerId="ADAL" clId="{7E78C4F1-C606-49BA-BA34-4584D9A8424A}" dt="2025-05-16T04:21:50.879" v="833" actId="1076"/>
          <ac:picMkLst>
            <pc:docMk/>
            <pc:sldMk cId="2335413663" sldId="463"/>
            <ac:picMk id="6" creationId="{522E4301-8EBE-C597-8490-1328B96EAF42}"/>
          </ac:picMkLst>
        </pc:picChg>
        <pc:picChg chg="add mod modCrop">
          <ac:chgData name="Tran Trong Binh" userId="c1283c94-e8ca-44d9-904c-fa0c4c442f84" providerId="ADAL" clId="{7E78C4F1-C606-49BA-BA34-4584D9A8424A}" dt="2025-05-16T04:22:14.082" v="840" actId="1076"/>
          <ac:picMkLst>
            <pc:docMk/>
            <pc:sldMk cId="2335413663" sldId="463"/>
            <ac:picMk id="8" creationId="{B370644B-88CF-3B7B-20F0-A94F6F3975B0}"/>
          </ac:picMkLst>
        </pc:picChg>
        <pc:picChg chg="add mod modCrop">
          <ac:chgData name="Tran Trong Binh" userId="c1283c94-e8ca-44d9-904c-fa0c4c442f84" providerId="ADAL" clId="{7E78C4F1-C606-49BA-BA34-4584D9A8424A}" dt="2025-05-16T04:22:11.623" v="839" actId="1076"/>
          <ac:picMkLst>
            <pc:docMk/>
            <pc:sldMk cId="2335413663" sldId="463"/>
            <ac:picMk id="10" creationId="{D46260DF-F1F0-BFE6-A8BF-B0A9E933EF16}"/>
          </ac:picMkLst>
        </pc:picChg>
      </pc:sldChg>
      <pc:sldChg chg="modSp new mod">
        <pc:chgData name="Tran Trong Binh" userId="c1283c94-e8ca-44d9-904c-fa0c4c442f84" providerId="ADAL" clId="{7E78C4F1-C606-49BA-BA34-4584D9A8424A}" dt="2025-05-16T04:34:54.822" v="895" actId="20577"/>
        <pc:sldMkLst>
          <pc:docMk/>
          <pc:sldMk cId="469611368" sldId="464"/>
        </pc:sldMkLst>
        <pc:spChg chg="mod">
          <ac:chgData name="Tran Trong Binh" userId="c1283c94-e8ca-44d9-904c-fa0c4c442f84" providerId="ADAL" clId="{7E78C4F1-C606-49BA-BA34-4584D9A8424A}" dt="2025-05-16T04:34:54.822" v="895" actId="20577"/>
          <ac:spMkLst>
            <pc:docMk/>
            <pc:sldMk cId="469611368" sldId="464"/>
            <ac:spMk id="2" creationId="{330512EE-9FA6-6520-2978-C8100F3E9A57}"/>
          </ac:spMkLst>
        </pc:spChg>
        <pc:spChg chg="mod">
          <ac:chgData name="Tran Trong Binh" userId="c1283c94-e8ca-44d9-904c-fa0c4c442f84" providerId="ADAL" clId="{7E78C4F1-C606-49BA-BA34-4584D9A8424A}" dt="2025-05-16T04:29:01.238" v="860" actId="20577"/>
          <ac:spMkLst>
            <pc:docMk/>
            <pc:sldMk cId="469611368" sldId="464"/>
            <ac:spMk id="3" creationId="{36288EEA-BA10-2D73-5C94-241FC65A4649}"/>
          </ac:spMkLst>
        </pc:spChg>
      </pc:sldChg>
      <pc:sldChg chg="addSp delSp modSp new mod">
        <pc:chgData name="Tran Trong Binh" userId="c1283c94-e8ca-44d9-904c-fa0c4c442f84" providerId="ADAL" clId="{7E78C4F1-C606-49BA-BA34-4584D9A8424A}" dt="2025-05-16T06:54:55.763" v="1742" actId="20577"/>
        <pc:sldMkLst>
          <pc:docMk/>
          <pc:sldMk cId="4019858850" sldId="465"/>
        </pc:sldMkLst>
        <pc:spChg chg="mod">
          <ac:chgData name="Tran Trong Binh" userId="c1283c94-e8ca-44d9-904c-fa0c4c442f84" providerId="ADAL" clId="{7E78C4F1-C606-49BA-BA34-4584D9A8424A}" dt="2025-05-16T06:54:55.763" v="1742" actId="20577"/>
          <ac:spMkLst>
            <pc:docMk/>
            <pc:sldMk cId="4019858850" sldId="465"/>
            <ac:spMk id="2" creationId="{86C89850-B44F-7648-DC75-68A657F1DAB2}"/>
          </ac:spMkLst>
        </pc:spChg>
        <pc:spChg chg="del">
          <ac:chgData name="Tran Trong Binh" userId="c1283c94-e8ca-44d9-904c-fa0c4c442f84" providerId="ADAL" clId="{7E78C4F1-C606-49BA-BA34-4584D9A8424A}" dt="2025-05-16T04:31:53.681" v="862"/>
          <ac:spMkLst>
            <pc:docMk/>
            <pc:sldMk cId="4019858850" sldId="465"/>
            <ac:spMk id="3" creationId="{20A47207-A52E-CDE4-CC6B-D9AA867B9935}"/>
          </ac:spMkLst>
        </pc:spChg>
        <pc:picChg chg="add mod">
          <ac:chgData name="Tran Trong Binh" userId="c1283c94-e8ca-44d9-904c-fa0c4c442f84" providerId="ADAL" clId="{7E78C4F1-C606-49BA-BA34-4584D9A8424A}" dt="2025-05-16T04:32:00.166" v="865" actId="14100"/>
          <ac:picMkLst>
            <pc:docMk/>
            <pc:sldMk cId="4019858850" sldId="465"/>
            <ac:picMk id="7170" creationId="{8C75640B-90AF-C782-4977-3253F1281A4A}"/>
          </ac:picMkLst>
        </pc:picChg>
      </pc:sldChg>
      <pc:sldMasterChg chg="modSp modSldLayout">
        <pc:chgData name="Tran Trong Binh" userId="c1283c94-e8ca-44d9-904c-fa0c4c442f84" providerId="ADAL" clId="{7E78C4F1-C606-49BA-BA34-4584D9A8424A}" dt="2025-05-16T06:56:12.888" v="1755" actId="123"/>
        <pc:sldMasterMkLst>
          <pc:docMk/>
          <pc:sldMasterMk cId="788138730" sldId="2147483670"/>
        </pc:sldMasterMkLst>
        <pc:spChg chg="mod">
          <ac:chgData name="Tran Trong Binh" userId="c1283c94-e8ca-44d9-904c-fa0c4c442f84" providerId="ADAL" clId="{7E78C4F1-C606-49BA-BA34-4584D9A8424A}" dt="2025-05-16T06:41:48.098" v="1464" actId="207"/>
          <ac:spMkLst>
            <pc:docMk/>
            <pc:sldMasterMk cId="788138730" sldId="2147483670"/>
            <ac:spMk id="2" creationId="{00000000-0000-0000-0000-000000000000}"/>
          </ac:spMkLst>
        </pc:spChg>
        <pc:spChg chg="mod">
          <ac:chgData name="Tran Trong Binh" userId="c1283c94-e8ca-44d9-904c-fa0c4c442f84" providerId="ADAL" clId="{7E78C4F1-C606-49BA-BA34-4584D9A8424A}" dt="2025-05-16T06:42:09.210" v="1476" actId="13926"/>
          <ac:spMkLst>
            <pc:docMk/>
            <pc:sldMasterMk cId="788138730" sldId="2147483670"/>
            <ac:spMk id="3" creationId="{00000000-0000-0000-0000-000000000000}"/>
          </ac:spMkLst>
        </pc:spChg>
        <pc:sldLayoutChg chg="modSp">
          <pc:chgData name="Tran Trong Binh" userId="c1283c94-e8ca-44d9-904c-fa0c4c442f84" providerId="ADAL" clId="{7E78C4F1-C606-49BA-BA34-4584D9A8424A}" dt="2025-05-16T06:56:12.888" v="1755" actId="123"/>
          <pc:sldLayoutMkLst>
            <pc:docMk/>
            <pc:sldMasterMk cId="788138730" sldId="2147483670"/>
            <pc:sldLayoutMk cId="1854148128" sldId="2147483672"/>
          </pc:sldLayoutMkLst>
          <pc:spChg chg="mod">
            <ac:chgData name="Tran Trong Binh" userId="c1283c94-e8ca-44d9-904c-fa0c4c442f84" providerId="ADAL" clId="{7E78C4F1-C606-49BA-BA34-4584D9A8424A}" dt="2025-05-16T06:56:12.888" v="1755" actId="123"/>
            <ac:spMkLst>
              <pc:docMk/>
              <pc:sldMasterMk cId="788138730" sldId="2147483670"/>
              <pc:sldLayoutMk cId="1854148128" sldId="2147483672"/>
              <ac:spMk id="3" creationId="{00000000-0000-0000-0000-000000000000}"/>
            </ac:spMkLst>
          </pc:spChg>
        </pc:sldLayoutChg>
      </pc:sldMasterChg>
    </pc:docChg>
  </pc:docChgLst>
  <pc:docChgLst>
    <pc:chgData name="Tran Trong Binh" userId="c1283c94-e8ca-44d9-904c-fa0c4c442f84" providerId="ADAL" clId="{C85DE033-0E34-4131-BC81-7F0CA0994047}"/>
    <pc:docChg chg="undo custSel delSld modSld sldOrd">
      <pc:chgData name="Tran Trong Binh" userId="c1283c94-e8ca-44d9-904c-fa0c4c442f84" providerId="ADAL" clId="{C85DE033-0E34-4131-BC81-7F0CA0994047}" dt="2024-11-26T08:56:00.395" v="1029" actId="20577"/>
      <pc:docMkLst>
        <pc:docMk/>
      </pc:docMkLst>
      <pc:sldChg chg="modSp mod">
        <pc:chgData name="Tran Trong Binh" userId="c1283c94-e8ca-44d9-904c-fa0c4c442f84" providerId="ADAL" clId="{C85DE033-0E34-4131-BC81-7F0CA0994047}" dt="2024-11-26T08:32:02.968" v="28" actId="20577"/>
        <pc:sldMkLst>
          <pc:docMk/>
          <pc:sldMk cId="0" sldId="268"/>
        </pc:sldMkLst>
      </pc:sldChg>
      <pc:sldChg chg="addSp delSp modSp mod modClrScheme chgLayout">
        <pc:chgData name="Tran Trong Binh" userId="c1283c94-e8ca-44d9-904c-fa0c4c442f84" providerId="ADAL" clId="{C85DE033-0E34-4131-BC81-7F0CA0994047}" dt="2024-11-26T08:42:39.030" v="857" actId="20577"/>
        <pc:sldMkLst>
          <pc:docMk/>
          <pc:sldMk cId="0" sldId="269"/>
        </pc:sldMkLst>
      </pc:sldChg>
      <pc:sldChg chg="modSp mod">
        <pc:chgData name="Tran Trong Binh" userId="c1283c94-e8ca-44d9-904c-fa0c4c442f84" providerId="ADAL" clId="{C85DE033-0E34-4131-BC81-7F0CA0994047}" dt="2024-11-26T08:43:44.700" v="1008" actId="1076"/>
        <pc:sldMkLst>
          <pc:docMk/>
          <pc:sldMk cId="0" sldId="273"/>
        </pc:sldMkLst>
      </pc:sldChg>
      <pc:sldChg chg="modSp mod">
        <pc:chgData name="Tran Trong Binh" userId="c1283c94-e8ca-44d9-904c-fa0c4c442f84" providerId="ADAL" clId="{C85DE033-0E34-4131-BC81-7F0CA0994047}" dt="2024-11-26T08:55:10.674" v="1017" actId="20577"/>
        <pc:sldMkLst>
          <pc:docMk/>
          <pc:sldMk cId="0" sldId="326"/>
        </pc:sldMkLst>
      </pc:sldChg>
      <pc:sldChg chg="modSp mod">
        <pc:chgData name="Tran Trong Binh" userId="c1283c94-e8ca-44d9-904c-fa0c4c442f84" providerId="ADAL" clId="{C85DE033-0E34-4131-BC81-7F0CA0994047}" dt="2024-11-26T08:55:30.133" v="1020" actId="6559"/>
        <pc:sldMkLst>
          <pc:docMk/>
          <pc:sldMk cId="0" sldId="333"/>
        </pc:sldMkLst>
      </pc:sldChg>
      <pc:sldChg chg="modSp mod">
        <pc:chgData name="Tran Trong Binh" userId="c1283c94-e8ca-44d9-904c-fa0c4c442f84" providerId="ADAL" clId="{C85DE033-0E34-4131-BC81-7F0CA0994047}" dt="2024-11-26T08:55:42.984" v="1025" actId="20577"/>
        <pc:sldMkLst>
          <pc:docMk/>
          <pc:sldMk cId="0" sldId="334"/>
        </pc:sldMkLst>
      </pc:sldChg>
      <pc:sldChg chg="modSp mod">
        <pc:chgData name="Tran Trong Binh" userId="c1283c94-e8ca-44d9-904c-fa0c4c442f84" providerId="ADAL" clId="{C85DE033-0E34-4131-BC81-7F0CA0994047}" dt="2024-11-26T08:56:00.395" v="1029" actId="20577"/>
        <pc:sldMkLst>
          <pc:docMk/>
          <pc:sldMk cId="0" sldId="336"/>
        </pc:sldMkLst>
      </pc:sldChg>
      <pc:sldChg chg="ord">
        <pc:chgData name="Tran Trong Binh" userId="c1283c94-e8ca-44d9-904c-fa0c4c442f84" providerId="ADAL" clId="{C85DE033-0E34-4131-BC81-7F0CA0994047}" dt="2024-11-26T08:30:09.541" v="9" actId="20578"/>
        <pc:sldMkLst>
          <pc:docMk/>
          <pc:sldMk cId="0" sldId="399"/>
        </pc:sldMkLst>
      </pc:sldChg>
      <pc:sldChg chg="modSp mod">
        <pc:chgData name="Tran Trong Binh" userId="c1283c94-e8ca-44d9-904c-fa0c4c442f84" providerId="ADAL" clId="{C85DE033-0E34-4131-BC81-7F0CA0994047}" dt="2024-11-26T08:24:52.289" v="6" actId="1076"/>
        <pc:sldMkLst>
          <pc:docMk/>
          <pc:sldMk cId="0" sldId="409"/>
        </pc:sldMkLst>
      </pc:sldChg>
    </pc:docChg>
  </pc:docChgLst>
  <pc:docChgLst>
    <pc:chgData name="Tran Trong Binh" userId="c1283c94-e8ca-44d9-904c-fa0c4c442f84" providerId="ADAL" clId="{545CF005-3427-4061-99DC-8D130E8AA0EC}"/>
    <pc:docChg chg="custSel addSld modSld">
      <pc:chgData name="Tran Trong Binh" userId="c1283c94-e8ca-44d9-904c-fa0c4c442f84" providerId="ADAL" clId="{545CF005-3427-4061-99DC-8D130E8AA0EC}" dt="2024-12-12T09:35:37.161" v="13"/>
      <pc:docMkLst>
        <pc:docMk/>
      </pc:docMkLst>
      <pc:sldChg chg="modSp">
        <pc:chgData name="Tran Trong Binh" userId="c1283c94-e8ca-44d9-904c-fa0c4c442f84" providerId="ADAL" clId="{545CF005-3427-4061-99DC-8D130E8AA0EC}" dt="2024-12-12T09:30:36.666" v="8" actId="20577"/>
        <pc:sldMkLst>
          <pc:docMk/>
          <pc:sldMk cId="0" sldId="257"/>
        </pc:sldMkLst>
      </pc:sldChg>
      <pc:sldChg chg="modSp">
        <pc:chgData name="Tran Trong Binh" userId="c1283c94-e8ca-44d9-904c-fa0c4c442f84" providerId="ADAL" clId="{545CF005-3427-4061-99DC-8D130E8AA0EC}" dt="2024-12-12T09:31:07.062" v="9" actId="20577"/>
        <pc:sldMkLst>
          <pc:docMk/>
          <pc:sldMk cId="0" sldId="324"/>
        </pc:sldMkLst>
      </pc:sldChg>
      <pc:sldChg chg="modSp">
        <pc:chgData name="Tran Trong Binh" userId="c1283c94-e8ca-44d9-904c-fa0c4c442f84" providerId="ADAL" clId="{545CF005-3427-4061-99DC-8D130E8AA0EC}" dt="2024-12-12T09:31:29.878" v="11" actId="27636"/>
        <pc:sldMkLst>
          <pc:docMk/>
          <pc:sldMk cId="0" sldId="327"/>
        </pc:sldMkLst>
      </pc:sldChg>
      <pc:sldChg chg="modSp add">
        <pc:chgData name="Tran Trong Binh" userId="c1283c94-e8ca-44d9-904c-fa0c4c442f84" providerId="ADAL" clId="{545CF005-3427-4061-99DC-8D130E8AA0EC}" dt="2024-12-12T09:35:37.161" v="13"/>
        <pc:sldMkLst>
          <pc:docMk/>
          <pc:sldMk cId="133416209" sldId="458"/>
        </pc:sldMkLst>
      </pc:sldChg>
    </pc:docChg>
  </pc:docChgLst>
  <pc:docChgLst>
    <pc:chgData name="Tran Trong Binh" userId="c1283c94-e8ca-44d9-904c-fa0c4c442f84" providerId="ADAL" clId="{7AFC8E90-0E13-4BE7-9249-81BB95F8E5D7}"/>
    <pc:docChg chg="undo custSel delSld modSld">
      <pc:chgData name="Tran Trong Binh" userId="c1283c94-e8ca-44d9-904c-fa0c4c442f84" providerId="ADAL" clId="{7AFC8E90-0E13-4BE7-9249-81BB95F8E5D7}" dt="2025-05-16T13:44:20.644" v="2750" actId="1076"/>
      <pc:docMkLst>
        <pc:docMk/>
      </pc:docMkLst>
      <pc:sldChg chg="modSp mod">
        <pc:chgData name="Tran Trong Binh" userId="c1283c94-e8ca-44d9-904c-fa0c4c442f84" providerId="ADAL" clId="{7AFC8E90-0E13-4BE7-9249-81BB95F8E5D7}" dt="2025-05-14T11:18:49.471" v="566" actId="20577"/>
        <pc:sldMkLst>
          <pc:docMk/>
          <pc:sldMk cId="0" sldId="256"/>
        </pc:sldMkLst>
        <pc:spChg chg="mod">
          <ac:chgData name="Tran Trong Binh" userId="c1283c94-e8ca-44d9-904c-fa0c4c442f84" providerId="ADAL" clId="{7AFC8E90-0E13-4BE7-9249-81BB95F8E5D7}" dt="2025-05-14T11:18:49.471" v="566" actId="20577"/>
          <ac:spMkLst>
            <pc:docMk/>
            <pc:sldMk cId="0" sldId="256"/>
            <ac:spMk id="3" creationId="{00000000-0000-0000-0000-000000000000}"/>
          </ac:spMkLst>
        </pc:spChg>
      </pc:sldChg>
      <pc:sldChg chg="modSp mod">
        <pc:chgData name="Tran Trong Binh" userId="c1283c94-e8ca-44d9-904c-fa0c4c442f84" providerId="ADAL" clId="{7AFC8E90-0E13-4BE7-9249-81BB95F8E5D7}" dt="2025-05-14T11:14:25.845" v="56" actId="20577"/>
        <pc:sldMkLst>
          <pc:docMk/>
          <pc:sldMk cId="0" sldId="257"/>
        </pc:sldMkLst>
      </pc:sldChg>
      <pc:sldChg chg="modSp mod">
        <pc:chgData name="Tran Trong Binh" userId="c1283c94-e8ca-44d9-904c-fa0c4c442f84" providerId="ADAL" clId="{7AFC8E90-0E13-4BE7-9249-81BB95F8E5D7}" dt="2025-05-14T11:51:40.977" v="2621" actId="20577"/>
        <pc:sldMkLst>
          <pc:docMk/>
          <pc:sldMk cId="0" sldId="268"/>
        </pc:sldMkLst>
        <pc:spChg chg="mod">
          <ac:chgData name="Tran Trong Binh" userId="c1283c94-e8ca-44d9-904c-fa0c4c442f84" providerId="ADAL" clId="{7AFC8E90-0E13-4BE7-9249-81BB95F8E5D7}" dt="2025-05-14T11:51:40.977" v="2621" actId="20577"/>
          <ac:spMkLst>
            <pc:docMk/>
            <pc:sldMk cId="0" sldId="268"/>
            <ac:spMk id="2" creationId="{00000000-0000-0000-0000-000000000000}"/>
          </ac:spMkLst>
        </pc:spChg>
      </pc:sldChg>
      <pc:sldChg chg="addSp delSp modSp mod chgLayout">
        <pc:chgData name="Tran Trong Binh" userId="c1283c94-e8ca-44d9-904c-fa0c4c442f84" providerId="ADAL" clId="{7AFC8E90-0E13-4BE7-9249-81BB95F8E5D7}" dt="2025-05-14T11:15:03.233" v="59" actId="6264"/>
        <pc:sldMkLst>
          <pc:docMk/>
          <pc:sldMk cId="0" sldId="269"/>
        </pc:sldMkLst>
        <pc:spChg chg="mod ord">
          <ac:chgData name="Tran Trong Binh" userId="c1283c94-e8ca-44d9-904c-fa0c4c442f84" providerId="ADAL" clId="{7AFC8E90-0E13-4BE7-9249-81BB95F8E5D7}" dt="2025-05-14T11:15:03.233" v="59" actId="6264"/>
          <ac:spMkLst>
            <pc:docMk/>
            <pc:sldMk cId="0" sldId="269"/>
            <ac:spMk id="2" creationId="{00000000-0000-0000-0000-000000000000}"/>
          </ac:spMkLst>
        </pc:spChg>
        <pc:spChg chg="mod ord">
          <ac:chgData name="Tran Trong Binh" userId="c1283c94-e8ca-44d9-904c-fa0c4c442f84" providerId="ADAL" clId="{7AFC8E90-0E13-4BE7-9249-81BB95F8E5D7}" dt="2025-05-14T11:15:03.233" v="59" actId="6264"/>
          <ac:spMkLst>
            <pc:docMk/>
            <pc:sldMk cId="0" sldId="269"/>
            <ac:spMk id="4" creationId="{00000000-0000-0000-0000-000000000000}"/>
          </ac:spMkLst>
        </pc:spChg>
        <pc:spChg chg="mod ord">
          <ac:chgData name="Tran Trong Binh" userId="c1283c94-e8ca-44d9-904c-fa0c4c442f84" providerId="ADAL" clId="{7AFC8E90-0E13-4BE7-9249-81BB95F8E5D7}" dt="2025-05-14T11:15:03.233" v="59" actId="6264"/>
          <ac:spMkLst>
            <pc:docMk/>
            <pc:sldMk cId="0" sldId="269"/>
            <ac:spMk id="5" creationId="{8005DFAA-C0E3-3D9F-AC56-DBF58F46FF09}"/>
          </ac:spMkLst>
        </pc:spChg>
        <pc:picChg chg="mod">
          <ac:chgData name="Tran Trong Binh" userId="c1283c94-e8ca-44d9-904c-fa0c4c442f84" providerId="ADAL" clId="{7AFC8E90-0E13-4BE7-9249-81BB95F8E5D7}" dt="2025-05-14T11:14:59.857" v="58" actId="1076"/>
          <ac:picMkLst>
            <pc:docMk/>
            <pc:sldMk cId="0" sldId="269"/>
            <ac:picMk id="3" creationId="{00000000-0000-0000-0000-000000000000}"/>
          </ac:picMkLst>
        </pc:picChg>
      </pc:sldChg>
      <pc:sldChg chg="addSp delSp modSp mod modClrScheme chgLayout">
        <pc:chgData name="Tran Trong Binh" userId="c1283c94-e8ca-44d9-904c-fa0c4c442f84" providerId="ADAL" clId="{7AFC8E90-0E13-4BE7-9249-81BB95F8E5D7}" dt="2025-05-14T11:18:12.779" v="514" actId="6264"/>
        <pc:sldMkLst>
          <pc:docMk/>
          <pc:sldMk cId="0" sldId="271"/>
        </pc:sldMkLst>
        <pc:spChg chg="mod ord">
          <ac:chgData name="Tran Trong Binh" userId="c1283c94-e8ca-44d9-904c-fa0c4c442f84" providerId="ADAL" clId="{7AFC8E90-0E13-4BE7-9249-81BB95F8E5D7}" dt="2025-05-14T11:18:12.779" v="514" actId="6264"/>
          <ac:spMkLst>
            <pc:docMk/>
            <pc:sldMk cId="0" sldId="271"/>
            <ac:spMk id="3" creationId="{00000000-0000-0000-0000-000000000000}"/>
          </ac:spMkLst>
        </pc:spChg>
        <pc:spChg chg="mod ord">
          <ac:chgData name="Tran Trong Binh" userId="c1283c94-e8ca-44d9-904c-fa0c4c442f84" providerId="ADAL" clId="{7AFC8E90-0E13-4BE7-9249-81BB95F8E5D7}" dt="2025-05-14T11:18:12.779" v="514" actId="6264"/>
          <ac:spMkLst>
            <pc:docMk/>
            <pc:sldMk cId="0" sldId="271"/>
            <ac:spMk id="4" creationId="{00000000-0000-0000-0000-000000000000}"/>
          </ac:spMkLst>
        </pc:spChg>
        <pc:spChg chg="add mod ord">
          <ac:chgData name="Tran Trong Binh" userId="c1283c94-e8ca-44d9-904c-fa0c4c442f84" providerId="ADAL" clId="{7AFC8E90-0E13-4BE7-9249-81BB95F8E5D7}" dt="2025-05-14T11:18:12.779" v="514" actId="6264"/>
          <ac:spMkLst>
            <pc:docMk/>
            <pc:sldMk cId="0" sldId="271"/>
            <ac:spMk id="5" creationId="{181B0820-528A-665A-1DBD-2B9D65FA2129}"/>
          </ac:spMkLst>
        </pc:spChg>
      </pc:sldChg>
      <pc:sldChg chg="modSp mod">
        <pc:chgData name="Tran Trong Binh" userId="c1283c94-e8ca-44d9-904c-fa0c4c442f84" providerId="ADAL" clId="{7AFC8E90-0E13-4BE7-9249-81BB95F8E5D7}" dt="2025-05-14T11:19:35.648" v="602" actId="20577"/>
        <pc:sldMkLst>
          <pc:docMk/>
          <pc:sldMk cId="0" sldId="272"/>
        </pc:sldMkLst>
        <pc:spChg chg="mod">
          <ac:chgData name="Tran Trong Binh" userId="c1283c94-e8ca-44d9-904c-fa0c4c442f84" providerId="ADAL" clId="{7AFC8E90-0E13-4BE7-9249-81BB95F8E5D7}" dt="2025-05-14T11:19:35.648" v="602" actId="20577"/>
          <ac:spMkLst>
            <pc:docMk/>
            <pc:sldMk cId="0" sldId="272"/>
            <ac:spMk id="2" creationId="{00000000-0000-0000-0000-000000000000}"/>
          </ac:spMkLst>
        </pc:spChg>
      </pc:sldChg>
      <pc:sldChg chg="addSp delSp modSp mod setBg modClrScheme chgLayout">
        <pc:chgData name="Tran Trong Binh" userId="c1283c94-e8ca-44d9-904c-fa0c4c442f84" providerId="ADAL" clId="{7AFC8E90-0E13-4BE7-9249-81BB95F8E5D7}" dt="2025-05-14T11:25:39.399" v="1498" actId="14100"/>
        <pc:sldMkLst>
          <pc:docMk/>
          <pc:sldMk cId="0" sldId="273"/>
        </pc:sldMkLst>
        <pc:spChg chg="mod ord">
          <ac:chgData name="Tran Trong Binh" userId="c1283c94-e8ca-44d9-904c-fa0c4c442f84" providerId="ADAL" clId="{7AFC8E90-0E13-4BE7-9249-81BB95F8E5D7}" dt="2025-05-14T11:25:39.399" v="1498" actId="14100"/>
          <ac:spMkLst>
            <pc:docMk/>
            <pc:sldMk cId="0" sldId="273"/>
            <ac:spMk id="3" creationId="{00000000-0000-0000-0000-000000000000}"/>
          </ac:spMkLst>
        </pc:spChg>
        <pc:spChg chg="add mod ord">
          <ac:chgData name="Tran Trong Binh" userId="c1283c94-e8ca-44d9-904c-fa0c4c442f84" providerId="ADAL" clId="{7AFC8E90-0E13-4BE7-9249-81BB95F8E5D7}" dt="2025-05-14T11:25:37.420" v="1497" actId="14100"/>
          <ac:spMkLst>
            <pc:docMk/>
            <pc:sldMk cId="0" sldId="273"/>
            <ac:spMk id="5" creationId="{EDD41F99-B676-E606-21A5-214067EBA4F0}"/>
          </ac:spMkLst>
        </pc:spChg>
        <pc:picChg chg="mod ord modCrop">
          <ac:chgData name="Tran Trong Binh" userId="c1283c94-e8ca-44d9-904c-fa0c4c442f84" providerId="ADAL" clId="{7AFC8E90-0E13-4BE7-9249-81BB95F8E5D7}" dt="2025-05-14T11:25:29.930" v="1495" actId="26606"/>
          <ac:picMkLst>
            <pc:docMk/>
            <pc:sldMk cId="0" sldId="273"/>
            <ac:picMk id="2" creationId="{00000000-0000-0000-0000-000000000000}"/>
          </ac:picMkLst>
        </pc:picChg>
      </pc:sldChg>
      <pc:sldChg chg="modSp mod">
        <pc:chgData name="Tran Trong Binh" userId="c1283c94-e8ca-44d9-904c-fa0c4c442f84" providerId="ADAL" clId="{7AFC8E90-0E13-4BE7-9249-81BB95F8E5D7}" dt="2025-05-14T11:25:58.037" v="1499" actId="6559"/>
        <pc:sldMkLst>
          <pc:docMk/>
          <pc:sldMk cId="0" sldId="274"/>
        </pc:sldMkLst>
      </pc:sldChg>
      <pc:sldChg chg="delSp mod">
        <pc:chgData name="Tran Trong Binh" userId="c1283c94-e8ca-44d9-904c-fa0c4c442f84" providerId="ADAL" clId="{7AFC8E90-0E13-4BE7-9249-81BB95F8E5D7}" dt="2025-05-14T11:26:10.484" v="1500" actId="478"/>
        <pc:sldMkLst>
          <pc:docMk/>
          <pc:sldMk cId="0" sldId="275"/>
        </pc:sldMkLst>
      </pc:sldChg>
      <pc:sldChg chg="modSp mod">
        <pc:chgData name="Tran Trong Binh" userId="c1283c94-e8ca-44d9-904c-fa0c4c442f84" providerId="ADAL" clId="{7AFC8E90-0E13-4BE7-9249-81BB95F8E5D7}" dt="2025-05-14T11:28:00.330" v="1554" actId="20577"/>
        <pc:sldMkLst>
          <pc:docMk/>
          <pc:sldMk cId="0" sldId="277"/>
        </pc:sldMkLst>
        <pc:spChg chg="mod">
          <ac:chgData name="Tran Trong Binh" userId="c1283c94-e8ca-44d9-904c-fa0c4c442f84" providerId="ADAL" clId="{7AFC8E90-0E13-4BE7-9249-81BB95F8E5D7}" dt="2025-05-14T11:27:02.416" v="1508" actId="20577"/>
          <ac:spMkLst>
            <pc:docMk/>
            <pc:sldMk cId="0" sldId="277"/>
            <ac:spMk id="2" creationId="{00000000-0000-0000-0000-000000000000}"/>
          </ac:spMkLst>
        </pc:spChg>
      </pc:sldChg>
      <pc:sldChg chg="modSp mod">
        <pc:chgData name="Tran Trong Binh" userId="c1283c94-e8ca-44d9-904c-fa0c4c442f84" providerId="ADAL" clId="{7AFC8E90-0E13-4BE7-9249-81BB95F8E5D7}" dt="2025-05-14T11:27:09.189" v="1512" actId="20577"/>
        <pc:sldMkLst>
          <pc:docMk/>
          <pc:sldMk cId="0" sldId="278"/>
        </pc:sldMkLst>
      </pc:sldChg>
      <pc:sldChg chg="addSp delSp modSp mod modClrScheme chgLayout">
        <pc:chgData name="Tran Trong Binh" userId="c1283c94-e8ca-44d9-904c-fa0c4c442f84" providerId="ADAL" clId="{7AFC8E90-0E13-4BE7-9249-81BB95F8E5D7}" dt="2025-05-14T11:46:34.170" v="2006" actId="20577"/>
        <pc:sldMkLst>
          <pc:docMk/>
          <pc:sldMk cId="0" sldId="279"/>
        </pc:sldMkLst>
      </pc:sldChg>
      <pc:sldChg chg="addSp delSp modSp mod modClrScheme chgLayout">
        <pc:chgData name="Tran Trong Binh" userId="c1283c94-e8ca-44d9-904c-fa0c4c442f84" providerId="ADAL" clId="{7AFC8E90-0E13-4BE7-9249-81BB95F8E5D7}" dt="2025-05-14T11:50:21.363" v="2577" actId="478"/>
        <pc:sldMkLst>
          <pc:docMk/>
          <pc:sldMk cId="0" sldId="288"/>
        </pc:sldMkLst>
      </pc:sldChg>
      <pc:sldChg chg="modSp mod">
        <pc:chgData name="Tran Trong Binh" userId="c1283c94-e8ca-44d9-904c-fa0c4c442f84" providerId="ADAL" clId="{7AFC8E90-0E13-4BE7-9249-81BB95F8E5D7}" dt="2025-05-14T11:50:57.139" v="2578" actId="20577"/>
        <pc:sldMkLst>
          <pc:docMk/>
          <pc:sldMk cId="0" sldId="296"/>
        </pc:sldMkLst>
      </pc:sldChg>
      <pc:sldChg chg="modSp mod">
        <pc:chgData name="Tran Trong Binh" userId="c1283c94-e8ca-44d9-904c-fa0c4c442f84" providerId="ADAL" clId="{7AFC8E90-0E13-4BE7-9249-81BB95F8E5D7}" dt="2025-05-14T13:04:49.760" v="2635" actId="20577"/>
        <pc:sldMkLst>
          <pc:docMk/>
          <pc:sldMk cId="0" sldId="300"/>
        </pc:sldMkLst>
      </pc:sldChg>
      <pc:sldChg chg="addSp delSp modSp mod setBg">
        <pc:chgData name="Tran Trong Binh" userId="c1283c94-e8ca-44d9-904c-fa0c4c442f84" providerId="ADAL" clId="{7AFC8E90-0E13-4BE7-9249-81BB95F8E5D7}" dt="2025-05-14T13:04:54.754" v="2636" actId="26606"/>
        <pc:sldMkLst>
          <pc:docMk/>
          <pc:sldMk cId="0" sldId="301"/>
        </pc:sldMkLst>
        <pc:spChg chg="mod">
          <ac:chgData name="Tran Trong Binh" userId="c1283c94-e8ca-44d9-904c-fa0c4c442f84" providerId="ADAL" clId="{7AFC8E90-0E13-4BE7-9249-81BB95F8E5D7}" dt="2025-05-14T13:04:54.754" v="2636" actId="26606"/>
          <ac:spMkLst>
            <pc:docMk/>
            <pc:sldMk cId="0" sldId="301"/>
            <ac:spMk id="3" creationId="{00000000-0000-0000-0000-000000000000}"/>
          </ac:spMkLst>
        </pc:spChg>
        <pc:spChg chg="mod">
          <ac:chgData name="Tran Trong Binh" userId="c1283c94-e8ca-44d9-904c-fa0c4c442f84" providerId="ADAL" clId="{7AFC8E90-0E13-4BE7-9249-81BB95F8E5D7}" dt="2025-05-14T13:04:54.754" v="2636" actId="26606"/>
          <ac:spMkLst>
            <pc:docMk/>
            <pc:sldMk cId="0" sldId="301"/>
            <ac:spMk id="4" creationId="{00000000-0000-0000-0000-000000000000}"/>
          </ac:spMkLst>
        </pc:spChg>
      </pc:sldChg>
      <pc:sldChg chg="modSp mod">
        <pc:chgData name="Tran Trong Binh" userId="c1283c94-e8ca-44d9-904c-fa0c4c442f84" providerId="ADAL" clId="{7AFC8E90-0E13-4BE7-9249-81BB95F8E5D7}" dt="2025-05-14T11:53:04.780" v="2622" actId="732"/>
        <pc:sldMkLst>
          <pc:docMk/>
          <pc:sldMk cId="0" sldId="304"/>
        </pc:sldMkLst>
        <pc:picChg chg="mod modCrop">
          <ac:chgData name="Tran Trong Binh" userId="c1283c94-e8ca-44d9-904c-fa0c4c442f84" providerId="ADAL" clId="{7AFC8E90-0E13-4BE7-9249-81BB95F8E5D7}" dt="2025-05-14T11:53:04.780" v="2622" actId="732"/>
          <ac:picMkLst>
            <pc:docMk/>
            <pc:sldMk cId="0" sldId="304"/>
            <ac:picMk id="3" creationId="{00000000-0000-0000-0000-000000000000}"/>
          </ac:picMkLst>
        </pc:picChg>
      </pc:sldChg>
      <pc:sldChg chg="modSp mod">
        <pc:chgData name="Tran Trong Binh" userId="c1283c94-e8ca-44d9-904c-fa0c4c442f84" providerId="ADAL" clId="{7AFC8E90-0E13-4BE7-9249-81BB95F8E5D7}" dt="2025-05-14T11:53:12.073" v="2623" actId="20577"/>
        <pc:sldMkLst>
          <pc:docMk/>
          <pc:sldMk cId="0" sldId="306"/>
        </pc:sldMkLst>
        <pc:spChg chg="mod">
          <ac:chgData name="Tran Trong Binh" userId="c1283c94-e8ca-44d9-904c-fa0c4c442f84" providerId="ADAL" clId="{7AFC8E90-0E13-4BE7-9249-81BB95F8E5D7}" dt="2025-05-14T11:53:12.073" v="2623" actId="20577"/>
          <ac:spMkLst>
            <pc:docMk/>
            <pc:sldMk cId="0" sldId="306"/>
            <ac:spMk id="2" creationId="{00000000-0000-0000-0000-000000000000}"/>
          </ac:spMkLst>
        </pc:spChg>
      </pc:sldChg>
      <pc:sldChg chg="modSp mod">
        <pc:chgData name="Tran Trong Binh" userId="c1283c94-e8ca-44d9-904c-fa0c4c442f84" providerId="ADAL" clId="{7AFC8E90-0E13-4BE7-9249-81BB95F8E5D7}" dt="2025-05-16T12:16:35.812" v="2647" actId="20577"/>
        <pc:sldMkLst>
          <pc:docMk/>
          <pc:sldMk cId="0" sldId="335"/>
        </pc:sldMkLst>
        <pc:spChg chg="mod">
          <ac:chgData name="Tran Trong Binh" userId="c1283c94-e8ca-44d9-904c-fa0c4c442f84" providerId="ADAL" clId="{7AFC8E90-0E13-4BE7-9249-81BB95F8E5D7}" dt="2025-05-16T12:16:35.812" v="2647" actId="20577"/>
          <ac:spMkLst>
            <pc:docMk/>
            <pc:sldMk cId="0" sldId="335"/>
            <ac:spMk id="10" creationId="{E9D6D3E0-B410-215B-F546-7F557AFD0342}"/>
          </ac:spMkLst>
        </pc:spChg>
      </pc:sldChg>
      <pc:sldChg chg="modSp mod">
        <pc:chgData name="Tran Trong Binh" userId="c1283c94-e8ca-44d9-904c-fa0c4c442f84" providerId="ADAL" clId="{7AFC8E90-0E13-4BE7-9249-81BB95F8E5D7}" dt="2025-05-16T12:20:23.645" v="2653" actId="1076"/>
        <pc:sldMkLst>
          <pc:docMk/>
          <pc:sldMk cId="0" sldId="337"/>
        </pc:sldMkLst>
        <pc:spChg chg="mod">
          <ac:chgData name="Tran Trong Binh" userId="c1283c94-e8ca-44d9-904c-fa0c4c442f84" providerId="ADAL" clId="{7AFC8E90-0E13-4BE7-9249-81BB95F8E5D7}" dt="2025-05-16T12:20:10.456" v="2649" actId="14100"/>
          <ac:spMkLst>
            <pc:docMk/>
            <pc:sldMk cId="0" sldId="337"/>
            <ac:spMk id="74" creationId="{1F16CB7E-6BD1-691B-5071-2AA1BDA94AC1}"/>
          </ac:spMkLst>
        </pc:spChg>
        <pc:spChg chg="mod">
          <ac:chgData name="Tran Trong Binh" userId="c1283c94-e8ca-44d9-904c-fa0c4c442f84" providerId="ADAL" clId="{7AFC8E90-0E13-4BE7-9249-81BB95F8E5D7}" dt="2025-05-16T12:20:10.456" v="2649" actId="14100"/>
          <ac:spMkLst>
            <pc:docMk/>
            <pc:sldMk cId="0" sldId="337"/>
            <ac:spMk id="76" creationId="{F37939B6-7B0C-E911-396E-995A8C2EE98F}"/>
          </ac:spMkLst>
        </pc:spChg>
        <pc:spChg chg="mod">
          <ac:chgData name="Tran Trong Binh" userId="c1283c94-e8ca-44d9-904c-fa0c4c442f84" providerId="ADAL" clId="{7AFC8E90-0E13-4BE7-9249-81BB95F8E5D7}" dt="2025-05-16T12:20:10.456" v="2649" actId="14100"/>
          <ac:spMkLst>
            <pc:docMk/>
            <pc:sldMk cId="0" sldId="337"/>
            <ac:spMk id="82" creationId="{24481C90-2EFE-0B02-E8C8-BC52FC9508C0}"/>
          </ac:spMkLst>
        </pc:spChg>
        <pc:spChg chg="mod">
          <ac:chgData name="Tran Trong Binh" userId="c1283c94-e8ca-44d9-904c-fa0c4c442f84" providerId="ADAL" clId="{7AFC8E90-0E13-4BE7-9249-81BB95F8E5D7}" dt="2025-05-16T12:20:10.456" v="2649" actId="14100"/>
          <ac:spMkLst>
            <pc:docMk/>
            <pc:sldMk cId="0" sldId="337"/>
            <ac:spMk id="86" creationId="{DF9DF395-72AA-72DE-91B9-C8507AAE1DAE}"/>
          </ac:spMkLst>
        </pc:spChg>
        <pc:spChg chg="mod">
          <ac:chgData name="Tran Trong Binh" userId="c1283c94-e8ca-44d9-904c-fa0c4c442f84" providerId="ADAL" clId="{7AFC8E90-0E13-4BE7-9249-81BB95F8E5D7}" dt="2025-05-16T12:20:10.456" v="2649" actId="14100"/>
          <ac:spMkLst>
            <pc:docMk/>
            <pc:sldMk cId="0" sldId="337"/>
            <ac:spMk id="88" creationId="{E69F315E-81A4-B06F-0E86-62AAE7F7EE95}"/>
          </ac:spMkLst>
        </pc:spChg>
        <pc:spChg chg="mod">
          <ac:chgData name="Tran Trong Binh" userId="c1283c94-e8ca-44d9-904c-fa0c4c442f84" providerId="ADAL" clId="{7AFC8E90-0E13-4BE7-9249-81BB95F8E5D7}" dt="2025-05-16T12:20:10.456" v="2649" actId="14100"/>
          <ac:spMkLst>
            <pc:docMk/>
            <pc:sldMk cId="0" sldId="337"/>
            <ac:spMk id="95" creationId="{DF8A7832-91F4-BC06-1254-250558A2D7A8}"/>
          </ac:spMkLst>
        </pc:spChg>
        <pc:spChg chg="mod">
          <ac:chgData name="Tran Trong Binh" userId="c1283c94-e8ca-44d9-904c-fa0c4c442f84" providerId="ADAL" clId="{7AFC8E90-0E13-4BE7-9249-81BB95F8E5D7}" dt="2025-05-16T12:20:10.456" v="2649" actId="14100"/>
          <ac:spMkLst>
            <pc:docMk/>
            <pc:sldMk cId="0" sldId="337"/>
            <ac:spMk id="96" creationId="{B0FA5950-5658-C504-0964-D97E9296EF2C}"/>
          </ac:spMkLst>
        </pc:spChg>
        <pc:spChg chg="mod">
          <ac:chgData name="Tran Trong Binh" userId="c1283c94-e8ca-44d9-904c-fa0c4c442f84" providerId="ADAL" clId="{7AFC8E90-0E13-4BE7-9249-81BB95F8E5D7}" dt="2025-05-16T12:20:10.456" v="2649" actId="14100"/>
          <ac:spMkLst>
            <pc:docMk/>
            <pc:sldMk cId="0" sldId="337"/>
            <ac:spMk id="107" creationId="{88000D1C-39A8-67E6-D8C1-5918F3F6E850}"/>
          </ac:spMkLst>
        </pc:spChg>
        <pc:spChg chg="mod">
          <ac:chgData name="Tran Trong Binh" userId="c1283c94-e8ca-44d9-904c-fa0c4c442f84" providerId="ADAL" clId="{7AFC8E90-0E13-4BE7-9249-81BB95F8E5D7}" dt="2025-05-16T12:20:10.456" v="2649" actId="14100"/>
          <ac:spMkLst>
            <pc:docMk/>
            <pc:sldMk cId="0" sldId="337"/>
            <ac:spMk id="116" creationId="{6E1AC3E5-5E78-E2DF-7FF8-756CFBFB8EF5}"/>
          </ac:spMkLst>
        </pc:spChg>
        <pc:spChg chg="mod">
          <ac:chgData name="Tran Trong Binh" userId="c1283c94-e8ca-44d9-904c-fa0c4c442f84" providerId="ADAL" clId="{7AFC8E90-0E13-4BE7-9249-81BB95F8E5D7}" dt="2025-05-16T12:20:10.456" v="2649" actId="14100"/>
          <ac:spMkLst>
            <pc:docMk/>
            <pc:sldMk cId="0" sldId="337"/>
            <ac:spMk id="117" creationId="{3F7D21BD-7C2B-7A22-D138-CA30AE26A10F}"/>
          </ac:spMkLst>
        </pc:spChg>
        <pc:spChg chg="mod">
          <ac:chgData name="Tran Trong Binh" userId="c1283c94-e8ca-44d9-904c-fa0c4c442f84" providerId="ADAL" clId="{7AFC8E90-0E13-4BE7-9249-81BB95F8E5D7}" dt="2025-05-16T12:20:23.645" v="2653" actId="1076"/>
          <ac:spMkLst>
            <pc:docMk/>
            <pc:sldMk cId="0" sldId="337"/>
            <ac:spMk id="122" creationId="{D1861320-776F-852B-F2A8-D69E15DC5301}"/>
          </ac:spMkLst>
        </pc:spChg>
      </pc:sldChg>
      <pc:sldChg chg="modSp mod">
        <pc:chgData name="Tran Trong Binh" userId="c1283c94-e8ca-44d9-904c-fa0c4c442f84" providerId="ADAL" clId="{7AFC8E90-0E13-4BE7-9249-81BB95F8E5D7}" dt="2025-04-20T09:45:14.942" v="9" actId="20577"/>
        <pc:sldMkLst>
          <pc:docMk/>
          <pc:sldMk cId="0" sldId="364"/>
        </pc:sldMkLst>
        <pc:spChg chg="mod">
          <ac:chgData name="Tran Trong Binh" userId="c1283c94-e8ca-44d9-904c-fa0c4c442f84" providerId="ADAL" clId="{7AFC8E90-0E13-4BE7-9249-81BB95F8E5D7}" dt="2025-04-20T09:45:14.942" v="9" actId="20577"/>
          <ac:spMkLst>
            <pc:docMk/>
            <pc:sldMk cId="0" sldId="364"/>
            <ac:spMk id="6" creationId="{EEE11660-2FA9-42AF-9149-75CBD2CEEC4B}"/>
          </ac:spMkLst>
        </pc:spChg>
      </pc:sldChg>
      <pc:sldChg chg="modSp mod">
        <pc:chgData name="Tran Trong Binh" userId="c1283c94-e8ca-44d9-904c-fa0c4c442f84" providerId="ADAL" clId="{7AFC8E90-0E13-4BE7-9249-81BB95F8E5D7}" dt="2025-05-16T13:44:20.644" v="2750" actId="1076"/>
        <pc:sldMkLst>
          <pc:docMk/>
          <pc:sldMk cId="0" sldId="373"/>
        </pc:sldMkLst>
        <pc:picChg chg="mod">
          <ac:chgData name="Tran Trong Binh" userId="c1283c94-e8ca-44d9-904c-fa0c4c442f84" providerId="ADAL" clId="{7AFC8E90-0E13-4BE7-9249-81BB95F8E5D7}" dt="2025-05-16T13:44:20.644" v="2750" actId="1076"/>
          <ac:picMkLst>
            <pc:docMk/>
            <pc:sldMk cId="0" sldId="373"/>
            <ac:picMk id="3" creationId="{00000000-0000-0000-0000-000000000000}"/>
          </ac:picMkLst>
        </pc:picChg>
      </pc:sldChg>
      <pc:sldChg chg="del">
        <pc:chgData name="Tran Trong Binh" userId="c1283c94-e8ca-44d9-904c-fa0c4c442f84" providerId="ADAL" clId="{7AFC8E90-0E13-4BE7-9249-81BB95F8E5D7}" dt="2025-05-14T11:13:01.717" v="10" actId="2696"/>
        <pc:sldMkLst>
          <pc:docMk/>
          <pc:sldMk cId="0" sldId="385"/>
        </pc:sldMkLst>
      </pc:sldChg>
      <pc:sldChg chg="del">
        <pc:chgData name="Tran Trong Binh" userId="c1283c94-e8ca-44d9-904c-fa0c4c442f84" providerId="ADAL" clId="{7AFC8E90-0E13-4BE7-9249-81BB95F8E5D7}" dt="2025-05-14T11:13:01.717" v="10" actId="2696"/>
        <pc:sldMkLst>
          <pc:docMk/>
          <pc:sldMk cId="0" sldId="386"/>
        </pc:sldMkLst>
      </pc:sldChg>
      <pc:sldChg chg="del">
        <pc:chgData name="Tran Trong Binh" userId="c1283c94-e8ca-44d9-904c-fa0c4c442f84" providerId="ADAL" clId="{7AFC8E90-0E13-4BE7-9249-81BB95F8E5D7}" dt="2025-05-14T11:13:01.717" v="10" actId="2696"/>
        <pc:sldMkLst>
          <pc:docMk/>
          <pc:sldMk cId="0" sldId="387"/>
        </pc:sldMkLst>
      </pc:sldChg>
      <pc:sldChg chg="del">
        <pc:chgData name="Tran Trong Binh" userId="c1283c94-e8ca-44d9-904c-fa0c4c442f84" providerId="ADAL" clId="{7AFC8E90-0E13-4BE7-9249-81BB95F8E5D7}" dt="2025-05-14T11:13:01.717" v="10" actId="2696"/>
        <pc:sldMkLst>
          <pc:docMk/>
          <pc:sldMk cId="0" sldId="388"/>
        </pc:sldMkLst>
      </pc:sldChg>
      <pc:sldChg chg="del">
        <pc:chgData name="Tran Trong Binh" userId="c1283c94-e8ca-44d9-904c-fa0c4c442f84" providerId="ADAL" clId="{7AFC8E90-0E13-4BE7-9249-81BB95F8E5D7}" dt="2025-05-14T11:13:01.717" v="10" actId="2696"/>
        <pc:sldMkLst>
          <pc:docMk/>
          <pc:sldMk cId="0" sldId="389"/>
        </pc:sldMkLst>
      </pc:sldChg>
      <pc:sldChg chg="del">
        <pc:chgData name="Tran Trong Binh" userId="c1283c94-e8ca-44d9-904c-fa0c4c442f84" providerId="ADAL" clId="{7AFC8E90-0E13-4BE7-9249-81BB95F8E5D7}" dt="2025-05-14T11:13:01.717" v="10" actId="2696"/>
        <pc:sldMkLst>
          <pc:docMk/>
          <pc:sldMk cId="0" sldId="390"/>
        </pc:sldMkLst>
      </pc:sldChg>
      <pc:sldChg chg="del">
        <pc:chgData name="Tran Trong Binh" userId="c1283c94-e8ca-44d9-904c-fa0c4c442f84" providerId="ADAL" clId="{7AFC8E90-0E13-4BE7-9249-81BB95F8E5D7}" dt="2025-05-14T11:13:01.717" v="10" actId="2696"/>
        <pc:sldMkLst>
          <pc:docMk/>
          <pc:sldMk cId="0" sldId="391"/>
        </pc:sldMkLst>
      </pc:sldChg>
      <pc:sldChg chg="del">
        <pc:chgData name="Tran Trong Binh" userId="c1283c94-e8ca-44d9-904c-fa0c4c442f84" providerId="ADAL" clId="{7AFC8E90-0E13-4BE7-9249-81BB95F8E5D7}" dt="2025-05-14T11:13:01.717" v="10" actId="2696"/>
        <pc:sldMkLst>
          <pc:docMk/>
          <pc:sldMk cId="0" sldId="392"/>
        </pc:sldMkLst>
      </pc:sldChg>
      <pc:sldChg chg="del">
        <pc:chgData name="Tran Trong Binh" userId="c1283c94-e8ca-44d9-904c-fa0c4c442f84" providerId="ADAL" clId="{7AFC8E90-0E13-4BE7-9249-81BB95F8E5D7}" dt="2025-05-14T11:13:01.717" v="10" actId="2696"/>
        <pc:sldMkLst>
          <pc:docMk/>
          <pc:sldMk cId="0" sldId="393"/>
        </pc:sldMkLst>
      </pc:sldChg>
      <pc:sldChg chg="del">
        <pc:chgData name="Tran Trong Binh" userId="c1283c94-e8ca-44d9-904c-fa0c4c442f84" providerId="ADAL" clId="{7AFC8E90-0E13-4BE7-9249-81BB95F8E5D7}" dt="2025-05-14T11:13:01.717" v="10" actId="2696"/>
        <pc:sldMkLst>
          <pc:docMk/>
          <pc:sldMk cId="0" sldId="394"/>
        </pc:sldMkLst>
      </pc:sldChg>
      <pc:sldChg chg="del">
        <pc:chgData name="Tran Trong Binh" userId="c1283c94-e8ca-44d9-904c-fa0c4c442f84" providerId="ADAL" clId="{7AFC8E90-0E13-4BE7-9249-81BB95F8E5D7}" dt="2025-05-14T11:13:01.717" v="10" actId="2696"/>
        <pc:sldMkLst>
          <pc:docMk/>
          <pc:sldMk cId="0" sldId="395"/>
        </pc:sldMkLst>
      </pc:sldChg>
      <pc:sldChg chg="del">
        <pc:chgData name="Tran Trong Binh" userId="c1283c94-e8ca-44d9-904c-fa0c4c442f84" providerId="ADAL" clId="{7AFC8E90-0E13-4BE7-9249-81BB95F8E5D7}" dt="2025-05-14T11:13:01.717" v="10" actId="2696"/>
        <pc:sldMkLst>
          <pc:docMk/>
          <pc:sldMk cId="0" sldId="396"/>
        </pc:sldMkLst>
      </pc:sldChg>
      <pc:sldChg chg="del">
        <pc:chgData name="Tran Trong Binh" userId="c1283c94-e8ca-44d9-904c-fa0c4c442f84" providerId="ADAL" clId="{7AFC8E90-0E13-4BE7-9249-81BB95F8E5D7}" dt="2025-05-14T11:13:01.717" v="10" actId="2696"/>
        <pc:sldMkLst>
          <pc:docMk/>
          <pc:sldMk cId="0" sldId="397"/>
        </pc:sldMkLst>
      </pc:sldChg>
      <pc:sldChg chg="del">
        <pc:chgData name="Tran Trong Binh" userId="c1283c94-e8ca-44d9-904c-fa0c4c442f84" providerId="ADAL" clId="{7AFC8E90-0E13-4BE7-9249-81BB95F8E5D7}" dt="2025-05-14T11:13:01.717" v="10" actId="2696"/>
        <pc:sldMkLst>
          <pc:docMk/>
          <pc:sldMk cId="0" sldId="398"/>
        </pc:sldMkLst>
      </pc:sldChg>
      <pc:sldChg chg="del">
        <pc:chgData name="Tran Trong Binh" userId="c1283c94-e8ca-44d9-904c-fa0c4c442f84" providerId="ADAL" clId="{7AFC8E90-0E13-4BE7-9249-81BB95F8E5D7}" dt="2025-05-14T11:13:01.717" v="10" actId="2696"/>
        <pc:sldMkLst>
          <pc:docMk/>
          <pc:sldMk cId="0" sldId="399"/>
        </pc:sldMkLst>
      </pc:sldChg>
      <pc:sldChg chg="del">
        <pc:chgData name="Tran Trong Binh" userId="c1283c94-e8ca-44d9-904c-fa0c4c442f84" providerId="ADAL" clId="{7AFC8E90-0E13-4BE7-9249-81BB95F8E5D7}" dt="2025-05-14T11:13:01.717" v="10" actId="2696"/>
        <pc:sldMkLst>
          <pc:docMk/>
          <pc:sldMk cId="0" sldId="400"/>
        </pc:sldMkLst>
      </pc:sldChg>
      <pc:sldChg chg="del">
        <pc:chgData name="Tran Trong Binh" userId="c1283c94-e8ca-44d9-904c-fa0c4c442f84" providerId="ADAL" clId="{7AFC8E90-0E13-4BE7-9249-81BB95F8E5D7}" dt="2025-05-14T11:13:01.717" v="10" actId="2696"/>
        <pc:sldMkLst>
          <pc:docMk/>
          <pc:sldMk cId="0" sldId="401"/>
        </pc:sldMkLst>
      </pc:sldChg>
      <pc:sldChg chg="del">
        <pc:chgData name="Tran Trong Binh" userId="c1283c94-e8ca-44d9-904c-fa0c4c442f84" providerId="ADAL" clId="{7AFC8E90-0E13-4BE7-9249-81BB95F8E5D7}" dt="2025-05-14T11:13:01.717" v="10" actId="2696"/>
        <pc:sldMkLst>
          <pc:docMk/>
          <pc:sldMk cId="0" sldId="402"/>
        </pc:sldMkLst>
      </pc:sldChg>
      <pc:sldChg chg="del">
        <pc:chgData name="Tran Trong Binh" userId="c1283c94-e8ca-44d9-904c-fa0c4c442f84" providerId="ADAL" clId="{7AFC8E90-0E13-4BE7-9249-81BB95F8E5D7}" dt="2025-05-14T11:13:01.717" v="10" actId="2696"/>
        <pc:sldMkLst>
          <pc:docMk/>
          <pc:sldMk cId="0" sldId="403"/>
        </pc:sldMkLst>
      </pc:sldChg>
      <pc:sldChg chg="del">
        <pc:chgData name="Tran Trong Binh" userId="c1283c94-e8ca-44d9-904c-fa0c4c442f84" providerId="ADAL" clId="{7AFC8E90-0E13-4BE7-9249-81BB95F8E5D7}" dt="2025-05-14T11:13:01.717" v="10" actId="2696"/>
        <pc:sldMkLst>
          <pc:docMk/>
          <pc:sldMk cId="0" sldId="404"/>
        </pc:sldMkLst>
      </pc:sldChg>
      <pc:sldChg chg="del">
        <pc:chgData name="Tran Trong Binh" userId="c1283c94-e8ca-44d9-904c-fa0c4c442f84" providerId="ADAL" clId="{7AFC8E90-0E13-4BE7-9249-81BB95F8E5D7}" dt="2025-05-14T11:13:01.717" v="10" actId="2696"/>
        <pc:sldMkLst>
          <pc:docMk/>
          <pc:sldMk cId="0" sldId="405"/>
        </pc:sldMkLst>
      </pc:sldChg>
      <pc:sldChg chg="del">
        <pc:chgData name="Tran Trong Binh" userId="c1283c94-e8ca-44d9-904c-fa0c4c442f84" providerId="ADAL" clId="{7AFC8E90-0E13-4BE7-9249-81BB95F8E5D7}" dt="2025-05-14T11:13:01.717" v="10" actId="2696"/>
        <pc:sldMkLst>
          <pc:docMk/>
          <pc:sldMk cId="0" sldId="406"/>
        </pc:sldMkLst>
      </pc:sldChg>
      <pc:sldChg chg="del">
        <pc:chgData name="Tran Trong Binh" userId="c1283c94-e8ca-44d9-904c-fa0c4c442f84" providerId="ADAL" clId="{7AFC8E90-0E13-4BE7-9249-81BB95F8E5D7}" dt="2025-05-14T11:13:01.717" v="10" actId="2696"/>
        <pc:sldMkLst>
          <pc:docMk/>
          <pc:sldMk cId="0" sldId="407"/>
        </pc:sldMkLst>
      </pc:sldChg>
      <pc:sldChg chg="del">
        <pc:chgData name="Tran Trong Binh" userId="c1283c94-e8ca-44d9-904c-fa0c4c442f84" providerId="ADAL" clId="{7AFC8E90-0E13-4BE7-9249-81BB95F8E5D7}" dt="2025-05-14T11:13:01.717" v="10" actId="2696"/>
        <pc:sldMkLst>
          <pc:docMk/>
          <pc:sldMk cId="0" sldId="408"/>
        </pc:sldMkLst>
      </pc:sldChg>
      <pc:sldChg chg="del">
        <pc:chgData name="Tran Trong Binh" userId="c1283c94-e8ca-44d9-904c-fa0c4c442f84" providerId="ADAL" clId="{7AFC8E90-0E13-4BE7-9249-81BB95F8E5D7}" dt="2025-05-14T11:13:01.717" v="10" actId="2696"/>
        <pc:sldMkLst>
          <pc:docMk/>
          <pc:sldMk cId="0" sldId="409"/>
        </pc:sldMkLst>
      </pc:sldChg>
      <pc:sldChg chg="del">
        <pc:chgData name="Tran Trong Binh" userId="c1283c94-e8ca-44d9-904c-fa0c4c442f84" providerId="ADAL" clId="{7AFC8E90-0E13-4BE7-9249-81BB95F8E5D7}" dt="2025-05-14T11:13:01.717" v="10" actId="2696"/>
        <pc:sldMkLst>
          <pc:docMk/>
          <pc:sldMk cId="0" sldId="410"/>
        </pc:sldMkLst>
      </pc:sldChg>
      <pc:sldChg chg="del">
        <pc:chgData name="Tran Trong Binh" userId="c1283c94-e8ca-44d9-904c-fa0c4c442f84" providerId="ADAL" clId="{7AFC8E90-0E13-4BE7-9249-81BB95F8E5D7}" dt="2025-05-14T11:13:01.717" v="10" actId="2696"/>
        <pc:sldMkLst>
          <pc:docMk/>
          <pc:sldMk cId="0" sldId="411"/>
        </pc:sldMkLst>
      </pc:sldChg>
      <pc:sldChg chg="del">
        <pc:chgData name="Tran Trong Binh" userId="c1283c94-e8ca-44d9-904c-fa0c4c442f84" providerId="ADAL" clId="{7AFC8E90-0E13-4BE7-9249-81BB95F8E5D7}" dt="2025-05-14T11:13:01.717" v="10" actId="2696"/>
        <pc:sldMkLst>
          <pc:docMk/>
          <pc:sldMk cId="0" sldId="412"/>
        </pc:sldMkLst>
      </pc:sldChg>
      <pc:sldChg chg="del">
        <pc:chgData name="Tran Trong Binh" userId="c1283c94-e8ca-44d9-904c-fa0c4c442f84" providerId="ADAL" clId="{7AFC8E90-0E13-4BE7-9249-81BB95F8E5D7}" dt="2025-05-14T11:13:01.717" v="10" actId="2696"/>
        <pc:sldMkLst>
          <pc:docMk/>
          <pc:sldMk cId="0" sldId="413"/>
        </pc:sldMkLst>
      </pc:sldChg>
      <pc:sldChg chg="del">
        <pc:chgData name="Tran Trong Binh" userId="c1283c94-e8ca-44d9-904c-fa0c4c442f84" providerId="ADAL" clId="{7AFC8E90-0E13-4BE7-9249-81BB95F8E5D7}" dt="2025-05-14T11:13:01.717" v="10" actId="2696"/>
        <pc:sldMkLst>
          <pc:docMk/>
          <pc:sldMk cId="0" sldId="414"/>
        </pc:sldMkLst>
      </pc:sldChg>
      <pc:sldChg chg="del">
        <pc:chgData name="Tran Trong Binh" userId="c1283c94-e8ca-44d9-904c-fa0c4c442f84" providerId="ADAL" clId="{7AFC8E90-0E13-4BE7-9249-81BB95F8E5D7}" dt="2025-05-14T11:13:01.717" v="10" actId="2696"/>
        <pc:sldMkLst>
          <pc:docMk/>
          <pc:sldMk cId="0" sldId="415"/>
        </pc:sldMkLst>
      </pc:sldChg>
      <pc:sldChg chg="del">
        <pc:chgData name="Tran Trong Binh" userId="c1283c94-e8ca-44d9-904c-fa0c4c442f84" providerId="ADAL" clId="{7AFC8E90-0E13-4BE7-9249-81BB95F8E5D7}" dt="2025-05-14T11:13:01.717" v="10" actId="2696"/>
        <pc:sldMkLst>
          <pc:docMk/>
          <pc:sldMk cId="0" sldId="416"/>
        </pc:sldMkLst>
      </pc:sldChg>
      <pc:sldChg chg="del">
        <pc:chgData name="Tran Trong Binh" userId="c1283c94-e8ca-44d9-904c-fa0c4c442f84" providerId="ADAL" clId="{7AFC8E90-0E13-4BE7-9249-81BB95F8E5D7}" dt="2025-05-14T11:13:01.717" v="10" actId="2696"/>
        <pc:sldMkLst>
          <pc:docMk/>
          <pc:sldMk cId="0" sldId="417"/>
        </pc:sldMkLst>
      </pc:sldChg>
      <pc:sldChg chg="del">
        <pc:chgData name="Tran Trong Binh" userId="c1283c94-e8ca-44d9-904c-fa0c4c442f84" providerId="ADAL" clId="{7AFC8E90-0E13-4BE7-9249-81BB95F8E5D7}" dt="2025-05-14T11:13:01.717" v="10" actId="2696"/>
        <pc:sldMkLst>
          <pc:docMk/>
          <pc:sldMk cId="0" sldId="418"/>
        </pc:sldMkLst>
      </pc:sldChg>
      <pc:sldChg chg="del">
        <pc:chgData name="Tran Trong Binh" userId="c1283c94-e8ca-44d9-904c-fa0c4c442f84" providerId="ADAL" clId="{7AFC8E90-0E13-4BE7-9249-81BB95F8E5D7}" dt="2025-05-14T11:13:01.717" v="10" actId="2696"/>
        <pc:sldMkLst>
          <pc:docMk/>
          <pc:sldMk cId="0" sldId="419"/>
        </pc:sldMkLst>
      </pc:sldChg>
      <pc:sldChg chg="del">
        <pc:chgData name="Tran Trong Binh" userId="c1283c94-e8ca-44d9-904c-fa0c4c442f84" providerId="ADAL" clId="{7AFC8E90-0E13-4BE7-9249-81BB95F8E5D7}" dt="2025-05-14T11:13:01.717" v="10" actId="2696"/>
        <pc:sldMkLst>
          <pc:docMk/>
          <pc:sldMk cId="0" sldId="420"/>
        </pc:sldMkLst>
      </pc:sldChg>
      <pc:sldChg chg="modSp mod">
        <pc:chgData name="Tran Trong Binh" userId="c1283c94-e8ca-44d9-904c-fa0c4c442f84" providerId="ADAL" clId="{7AFC8E90-0E13-4BE7-9249-81BB95F8E5D7}" dt="2025-05-14T11:16:00.121" v="85" actId="20577"/>
        <pc:sldMkLst>
          <pc:docMk/>
          <pc:sldMk cId="1365632931" sldId="429"/>
        </pc:sldMkLst>
        <pc:spChg chg="mod">
          <ac:chgData name="Tran Trong Binh" userId="c1283c94-e8ca-44d9-904c-fa0c4c442f84" providerId="ADAL" clId="{7AFC8E90-0E13-4BE7-9249-81BB95F8E5D7}" dt="2025-05-14T11:15:17.390" v="77" actId="20577"/>
          <ac:spMkLst>
            <pc:docMk/>
            <pc:sldMk cId="1365632931" sldId="429"/>
            <ac:spMk id="2" creationId="{00000000-0000-0000-0000-000000000000}"/>
          </ac:spMkLst>
        </pc:spChg>
        <pc:spChg chg="mod">
          <ac:chgData name="Tran Trong Binh" userId="c1283c94-e8ca-44d9-904c-fa0c4c442f84" providerId="ADAL" clId="{7AFC8E90-0E13-4BE7-9249-81BB95F8E5D7}" dt="2025-05-14T11:16:00.121" v="85" actId="20577"/>
          <ac:spMkLst>
            <pc:docMk/>
            <pc:sldMk cId="1365632931" sldId="429"/>
            <ac:spMk id="3" creationId="{00000000-0000-0000-0000-000000000000}"/>
          </ac:spMkLst>
        </pc:spChg>
      </pc:sldChg>
      <pc:sldChg chg="modSp mod">
        <pc:chgData name="Tran Trong Binh" userId="c1283c94-e8ca-44d9-904c-fa0c4c442f84" providerId="ADAL" clId="{7AFC8E90-0E13-4BE7-9249-81BB95F8E5D7}" dt="2025-05-14T13:05:45.111" v="2645" actId="20577"/>
        <pc:sldMkLst>
          <pc:docMk/>
          <pc:sldMk cId="489130686" sldId="435"/>
        </pc:sldMkLst>
        <pc:spChg chg="mod">
          <ac:chgData name="Tran Trong Binh" userId="c1283c94-e8ca-44d9-904c-fa0c4c442f84" providerId="ADAL" clId="{7AFC8E90-0E13-4BE7-9249-81BB95F8E5D7}" dt="2025-05-14T13:05:45.111" v="2645" actId="20577"/>
          <ac:spMkLst>
            <pc:docMk/>
            <pc:sldMk cId="489130686" sldId="435"/>
            <ac:spMk id="7" creationId="{C8F78E01-00B4-DB09-DDC8-4066AFC02666}"/>
          </ac:spMkLst>
        </pc:spChg>
      </pc:sldChg>
      <pc:sldChg chg="modSp mod">
        <pc:chgData name="Tran Trong Binh" userId="c1283c94-e8ca-44d9-904c-fa0c4c442f84" providerId="ADAL" clId="{7AFC8E90-0E13-4BE7-9249-81BB95F8E5D7}" dt="2025-05-14T12:56:46.379" v="2634" actId="20577"/>
        <pc:sldMkLst>
          <pc:docMk/>
          <pc:sldMk cId="1186180966" sldId="436"/>
        </pc:sldMkLst>
        <pc:spChg chg="mod">
          <ac:chgData name="Tran Trong Binh" userId="c1283c94-e8ca-44d9-904c-fa0c4c442f84" providerId="ADAL" clId="{7AFC8E90-0E13-4BE7-9249-81BB95F8E5D7}" dt="2025-05-14T12:56:46.379" v="2634" actId="20577"/>
          <ac:spMkLst>
            <pc:docMk/>
            <pc:sldMk cId="1186180966" sldId="436"/>
            <ac:spMk id="7" creationId="{C8F78E01-00B4-DB09-DDC8-4066AFC02666}"/>
          </ac:spMkLst>
        </pc:spChg>
      </pc:sldChg>
      <pc:sldChg chg="delSp mod">
        <pc:chgData name="Tran Trong Binh" userId="c1283c94-e8ca-44d9-904c-fa0c4c442f84" providerId="ADAL" clId="{7AFC8E90-0E13-4BE7-9249-81BB95F8E5D7}" dt="2025-05-16T12:16:19.416" v="2646" actId="478"/>
        <pc:sldMkLst>
          <pc:docMk/>
          <pc:sldMk cId="4082924794" sldId="437"/>
        </pc:sldMkLst>
        <pc:spChg chg="del">
          <ac:chgData name="Tran Trong Binh" userId="c1283c94-e8ca-44d9-904c-fa0c4c442f84" providerId="ADAL" clId="{7AFC8E90-0E13-4BE7-9249-81BB95F8E5D7}" dt="2025-05-16T12:16:19.416" v="2646" actId="478"/>
          <ac:spMkLst>
            <pc:docMk/>
            <pc:sldMk cId="4082924794" sldId="437"/>
            <ac:spMk id="2733" creationId="{00000000-0000-0000-0000-000000000000}"/>
          </ac:spMkLst>
        </pc:spChg>
      </pc:sldChg>
      <pc:sldChg chg="del">
        <pc:chgData name="Tran Trong Binh" userId="c1283c94-e8ca-44d9-904c-fa0c4c442f84" providerId="ADAL" clId="{7AFC8E90-0E13-4BE7-9249-81BB95F8E5D7}" dt="2025-05-14T11:13:01.717" v="10" actId="2696"/>
        <pc:sldMkLst>
          <pc:docMk/>
          <pc:sldMk cId="133416209" sldId="458"/>
        </pc:sldMkLst>
      </pc:sldChg>
      <pc:sldChg chg="modSp mod">
        <pc:chgData name="Tran Trong Binh" userId="c1283c94-e8ca-44d9-904c-fa0c4c442f84" providerId="ADAL" clId="{7AFC8E90-0E13-4BE7-9249-81BB95F8E5D7}" dt="2025-05-16T12:51:10.376" v="2739" actId="20577"/>
        <pc:sldMkLst>
          <pc:docMk/>
          <pc:sldMk cId="1073870515" sldId="458"/>
        </pc:sldMkLst>
        <pc:spChg chg="mod">
          <ac:chgData name="Tran Trong Binh" userId="c1283c94-e8ca-44d9-904c-fa0c4c442f84" providerId="ADAL" clId="{7AFC8E90-0E13-4BE7-9249-81BB95F8E5D7}" dt="2025-05-16T12:51:10.376" v="2739" actId="20577"/>
          <ac:spMkLst>
            <pc:docMk/>
            <pc:sldMk cId="1073870515" sldId="458"/>
            <ac:spMk id="4" creationId="{6DCA4FC5-921B-2220-CD27-EB7F125DF3AD}"/>
          </ac:spMkLst>
        </pc:spChg>
      </pc:sldChg>
      <pc:sldChg chg="modSp mod">
        <pc:chgData name="Tran Trong Binh" userId="c1283c94-e8ca-44d9-904c-fa0c4c442f84" providerId="ADAL" clId="{7AFC8E90-0E13-4BE7-9249-81BB95F8E5D7}" dt="2025-05-16T12:40:47.830" v="2658" actId="1037"/>
        <pc:sldMkLst>
          <pc:docMk/>
          <pc:sldMk cId="448588663" sldId="459"/>
        </pc:sldMkLst>
        <pc:picChg chg="mod">
          <ac:chgData name="Tran Trong Binh" userId="c1283c94-e8ca-44d9-904c-fa0c4c442f84" providerId="ADAL" clId="{7AFC8E90-0E13-4BE7-9249-81BB95F8E5D7}" dt="2025-05-16T12:37:19.526" v="2655" actId="1076"/>
          <ac:picMkLst>
            <pc:docMk/>
            <pc:sldMk cId="448588663" sldId="459"/>
            <ac:picMk id="1026" creationId="{DF25F9D6-A8F8-98DA-7B4B-EDD5539322EF}"/>
          </ac:picMkLst>
        </pc:picChg>
        <pc:cxnChg chg="mod">
          <ac:chgData name="Tran Trong Binh" userId="c1283c94-e8ca-44d9-904c-fa0c4c442f84" providerId="ADAL" clId="{7AFC8E90-0E13-4BE7-9249-81BB95F8E5D7}" dt="2025-05-16T12:40:47.830" v="2658" actId="1037"/>
          <ac:cxnSpMkLst>
            <pc:docMk/>
            <pc:sldMk cId="448588663" sldId="459"/>
            <ac:cxnSpMk id="11" creationId="{D4AE6FCC-DE16-CEA2-8081-5D88D87FB238}"/>
          </ac:cxnSpMkLst>
        </pc:cxnChg>
      </pc:sldChg>
      <pc:sldChg chg="modSp mod">
        <pc:chgData name="Tran Trong Binh" userId="c1283c94-e8ca-44d9-904c-fa0c4c442f84" providerId="ADAL" clId="{7AFC8E90-0E13-4BE7-9249-81BB95F8E5D7}" dt="2025-05-16T13:13:49.748" v="2748" actId="1076"/>
        <pc:sldMkLst>
          <pc:docMk/>
          <pc:sldMk cId="2335413663" sldId="463"/>
        </pc:sldMkLst>
        <pc:spChg chg="mod">
          <ac:chgData name="Tran Trong Binh" userId="c1283c94-e8ca-44d9-904c-fa0c4c442f84" providerId="ADAL" clId="{7AFC8E90-0E13-4BE7-9249-81BB95F8E5D7}" dt="2025-05-16T13:12:49.843" v="2745" actId="20578"/>
          <ac:spMkLst>
            <pc:docMk/>
            <pc:sldMk cId="2335413663" sldId="463"/>
            <ac:spMk id="3" creationId="{F7A32A0A-4531-F38B-8B5D-E88463DFC5AE}"/>
          </ac:spMkLst>
        </pc:spChg>
        <pc:picChg chg="mod">
          <ac:chgData name="Tran Trong Binh" userId="c1283c94-e8ca-44d9-904c-fa0c4c442f84" providerId="ADAL" clId="{7AFC8E90-0E13-4BE7-9249-81BB95F8E5D7}" dt="2025-05-16T13:13:49.748" v="2748" actId="1076"/>
          <ac:picMkLst>
            <pc:docMk/>
            <pc:sldMk cId="2335413663" sldId="463"/>
            <ac:picMk id="6" creationId="{522E4301-8EBE-C597-8490-1328B96EAF42}"/>
          </ac:picMkLst>
        </pc:picChg>
        <pc:picChg chg="mod">
          <ac:chgData name="Tran Trong Binh" userId="c1283c94-e8ca-44d9-904c-fa0c4c442f84" providerId="ADAL" clId="{7AFC8E90-0E13-4BE7-9249-81BB95F8E5D7}" dt="2025-05-16T13:12:55.388" v="2746" actId="1076"/>
          <ac:picMkLst>
            <pc:docMk/>
            <pc:sldMk cId="2335413663" sldId="463"/>
            <ac:picMk id="8" creationId="{B370644B-88CF-3B7B-20F0-A94F6F3975B0}"/>
          </ac:picMkLst>
        </pc:picChg>
        <pc:picChg chg="mod">
          <ac:chgData name="Tran Trong Binh" userId="c1283c94-e8ca-44d9-904c-fa0c4c442f84" providerId="ADAL" clId="{7AFC8E90-0E13-4BE7-9249-81BB95F8E5D7}" dt="2025-05-16T13:12:58.476" v="2747" actId="1076"/>
          <ac:picMkLst>
            <pc:docMk/>
            <pc:sldMk cId="2335413663" sldId="463"/>
            <ac:picMk id="10" creationId="{D46260DF-F1F0-BFE6-A8BF-B0A9E933EF1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1B5B5850-CE74-48F7-A19C-A7C17859395F}" type="datetimeFigureOut">
              <a:rPr lang="en-US" smtClean="0"/>
              <a:t>5/16/2025</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72285261-8A64-4904-8A57-3BC38D7E30A2}" type="slidenum">
              <a:rPr lang="en-US" smtClean="0"/>
              <a:t>‹#›</a:t>
            </a:fld>
            <a:endParaRPr lang="en-US"/>
          </a:p>
        </p:txBody>
      </p:sp>
    </p:spTree>
    <p:extLst>
      <p:ext uri="{BB962C8B-B14F-4D97-AF65-F5344CB8AC3E}">
        <p14:creationId xmlns:p14="http://schemas.microsoft.com/office/powerpoint/2010/main" val="24677361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4"/>
        <p:cNvGrpSpPr/>
        <p:nvPr/>
      </p:nvGrpSpPr>
      <p:grpSpPr>
        <a:xfrm>
          <a:off x="0" y="0"/>
          <a:ext cx="0" cy="0"/>
          <a:chOff x="0" y="0"/>
          <a:chExt cx="0" cy="0"/>
        </a:xfrm>
      </p:grpSpPr>
      <p:sp>
        <p:nvSpPr>
          <p:cNvPr id="2275" name="Google Shape;2275;g54dda1946d_6_3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6" name="Google Shape;2276;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36268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4"/>
        <p:cNvGrpSpPr/>
        <p:nvPr/>
      </p:nvGrpSpPr>
      <p:grpSpPr>
        <a:xfrm>
          <a:off x="0" y="0"/>
          <a:ext cx="0" cy="0"/>
          <a:chOff x="0" y="0"/>
          <a:chExt cx="0" cy="0"/>
        </a:xfrm>
      </p:grpSpPr>
      <p:sp>
        <p:nvSpPr>
          <p:cNvPr id="2275" name="Google Shape;2275;g54dda1946d_6_3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6" name="Google Shape;2276;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8402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4"/>
        <p:cNvGrpSpPr/>
        <p:nvPr/>
      </p:nvGrpSpPr>
      <p:grpSpPr>
        <a:xfrm>
          <a:off x="0" y="0"/>
          <a:ext cx="0" cy="0"/>
          <a:chOff x="0" y="0"/>
          <a:chExt cx="0" cy="0"/>
        </a:xfrm>
      </p:grpSpPr>
      <p:sp>
        <p:nvSpPr>
          <p:cNvPr id="2275" name="Google Shape;2275;g54dda1946d_6_3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6" name="Google Shape;2276;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826175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4"/>
        <p:cNvGrpSpPr/>
        <p:nvPr/>
      </p:nvGrpSpPr>
      <p:grpSpPr>
        <a:xfrm>
          <a:off x="0" y="0"/>
          <a:ext cx="0" cy="0"/>
          <a:chOff x="0" y="0"/>
          <a:chExt cx="0" cy="0"/>
        </a:xfrm>
      </p:grpSpPr>
      <p:sp>
        <p:nvSpPr>
          <p:cNvPr id="2275" name="Google Shape;2275;g54dda1946d_6_3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6" name="Google Shape;2276;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910089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4"/>
        <p:cNvGrpSpPr/>
        <p:nvPr/>
      </p:nvGrpSpPr>
      <p:grpSpPr>
        <a:xfrm>
          <a:off x="0" y="0"/>
          <a:ext cx="0" cy="0"/>
          <a:chOff x="0" y="0"/>
          <a:chExt cx="0" cy="0"/>
        </a:xfrm>
      </p:grpSpPr>
      <p:sp>
        <p:nvSpPr>
          <p:cNvPr id="2275" name="Google Shape;2275;g54dda1946d_6_3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6" name="Google Shape;2276;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231740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4"/>
        <p:cNvGrpSpPr/>
        <p:nvPr/>
      </p:nvGrpSpPr>
      <p:grpSpPr>
        <a:xfrm>
          <a:off x="0" y="0"/>
          <a:ext cx="0" cy="0"/>
          <a:chOff x="0" y="0"/>
          <a:chExt cx="0" cy="0"/>
        </a:xfrm>
      </p:grpSpPr>
      <p:sp>
        <p:nvSpPr>
          <p:cNvPr id="2275" name="Google Shape;2275;g54dda1946d_6_3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6" name="Google Shape;2276;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286765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1"/>
        <p:cNvGrpSpPr/>
        <p:nvPr/>
      </p:nvGrpSpPr>
      <p:grpSpPr>
        <a:xfrm>
          <a:off x="0" y="0"/>
          <a:ext cx="0" cy="0"/>
          <a:chOff x="0" y="0"/>
          <a:chExt cx="0" cy="0"/>
        </a:xfrm>
      </p:grpSpPr>
      <p:sp>
        <p:nvSpPr>
          <p:cNvPr id="2712" name="Google Shape;2712;g54dda1946d_4_27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13" name="Google Shape;2713;g54dda1946d_4_27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584565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1"/>
        <p:cNvGrpSpPr/>
        <p:nvPr/>
      </p:nvGrpSpPr>
      <p:grpSpPr>
        <a:xfrm>
          <a:off x="0" y="0"/>
          <a:ext cx="0" cy="0"/>
          <a:chOff x="0" y="0"/>
          <a:chExt cx="0" cy="0"/>
        </a:xfrm>
      </p:grpSpPr>
      <p:sp>
        <p:nvSpPr>
          <p:cNvPr id="2712" name="Google Shape;2712;g54dda1946d_4_27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13" name="Google Shape;2713;g54dda1946d_4_27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572663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1"/>
        <p:cNvGrpSpPr/>
        <p:nvPr/>
      </p:nvGrpSpPr>
      <p:grpSpPr>
        <a:xfrm>
          <a:off x="0" y="0"/>
          <a:ext cx="0" cy="0"/>
          <a:chOff x="0" y="0"/>
          <a:chExt cx="0" cy="0"/>
        </a:xfrm>
      </p:grpSpPr>
      <p:sp>
        <p:nvSpPr>
          <p:cNvPr id="2332" name="Google Shape;2332;g54dda1946d_6_2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3" name="Google Shape;2333;g54dda1946d_6_2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287425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1"/>
        <p:cNvGrpSpPr/>
        <p:nvPr/>
      </p:nvGrpSpPr>
      <p:grpSpPr>
        <a:xfrm>
          <a:off x="0" y="0"/>
          <a:ext cx="0" cy="0"/>
          <a:chOff x="0" y="0"/>
          <a:chExt cx="0" cy="0"/>
        </a:xfrm>
      </p:grpSpPr>
      <p:sp>
        <p:nvSpPr>
          <p:cNvPr id="2332" name="Google Shape;2332;g54dda1946d_6_2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3" name="Google Shape;2333;g54dda1946d_6_2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585991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1"/>
        <p:cNvGrpSpPr/>
        <p:nvPr/>
      </p:nvGrpSpPr>
      <p:grpSpPr>
        <a:xfrm>
          <a:off x="0" y="0"/>
          <a:ext cx="0" cy="0"/>
          <a:chOff x="0" y="0"/>
          <a:chExt cx="0" cy="0"/>
        </a:xfrm>
      </p:grpSpPr>
      <p:sp>
        <p:nvSpPr>
          <p:cNvPr id="2332" name="Google Shape;2332;g54dda1946d_6_2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3" name="Google Shape;2333;g54dda1946d_6_2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86079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1"/>
        <p:cNvGrpSpPr/>
        <p:nvPr/>
      </p:nvGrpSpPr>
      <p:grpSpPr>
        <a:xfrm>
          <a:off x="0" y="0"/>
          <a:ext cx="0" cy="0"/>
          <a:chOff x="0" y="0"/>
          <a:chExt cx="0" cy="0"/>
        </a:xfrm>
      </p:grpSpPr>
      <p:sp>
        <p:nvSpPr>
          <p:cNvPr id="2332" name="Google Shape;2332;g54dda1946d_6_2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3" name="Google Shape;2333;g54dda1946d_6_2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940037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1"/>
        <p:cNvGrpSpPr/>
        <p:nvPr/>
      </p:nvGrpSpPr>
      <p:grpSpPr>
        <a:xfrm>
          <a:off x="0" y="0"/>
          <a:ext cx="0" cy="0"/>
          <a:chOff x="0" y="0"/>
          <a:chExt cx="0" cy="0"/>
        </a:xfrm>
      </p:grpSpPr>
      <p:sp>
        <p:nvSpPr>
          <p:cNvPr id="2332" name="Google Shape;2332;g54dda1946d_6_2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3" name="Google Shape;2333;g54dda1946d_6_2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742215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1"/>
        <p:cNvGrpSpPr/>
        <p:nvPr/>
      </p:nvGrpSpPr>
      <p:grpSpPr>
        <a:xfrm>
          <a:off x="0" y="0"/>
          <a:ext cx="0" cy="0"/>
          <a:chOff x="0" y="0"/>
          <a:chExt cx="0" cy="0"/>
        </a:xfrm>
      </p:grpSpPr>
      <p:sp>
        <p:nvSpPr>
          <p:cNvPr id="2332" name="Google Shape;2332;g54dda1946d_6_2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3" name="Google Shape;2333;g54dda1946d_6_2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293517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1"/>
        <p:cNvGrpSpPr/>
        <p:nvPr/>
      </p:nvGrpSpPr>
      <p:grpSpPr>
        <a:xfrm>
          <a:off x="0" y="0"/>
          <a:ext cx="0" cy="0"/>
          <a:chOff x="0" y="0"/>
          <a:chExt cx="0" cy="0"/>
        </a:xfrm>
      </p:grpSpPr>
      <p:sp>
        <p:nvSpPr>
          <p:cNvPr id="2332" name="Google Shape;2332;g54dda1946d_6_2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3" name="Google Shape;2333;g54dda1946d_6_2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817073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1"/>
        <p:cNvGrpSpPr/>
        <p:nvPr/>
      </p:nvGrpSpPr>
      <p:grpSpPr>
        <a:xfrm>
          <a:off x="0" y="0"/>
          <a:ext cx="0" cy="0"/>
          <a:chOff x="0" y="0"/>
          <a:chExt cx="0" cy="0"/>
        </a:xfrm>
      </p:grpSpPr>
      <p:sp>
        <p:nvSpPr>
          <p:cNvPr id="2332" name="Google Shape;2332;g54dda1946d_6_2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3" name="Google Shape;2333;g54dda1946d_6_2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19647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1"/>
        <p:cNvGrpSpPr/>
        <p:nvPr/>
      </p:nvGrpSpPr>
      <p:grpSpPr>
        <a:xfrm>
          <a:off x="0" y="0"/>
          <a:ext cx="0" cy="0"/>
          <a:chOff x="0" y="0"/>
          <a:chExt cx="0" cy="0"/>
        </a:xfrm>
      </p:grpSpPr>
      <p:sp>
        <p:nvSpPr>
          <p:cNvPr id="2332" name="Google Shape;2332;g54dda1946d_6_2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3" name="Google Shape;2333;g54dda1946d_6_2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020909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1"/>
        <p:cNvGrpSpPr/>
        <p:nvPr/>
      </p:nvGrpSpPr>
      <p:grpSpPr>
        <a:xfrm>
          <a:off x="0" y="0"/>
          <a:ext cx="0" cy="0"/>
          <a:chOff x="0" y="0"/>
          <a:chExt cx="0" cy="0"/>
        </a:xfrm>
      </p:grpSpPr>
      <p:sp>
        <p:nvSpPr>
          <p:cNvPr id="2332" name="Google Shape;2332;g54dda1946d_6_2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3" name="Google Shape;2333;g54dda1946d_6_2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523327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1"/>
        <p:cNvGrpSpPr/>
        <p:nvPr/>
      </p:nvGrpSpPr>
      <p:grpSpPr>
        <a:xfrm>
          <a:off x="0" y="0"/>
          <a:ext cx="0" cy="0"/>
          <a:chOff x="0" y="0"/>
          <a:chExt cx="0" cy="0"/>
        </a:xfrm>
      </p:grpSpPr>
      <p:sp>
        <p:nvSpPr>
          <p:cNvPr id="2332" name="Google Shape;2332;g54dda1946d_6_2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3" name="Google Shape;2333;g54dda1946d_6_2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612793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vi-VN" b="1"/>
              <a:t>Giải thích ví dụ HAC </a:t>
            </a:r>
            <a:endParaRPr lang="en-US" b="1"/>
          </a:p>
          <a:p>
            <a:pPr>
              <a:buNone/>
            </a:pPr>
            <a:r>
              <a:rPr lang="vi-VN"/>
              <a:t>Hierarchical Agglomerative Clustering (HAC) là một phương pháp gom nhóm dữ liệu theo kiểu phân cấp từ dưới lên (bottom-up). </a:t>
            </a:r>
            <a:endParaRPr lang="en-US"/>
          </a:p>
          <a:p>
            <a:pPr>
              <a:buNone/>
            </a:pPr>
            <a:r>
              <a:rPr lang="vi-VN"/>
              <a:t>Mỗi điểm dữ liệu ban đầu được xem là một cụm riêng biệt, sau đó các cụm gần nhau nhất sẽ được hợp nhất dần cho đến khi chỉ còn một cụm duy nhất hoặc đến khi đạt ngưỡng mong muốn.</a:t>
            </a:r>
          </a:p>
          <a:p>
            <a:pPr>
              <a:buNone/>
            </a:pPr>
            <a:r>
              <a:rPr lang="vi-VN" b="1"/>
              <a:t>Bước 1: Khởi tạo</a:t>
            </a:r>
          </a:p>
          <a:p>
            <a:pPr>
              <a:buFont typeface="Arial" panose="020B0604020202020204" pitchFamily="34" charset="0"/>
              <a:buChar char="•"/>
            </a:pPr>
            <a:r>
              <a:rPr lang="vi-VN"/>
              <a:t>Ma trận khoảng cách ban đầu</a:t>
            </a:r>
            <a:r>
              <a:rPr lang="en-US"/>
              <a:t>, </a:t>
            </a:r>
            <a:r>
              <a:rPr lang="vi-VN"/>
              <a:t>Mỗi hàng/cột tương ứng với một điểm dữ liệu (1 đến 5).</a:t>
            </a:r>
          </a:p>
          <a:p>
            <a:pPr>
              <a:buFont typeface="Arial" panose="020B0604020202020204" pitchFamily="34" charset="0"/>
              <a:buChar char="•"/>
            </a:pPr>
            <a:r>
              <a:rPr lang="vi-VN"/>
              <a:t>Số liệu thể hiện khoảng cách giữa các điểm.</a:t>
            </a:r>
          </a:p>
          <a:p>
            <a:pPr>
              <a:buNone/>
            </a:pPr>
            <a:r>
              <a:rPr lang="vi-VN" b="1"/>
              <a:t>Bước 2: Tính toán khoảng cách giữa các cụm</a:t>
            </a:r>
          </a:p>
          <a:p>
            <a:pPr>
              <a:buFont typeface="Arial" panose="020B0604020202020204" pitchFamily="34" charset="0"/>
              <a:buChar char="•"/>
            </a:pPr>
            <a:r>
              <a:rPr lang="en-US" b="0"/>
              <a:t>Sử dụng </a:t>
            </a:r>
            <a:r>
              <a:rPr lang="vi-VN" b="0"/>
              <a:t>complete linkage: khoảng cách lớn nhất giữa các điểm trong hai cụm.</a:t>
            </a:r>
          </a:p>
          <a:p>
            <a:pPr>
              <a:buNone/>
            </a:pPr>
            <a:r>
              <a:rPr lang="vi-VN" b="1"/>
              <a:t>Bước 3: Hợp nhất cụm gần nhất</a:t>
            </a:r>
          </a:p>
          <a:p>
            <a:pPr>
              <a:buFont typeface="Arial" panose="020B0604020202020204" pitchFamily="34" charset="0"/>
              <a:buChar char="•"/>
            </a:pPr>
            <a:r>
              <a:rPr lang="vi-VN"/>
              <a:t>Nhìn vào ma trận đầu tiên, khoảng cách nhỏ nhất là </a:t>
            </a:r>
            <a:r>
              <a:rPr lang="vi-VN" b="1"/>
              <a:t>2</a:t>
            </a:r>
            <a:r>
              <a:rPr lang="vi-VN"/>
              <a:t> giữa điểm </a:t>
            </a:r>
            <a:r>
              <a:rPr lang="vi-VN" b="1"/>
              <a:t>3 và 5</a:t>
            </a:r>
            <a:r>
              <a:rPr lang="vi-VN"/>
              <a:t>, nên chúng được hợp nhất thành cụm 35.</a:t>
            </a:r>
          </a:p>
          <a:p>
            <a:pPr>
              <a:buFont typeface="Arial" panose="020B0604020202020204" pitchFamily="34" charset="0"/>
              <a:buChar char="•"/>
            </a:pPr>
            <a:r>
              <a:rPr lang="vi-VN"/>
              <a:t>Ma trận mới được tính lại, thể hiện khoảng cách từ cụm 35 đến các điểm còn lại theo complete linkage.</a:t>
            </a:r>
          </a:p>
          <a:p>
            <a:pPr>
              <a:buNone/>
            </a:pPr>
            <a:r>
              <a:rPr lang="vi-VN" b="1"/>
              <a:t>Bước 4: Tiếp tục hợp nhất</a:t>
            </a:r>
          </a:p>
          <a:p>
            <a:pPr>
              <a:buFont typeface="Arial" panose="020B0604020202020204" pitchFamily="34" charset="0"/>
              <a:buChar char="•"/>
            </a:pPr>
            <a:r>
              <a:rPr lang="vi-VN"/>
              <a:t>Trong ma trận mới, khoảng cách nhỏ nhất là </a:t>
            </a:r>
            <a:r>
              <a:rPr lang="vi-VN" b="1"/>
              <a:t>5</a:t>
            </a:r>
            <a:r>
              <a:rPr lang="vi-VN"/>
              <a:t> giữa điểm 2 và 4, nên hợp nhất thành cụm 24.</a:t>
            </a:r>
          </a:p>
          <a:p>
            <a:pPr>
              <a:buFont typeface="Arial" panose="020B0604020202020204" pitchFamily="34" charset="0"/>
              <a:buChar char="•"/>
            </a:pPr>
            <a:r>
              <a:rPr lang="vi-VN"/>
              <a:t>Quá trình tiếp tục cho đến khi tất cả các điểm được gom vào một cụm.</a:t>
            </a:r>
          </a:p>
          <a:p>
            <a:pPr>
              <a:buNone/>
            </a:pPr>
            <a:r>
              <a:rPr lang="vi-VN" b="1"/>
              <a:t>Dendrogram</a:t>
            </a:r>
          </a:p>
          <a:p>
            <a:pPr>
              <a:buFont typeface="Arial" panose="020B0604020202020204" pitchFamily="34" charset="0"/>
              <a:buChar char="•"/>
            </a:pPr>
            <a:r>
              <a:rPr lang="en-US"/>
              <a:t>H</a:t>
            </a:r>
            <a:r>
              <a:rPr lang="vi-VN"/>
              <a:t>ình cây (dendrogram) bên dưới biểu diễn quá trình hợp nhất cụm theo từng bước.</a:t>
            </a:r>
          </a:p>
          <a:p>
            <a:pPr>
              <a:buFont typeface="Arial" panose="020B0604020202020204" pitchFamily="34" charset="0"/>
              <a:buChar char="•"/>
            </a:pPr>
            <a:r>
              <a:rPr lang="vi-VN"/>
              <a:t>Trục tung biểu diễn khoảng cách (hoặc độ tương đồng ngược) tại thời điểm hai cụm được hợp nhất.</a:t>
            </a:r>
          </a:p>
          <a:p>
            <a:pPr>
              <a:buFont typeface="Arial" panose="020B0604020202020204" pitchFamily="34" charset="0"/>
              <a:buChar char="•"/>
            </a:pPr>
            <a:r>
              <a:rPr lang="vi-VN"/>
              <a:t>Đường màu đỏ trong hình bên phải biểu diễn một </a:t>
            </a:r>
            <a:r>
              <a:rPr lang="vi-VN" b="1"/>
              <a:t>ngưỡng cắt cụm</a:t>
            </a:r>
            <a:r>
              <a:rPr lang="vi-VN"/>
              <a:t> (cut-off threshold) – ví dụ ở mức 8, có thể chia dữ liệu thành 2 cụm.</a:t>
            </a:r>
          </a:p>
          <a:p>
            <a:endParaRPr lang="en-US"/>
          </a:p>
        </p:txBody>
      </p:sp>
      <p:sp>
        <p:nvSpPr>
          <p:cNvPr id="4" name="Slide Number Placeholder 3"/>
          <p:cNvSpPr>
            <a:spLocks noGrp="1"/>
          </p:cNvSpPr>
          <p:nvPr>
            <p:ph type="sldNum" sz="quarter" idx="5"/>
          </p:nvPr>
        </p:nvSpPr>
        <p:spPr/>
        <p:txBody>
          <a:bodyPr/>
          <a:lstStyle/>
          <a:p>
            <a:fld id="{72285261-8A64-4904-8A57-3BC38D7E30A2}" type="slidenum">
              <a:rPr lang="en-US" smtClean="0"/>
              <a:t>77</a:t>
            </a:fld>
            <a:endParaRPr lang="en-US"/>
          </a:p>
        </p:txBody>
      </p:sp>
    </p:spTree>
    <p:extLst>
      <p:ext uri="{BB962C8B-B14F-4D97-AF65-F5344CB8AC3E}">
        <p14:creationId xmlns:p14="http://schemas.microsoft.com/office/powerpoint/2010/main" val="38432769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5/16/2025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38100">
              <a:lnSpc>
                <a:spcPct val="100000"/>
              </a:lnSpc>
              <a:spcBef>
                <a:spcPts val="30"/>
              </a:spcBef>
            </a:pPr>
            <a:fld id="{81D60167-4931-47E6-BA6A-407CBD079E47}" type="slidenum">
              <a:rPr lang="en-US" spc="-25" smtClean="0"/>
              <a:t>‹#›</a:t>
            </a:fld>
            <a:endParaRPr lang="en-US" spc="-25" dirty="0"/>
          </a:p>
        </p:txBody>
      </p:sp>
    </p:spTree>
    <p:extLst>
      <p:ext uri="{BB962C8B-B14F-4D97-AF65-F5344CB8AC3E}">
        <p14:creationId xmlns:p14="http://schemas.microsoft.com/office/powerpoint/2010/main" val="14380554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algn="just">
              <a:defRPr>
                <a:latin typeface="Tahoma" panose="020B0604030504040204" pitchFamily="34" charset="0"/>
                <a:ea typeface="Tahoma" panose="020B0604030504040204" pitchFamily="34" charset="0"/>
                <a:cs typeface="Tahoma" panose="020B0604030504040204" pitchFamily="34" charset="0"/>
              </a:defRPr>
            </a:lvl1pPr>
            <a:lvl2pPr algn="just">
              <a:defRPr>
                <a:latin typeface="Tahoma" panose="020B0604030504040204" pitchFamily="34" charset="0"/>
                <a:ea typeface="Tahoma" panose="020B0604030504040204" pitchFamily="34" charset="0"/>
                <a:cs typeface="Tahoma" panose="020B0604030504040204" pitchFamily="34" charset="0"/>
              </a:defRPr>
            </a:lvl2pPr>
            <a:lvl3pPr algn="just">
              <a:defRPr>
                <a:latin typeface="Tahoma" panose="020B0604030504040204" pitchFamily="34" charset="0"/>
                <a:ea typeface="Tahoma" panose="020B0604030504040204" pitchFamily="34" charset="0"/>
                <a:cs typeface="Tahoma" panose="020B0604030504040204" pitchFamily="34" charset="0"/>
              </a:defRPr>
            </a:lvl3pPr>
            <a:lvl4pPr algn="just">
              <a:defRPr>
                <a:latin typeface="Tahoma" panose="020B0604030504040204" pitchFamily="34" charset="0"/>
                <a:ea typeface="Tahoma" panose="020B0604030504040204" pitchFamily="34" charset="0"/>
                <a:cs typeface="Tahoma" panose="020B0604030504040204" pitchFamily="34" charset="0"/>
              </a:defRPr>
            </a:lvl4pPr>
            <a:lvl5pPr algn="just">
              <a:defRPr>
                <a:latin typeface="Tahoma" panose="020B0604030504040204" pitchFamily="34" charset="0"/>
                <a:ea typeface="Tahoma" panose="020B0604030504040204" pitchFamily="34" charset="0"/>
                <a:cs typeface="Tahoma" panose="020B060403050404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38100">
              <a:lnSpc>
                <a:spcPct val="100000"/>
              </a:lnSpc>
              <a:spcBef>
                <a:spcPts val="30"/>
              </a:spcBef>
            </a:pPr>
            <a:fld id="{81D60167-4931-47E6-BA6A-407CBD079E47}" type="slidenum">
              <a:rPr lang="en-US" spc="-25" smtClean="0"/>
              <a:t>‹#›</a:t>
            </a:fld>
            <a:endParaRPr lang="en-US" spc="-25" dirty="0"/>
          </a:p>
        </p:txBody>
      </p:sp>
    </p:spTree>
    <p:extLst>
      <p:ext uri="{BB962C8B-B14F-4D97-AF65-F5344CB8AC3E}">
        <p14:creationId xmlns:p14="http://schemas.microsoft.com/office/powerpoint/2010/main" val="18541481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5/16/2025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38100">
              <a:lnSpc>
                <a:spcPct val="100000"/>
              </a:lnSpc>
              <a:spcBef>
                <a:spcPts val="30"/>
              </a:spcBef>
            </a:pPr>
            <a:fld id="{81D60167-4931-47E6-BA6A-407CBD079E47}" type="slidenum">
              <a:rPr lang="en-US" spc="-25" smtClean="0"/>
              <a:t>‹#›</a:t>
            </a:fld>
            <a:endParaRPr lang="en-US" spc="-25" dirty="0"/>
          </a:p>
        </p:txBody>
      </p:sp>
    </p:spTree>
    <p:extLst>
      <p:ext uri="{BB962C8B-B14F-4D97-AF65-F5344CB8AC3E}">
        <p14:creationId xmlns:p14="http://schemas.microsoft.com/office/powerpoint/2010/main" val="29131721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5/16/2025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38100">
              <a:lnSpc>
                <a:spcPct val="100000"/>
              </a:lnSpc>
              <a:spcBef>
                <a:spcPts val="30"/>
              </a:spcBef>
            </a:pPr>
            <a:fld id="{81D60167-4931-47E6-BA6A-407CBD079E47}" type="slidenum">
              <a:rPr lang="en-US" spc="-25" smtClean="0"/>
              <a:t>‹#›</a:t>
            </a:fld>
            <a:endParaRPr lang="en-US" spc="-25" dirty="0"/>
          </a:p>
        </p:txBody>
      </p:sp>
    </p:spTree>
    <p:extLst>
      <p:ext uri="{BB962C8B-B14F-4D97-AF65-F5344CB8AC3E}">
        <p14:creationId xmlns:p14="http://schemas.microsoft.com/office/powerpoint/2010/main" val="1847506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5/16/2025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38100">
              <a:lnSpc>
                <a:spcPct val="100000"/>
              </a:lnSpc>
              <a:spcBef>
                <a:spcPts val="30"/>
              </a:spcBef>
            </a:pPr>
            <a:fld id="{81D60167-4931-47E6-BA6A-407CBD079E47}" type="slidenum">
              <a:rPr lang="en-US" spc="-25" smtClean="0"/>
              <a:t>‹#›</a:t>
            </a:fld>
            <a:endParaRPr lang="en-US" spc="-25" dirty="0"/>
          </a:p>
        </p:txBody>
      </p:sp>
    </p:spTree>
    <p:extLst>
      <p:ext uri="{BB962C8B-B14F-4D97-AF65-F5344CB8AC3E}">
        <p14:creationId xmlns:p14="http://schemas.microsoft.com/office/powerpoint/2010/main" val="8258523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5/16/2025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38100">
              <a:lnSpc>
                <a:spcPct val="100000"/>
              </a:lnSpc>
              <a:spcBef>
                <a:spcPts val="30"/>
              </a:spcBef>
            </a:pPr>
            <a:fld id="{81D60167-4931-47E6-BA6A-407CBD079E47}" type="slidenum">
              <a:rPr lang="en-US" spc="-25" smtClean="0"/>
              <a:t>‹#›</a:t>
            </a:fld>
            <a:endParaRPr lang="en-US" spc="-25" dirty="0"/>
          </a:p>
        </p:txBody>
      </p:sp>
    </p:spTree>
    <p:extLst>
      <p:ext uri="{BB962C8B-B14F-4D97-AF65-F5344CB8AC3E}">
        <p14:creationId xmlns:p14="http://schemas.microsoft.com/office/powerpoint/2010/main" val="39759978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5/16/2025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38100">
              <a:lnSpc>
                <a:spcPct val="100000"/>
              </a:lnSpc>
              <a:spcBef>
                <a:spcPts val="30"/>
              </a:spcBef>
            </a:pPr>
            <a:fld id="{81D60167-4931-47E6-BA6A-407CBD079E47}" type="slidenum">
              <a:rPr lang="en-US" spc="-25" smtClean="0"/>
              <a:t>‹#›</a:t>
            </a:fld>
            <a:endParaRPr lang="en-US" spc="-25" dirty="0"/>
          </a:p>
        </p:txBody>
      </p:sp>
    </p:spTree>
    <p:extLst>
      <p:ext uri="{BB962C8B-B14F-4D97-AF65-F5344CB8AC3E}">
        <p14:creationId xmlns:p14="http://schemas.microsoft.com/office/powerpoint/2010/main" val="9427618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5/16/2025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38100">
              <a:lnSpc>
                <a:spcPct val="100000"/>
              </a:lnSpc>
              <a:spcBef>
                <a:spcPts val="30"/>
              </a:spcBef>
            </a:pPr>
            <a:fld id="{81D60167-4931-47E6-BA6A-407CBD079E47}" type="slidenum">
              <a:rPr lang="en-US" spc="-25" smtClean="0"/>
              <a:t>‹#›</a:t>
            </a:fld>
            <a:endParaRPr lang="en-US" spc="-25" dirty="0"/>
          </a:p>
        </p:txBody>
      </p:sp>
    </p:spTree>
    <p:extLst>
      <p:ext uri="{BB962C8B-B14F-4D97-AF65-F5344CB8AC3E}">
        <p14:creationId xmlns:p14="http://schemas.microsoft.com/office/powerpoint/2010/main" val="39399841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5/16/2025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38100">
              <a:lnSpc>
                <a:spcPct val="100000"/>
              </a:lnSpc>
              <a:spcBef>
                <a:spcPts val="30"/>
              </a:spcBef>
            </a:pPr>
            <a:fld id="{81D60167-4931-47E6-BA6A-407CBD079E47}" type="slidenum">
              <a:rPr lang="en-US" spc="-25" smtClean="0"/>
              <a:t>‹#›</a:t>
            </a:fld>
            <a:endParaRPr lang="en-US" spc="-25" dirty="0"/>
          </a:p>
        </p:txBody>
      </p:sp>
    </p:spTree>
    <p:extLst>
      <p:ext uri="{BB962C8B-B14F-4D97-AF65-F5344CB8AC3E}">
        <p14:creationId xmlns:p14="http://schemas.microsoft.com/office/powerpoint/2010/main" val="42609608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38100">
              <a:lnSpc>
                <a:spcPct val="100000"/>
              </a:lnSpc>
              <a:spcBef>
                <a:spcPts val="30"/>
              </a:spcBef>
            </a:pPr>
            <a:fld id="{81D60167-4931-47E6-BA6A-407CBD079E47}" type="slidenum">
              <a:rPr lang="en-US" spc="-25" smtClean="0"/>
              <a:t>‹#›</a:t>
            </a:fld>
            <a:endParaRPr lang="en-US" spc="-25" dirty="0"/>
          </a:p>
        </p:txBody>
      </p:sp>
    </p:spTree>
    <p:extLst>
      <p:ext uri="{BB962C8B-B14F-4D97-AF65-F5344CB8AC3E}">
        <p14:creationId xmlns:p14="http://schemas.microsoft.com/office/powerpoint/2010/main" val="19047888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38100">
              <a:lnSpc>
                <a:spcPct val="100000"/>
              </a:lnSpc>
              <a:spcBef>
                <a:spcPts val="30"/>
              </a:spcBef>
            </a:pPr>
            <a:fld id="{81D60167-4931-47E6-BA6A-407CBD079E47}" type="slidenum">
              <a:rPr lang="en-US" spc="-25" smtClean="0"/>
              <a:t>‹#›</a:t>
            </a:fld>
            <a:endParaRPr lang="en-US" spc="-25" dirty="0"/>
          </a:p>
        </p:txBody>
      </p:sp>
    </p:spTree>
    <p:extLst>
      <p:ext uri="{BB962C8B-B14F-4D97-AF65-F5344CB8AC3E}">
        <p14:creationId xmlns:p14="http://schemas.microsoft.com/office/powerpoint/2010/main" val="24887432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wo columns 1">
  <p:cSld name="Title and two columns 1">
    <p:bg>
      <p:bgPr>
        <a:solidFill>
          <a:schemeClr val="dk2"/>
        </a:solidFill>
        <a:effectLst/>
      </p:bgPr>
    </p:bg>
    <p:spTree>
      <p:nvGrpSpPr>
        <p:cNvPr id="1" name="Shape 1036"/>
        <p:cNvGrpSpPr/>
        <p:nvPr/>
      </p:nvGrpSpPr>
      <p:grpSpPr>
        <a:xfrm>
          <a:off x="0" y="0"/>
          <a:ext cx="0" cy="0"/>
          <a:chOff x="0" y="0"/>
          <a:chExt cx="0" cy="0"/>
        </a:xfrm>
      </p:grpSpPr>
      <p:sp>
        <p:nvSpPr>
          <p:cNvPr id="1106" name="Google Shape;1106;p18"/>
          <p:cNvSpPr txBox="1">
            <a:spLocks noGrp="1"/>
          </p:cNvSpPr>
          <p:nvPr>
            <p:ph type="title"/>
          </p:nvPr>
        </p:nvSpPr>
        <p:spPr>
          <a:xfrm>
            <a:off x="720000" y="593367"/>
            <a:ext cx="7704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highlight>
                  <a:schemeClr val="dk2"/>
                </a:highlight>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107" name="Google Shape;1107;p18"/>
          <p:cNvSpPr txBox="1">
            <a:spLocks noGrp="1"/>
          </p:cNvSpPr>
          <p:nvPr>
            <p:ph type="subTitle" idx="1"/>
          </p:nvPr>
        </p:nvSpPr>
        <p:spPr>
          <a:xfrm>
            <a:off x="4923076" y="3974433"/>
            <a:ext cx="2640000" cy="163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08" name="Google Shape;1108;p18"/>
          <p:cNvSpPr txBox="1">
            <a:spLocks noGrp="1"/>
          </p:cNvSpPr>
          <p:nvPr>
            <p:ph type="subTitle" idx="2"/>
          </p:nvPr>
        </p:nvSpPr>
        <p:spPr>
          <a:xfrm>
            <a:off x="1580900" y="3974433"/>
            <a:ext cx="2640000" cy="163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09" name="Google Shape;1109;p18"/>
          <p:cNvSpPr txBox="1">
            <a:spLocks noGrp="1"/>
          </p:cNvSpPr>
          <p:nvPr>
            <p:ph type="subTitle" idx="3"/>
          </p:nvPr>
        </p:nvSpPr>
        <p:spPr>
          <a:xfrm>
            <a:off x="1580905" y="3330833"/>
            <a:ext cx="2640000" cy="745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400" b="1">
                <a:solidFill>
                  <a:schemeClr val="accent1"/>
                </a:solidFill>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110" name="Google Shape;1110;p18"/>
          <p:cNvSpPr txBox="1">
            <a:spLocks noGrp="1"/>
          </p:cNvSpPr>
          <p:nvPr>
            <p:ph type="subTitle" idx="4"/>
          </p:nvPr>
        </p:nvSpPr>
        <p:spPr>
          <a:xfrm>
            <a:off x="4923082" y="3330833"/>
            <a:ext cx="2640000" cy="745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400" b="1">
                <a:solidFill>
                  <a:schemeClr val="accent1"/>
                </a:solidFill>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extLst>
      <p:ext uri="{BB962C8B-B14F-4D97-AF65-F5344CB8AC3E}">
        <p14:creationId xmlns:p14="http://schemas.microsoft.com/office/powerpoint/2010/main" val="27362871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ig number">
  <p:cSld name="Big number">
    <p:bg>
      <p:bgPr>
        <a:solidFill>
          <a:schemeClr val="dk2"/>
        </a:solidFill>
        <a:effectLst/>
      </p:bgPr>
    </p:bg>
    <p:spTree>
      <p:nvGrpSpPr>
        <p:cNvPr id="1" name="Shape 594"/>
        <p:cNvGrpSpPr/>
        <p:nvPr/>
      </p:nvGrpSpPr>
      <p:grpSpPr>
        <a:xfrm>
          <a:off x="0" y="0"/>
          <a:ext cx="0" cy="0"/>
          <a:chOff x="0" y="0"/>
          <a:chExt cx="0" cy="0"/>
        </a:xfrm>
      </p:grpSpPr>
      <p:sp>
        <p:nvSpPr>
          <p:cNvPr id="664" name="Google Shape;664;p11"/>
          <p:cNvSpPr txBox="1">
            <a:spLocks noGrp="1"/>
          </p:cNvSpPr>
          <p:nvPr>
            <p:ph type="title" hasCustomPrompt="1"/>
          </p:nvPr>
        </p:nvSpPr>
        <p:spPr>
          <a:xfrm>
            <a:off x="1284000" y="1456284"/>
            <a:ext cx="6576000" cy="1730000"/>
          </a:xfrm>
          <a:prstGeom prst="rect">
            <a:avLst/>
          </a:prstGeom>
        </p:spPr>
        <p:txBody>
          <a:bodyPr spcFirstLastPara="1" wrap="square" lIns="91425" tIns="91425" rIns="91425" bIns="91425" anchor="t" anchorCtr="0">
            <a:noAutofit/>
          </a:bodyPr>
          <a:lstStyle>
            <a:lvl1pPr lvl="0" algn="ctr">
              <a:spcBef>
                <a:spcPts val="0"/>
              </a:spcBef>
              <a:spcAft>
                <a:spcPts val="0"/>
              </a:spcAft>
              <a:buSzPts val="9600"/>
              <a:buNone/>
              <a:defRPr sz="7200">
                <a:solidFill>
                  <a:schemeClr val="accen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665" name="Google Shape;665;p11"/>
          <p:cNvSpPr txBox="1">
            <a:spLocks noGrp="1"/>
          </p:cNvSpPr>
          <p:nvPr>
            <p:ph type="subTitle" idx="1"/>
          </p:nvPr>
        </p:nvSpPr>
        <p:spPr>
          <a:xfrm>
            <a:off x="1284000" y="3262367"/>
            <a:ext cx="6576000" cy="662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600"/>
              <a:buNone/>
              <a:defRPr sz="1900">
                <a:highlight>
                  <a:schemeClr val="dk2"/>
                </a:highlight>
              </a:defRPr>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extLst>
      <p:ext uri="{BB962C8B-B14F-4D97-AF65-F5344CB8AC3E}">
        <p14:creationId xmlns:p14="http://schemas.microsoft.com/office/powerpoint/2010/main" val="26847853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bg>
      <p:bgPr>
        <a:solidFill>
          <a:schemeClr val="dk2"/>
        </a:solidFill>
        <a:effectLst/>
      </p:bgPr>
    </p:bg>
    <p:spTree>
      <p:nvGrpSpPr>
        <p:cNvPr id="1" name="Shape 520"/>
        <p:cNvGrpSpPr/>
        <p:nvPr/>
      </p:nvGrpSpPr>
      <p:grpSpPr>
        <a:xfrm>
          <a:off x="0" y="0"/>
          <a:ext cx="0" cy="0"/>
          <a:chOff x="0" y="0"/>
          <a:chExt cx="0" cy="0"/>
        </a:xfrm>
      </p:grpSpPr>
      <p:sp>
        <p:nvSpPr>
          <p:cNvPr id="590" name="Google Shape;590;p9"/>
          <p:cNvSpPr txBox="1">
            <a:spLocks noGrp="1"/>
          </p:cNvSpPr>
          <p:nvPr>
            <p:ph type="title"/>
          </p:nvPr>
        </p:nvSpPr>
        <p:spPr>
          <a:xfrm>
            <a:off x="2135550" y="1411451"/>
            <a:ext cx="4872900" cy="2619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500"/>
              <a:buNone/>
              <a:defRPr sz="9600">
                <a:solidFill>
                  <a:schemeClr val="accent1"/>
                </a:solidFill>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591" name="Google Shape;591;p9"/>
          <p:cNvSpPr txBox="1">
            <a:spLocks noGrp="1"/>
          </p:cNvSpPr>
          <p:nvPr>
            <p:ph type="subTitle" idx="1"/>
          </p:nvPr>
        </p:nvSpPr>
        <p:spPr>
          <a:xfrm>
            <a:off x="2135550" y="4085667"/>
            <a:ext cx="4872900" cy="894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22481841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4">
  <p:cSld name="Title and two columns 4">
    <p:bg>
      <p:bgPr>
        <a:solidFill>
          <a:schemeClr val="dk2"/>
        </a:solidFill>
        <a:effectLst/>
      </p:bgPr>
    </p:bg>
    <p:spTree>
      <p:nvGrpSpPr>
        <p:cNvPr id="1" name="Shape 1654"/>
        <p:cNvGrpSpPr/>
        <p:nvPr/>
      </p:nvGrpSpPr>
      <p:grpSpPr>
        <a:xfrm>
          <a:off x="0" y="0"/>
          <a:ext cx="0" cy="0"/>
          <a:chOff x="0" y="0"/>
          <a:chExt cx="0" cy="0"/>
        </a:xfrm>
      </p:grpSpPr>
      <p:sp>
        <p:nvSpPr>
          <p:cNvPr id="1724" name="Google Shape;1724;p26"/>
          <p:cNvSpPr txBox="1">
            <a:spLocks noGrp="1"/>
          </p:cNvSpPr>
          <p:nvPr>
            <p:ph type="title"/>
          </p:nvPr>
        </p:nvSpPr>
        <p:spPr>
          <a:xfrm>
            <a:off x="720000" y="593367"/>
            <a:ext cx="7704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725" name="Google Shape;1725;p26"/>
          <p:cNvSpPr txBox="1">
            <a:spLocks noGrp="1"/>
          </p:cNvSpPr>
          <p:nvPr>
            <p:ph type="subTitle" idx="1"/>
          </p:nvPr>
        </p:nvSpPr>
        <p:spPr>
          <a:xfrm>
            <a:off x="5761275" y="4380833"/>
            <a:ext cx="2640000" cy="157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726" name="Google Shape;1726;p26"/>
          <p:cNvSpPr txBox="1">
            <a:spLocks noGrp="1"/>
          </p:cNvSpPr>
          <p:nvPr>
            <p:ph type="subTitle" idx="2"/>
          </p:nvPr>
        </p:nvSpPr>
        <p:spPr>
          <a:xfrm>
            <a:off x="742700" y="2856833"/>
            <a:ext cx="2640000" cy="1576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727" name="Google Shape;1727;p26"/>
          <p:cNvSpPr txBox="1">
            <a:spLocks noGrp="1"/>
          </p:cNvSpPr>
          <p:nvPr>
            <p:ph type="subTitle" idx="3"/>
          </p:nvPr>
        </p:nvSpPr>
        <p:spPr>
          <a:xfrm>
            <a:off x="742711" y="2213233"/>
            <a:ext cx="2640000" cy="7452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Bebas Neue"/>
              <a:buNone/>
              <a:defRPr sz="2400" b="1">
                <a:solidFill>
                  <a:schemeClr val="accent1"/>
                </a:solidFill>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728" name="Google Shape;1728;p26"/>
          <p:cNvSpPr txBox="1">
            <a:spLocks noGrp="1"/>
          </p:cNvSpPr>
          <p:nvPr>
            <p:ph type="subTitle" idx="4"/>
          </p:nvPr>
        </p:nvSpPr>
        <p:spPr>
          <a:xfrm>
            <a:off x="5761289" y="3737233"/>
            <a:ext cx="2640000" cy="745200"/>
          </a:xfrm>
          <a:prstGeom prst="rect">
            <a:avLst/>
          </a:prstGeom>
        </p:spPr>
        <p:txBody>
          <a:bodyPr spcFirstLastPara="1" wrap="square" lIns="91425" tIns="91425" rIns="91425" bIns="91425" anchor="t" anchorCtr="0">
            <a:noAutofit/>
          </a:bodyPr>
          <a:lstStyle>
            <a:lvl1pPr lvl="0" algn="r" rtl="0">
              <a:spcBef>
                <a:spcPts val="0"/>
              </a:spcBef>
              <a:spcAft>
                <a:spcPts val="0"/>
              </a:spcAft>
              <a:buSzPts val="2400"/>
              <a:buFont typeface="Bebas Neue"/>
              <a:buNone/>
              <a:defRPr sz="2400" b="1">
                <a:solidFill>
                  <a:schemeClr val="accent1"/>
                </a:solidFill>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extLst>
      <p:ext uri="{BB962C8B-B14F-4D97-AF65-F5344CB8AC3E}">
        <p14:creationId xmlns:p14="http://schemas.microsoft.com/office/powerpoint/2010/main" val="36326835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D8BD707-D9CF-40AE-B4C6-C98DA3205C09}" type="datetimeFigureOut">
              <a:rPr lang="en-US" smtClean="0"/>
              <a:t>5/16/2025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marL="38100">
              <a:lnSpc>
                <a:spcPct val="100000"/>
              </a:lnSpc>
              <a:spcBef>
                <a:spcPts val="30"/>
              </a:spcBef>
            </a:pPr>
            <a:fld id="{81D60167-4931-47E6-BA6A-407CBD079E47}" type="slidenum">
              <a:rPr lang="en-US" spc="-25" smtClean="0"/>
              <a:t>‹#›</a:t>
            </a:fld>
            <a:endParaRPr lang="en-US" spc="-25" dirty="0"/>
          </a:p>
        </p:txBody>
      </p:sp>
    </p:spTree>
    <p:extLst>
      <p:ext uri="{BB962C8B-B14F-4D97-AF65-F5344CB8AC3E}">
        <p14:creationId xmlns:p14="http://schemas.microsoft.com/office/powerpoint/2010/main" val="788138730"/>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Lst>
  <p:txStyles>
    <p:titleStyle>
      <a:lvl1pPr algn="l" defTabSz="685800" rtl="0" eaLnBrk="1" latinLnBrk="0" hangingPunct="1">
        <a:lnSpc>
          <a:spcPct val="90000"/>
        </a:lnSpc>
        <a:spcBef>
          <a:spcPct val="0"/>
        </a:spcBef>
        <a:buNone/>
        <a:defRPr sz="3300" b="1" kern="1200">
          <a:solidFill>
            <a:srgbClr val="FF0000"/>
          </a:solidFill>
          <a:latin typeface="Tahoma" panose="020B0604030504040204" pitchFamily="34" charset="0"/>
          <a:ea typeface="Tahoma" panose="020B0604030504040204" pitchFamily="34" charset="0"/>
          <a:cs typeface="Tahoma" panose="020B0604030504040204" pitchFamily="34" charset="0"/>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6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26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26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26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26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jpg"/></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34.png"/></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3.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 Id="rId5" Type="http://schemas.openxmlformats.org/officeDocument/2006/relationships/image" Target="../media/image53.png"/><Relationship Id="rId4" Type="http://schemas.openxmlformats.org/officeDocument/2006/relationships/image" Target="../media/image52.png"/></Relationships>
</file>

<file path=ppt/slides/_rels/slide8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55.jpg"/><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6.xml"/></Relationships>
</file>

<file path=ppt/slides/_rels/slide97.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2" Type="http://schemas.openxmlformats.org/officeDocument/2006/relationships/image" Target="../media/image63.jpg"/><Relationship Id="rId1" Type="http://schemas.openxmlformats.org/officeDocument/2006/relationships/slideLayout" Target="../slideLayouts/slideLayout6.xml"/></Relationships>
</file>

<file path=ppt/slides/_rels/slide99.xml.rels><?xml version="1.0" encoding="UTF-8" standalone="yes"?>
<Relationships xmlns="http://schemas.openxmlformats.org/package/2006/relationships"><Relationship Id="rId2" Type="http://schemas.openxmlformats.org/officeDocument/2006/relationships/image" Target="../media/image63.jpg"/><Relationship Id="rId1" Type="http://schemas.openxmlformats.org/officeDocument/2006/relationships/slideLayout" Target="../slideLayouts/slideLayout6.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 Id="rId4" Type="http://schemas.openxmlformats.org/officeDocument/2006/relationships/image" Target="../media/image75.png"/></Relationships>
</file>

<file path=ppt/slides/_rels/slide129.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ctrTitle"/>
          </p:nvPr>
        </p:nvSpPr>
        <p:spPr/>
        <p:txBody>
          <a:bodyPr vert="horz" wrap="square" lIns="0" tIns="12700" rIns="0" bIns="0" rtlCol="0">
            <a:spAutoFit/>
          </a:bodyPr>
          <a:lstStyle/>
          <a:p>
            <a:r>
              <a:rPr lang="en-US" dirty="0" err="1"/>
              <a:t>Phân</a:t>
            </a:r>
            <a:r>
              <a:rPr lang="en-US" dirty="0"/>
              <a:t> </a:t>
            </a:r>
            <a:r>
              <a:rPr lang="en-US" dirty="0" err="1"/>
              <a:t>cụm</a:t>
            </a:r>
            <a:r>
              <a:rPr lang="en-US" dirty="0"/>
              <a:t> </a:t>
            </a:r>
            <a:r>
              <a:rPr lang="en-US" dirty="0" err="1"/>
              <a:t>dữ</a:t>
            </a:r>
            <a:r>
              <a:rPr lang="en-US" dirty="0"/>
              <a:t> </a:t>
            </a:r>
            <a:r>
              <a:rPr lang="en-US" dirty="0" err="1"/>
              <a:t>liệu</a:t>
            </a:r>
            <a:r>
              <a:rPr lang="en-US" dirty="0"/>
              <a:t> (Clustering)</a:t>
            </a:r>
          </a:p>
        </p:txBody>
      </p:sp>
      <p:sp>
        <p:nvSpPr>
          <p:cNvPr id="5" name="Subtitle 4">
            <a:extLst>
              <a:ext uri="{FF2B5EF4-FFF2-40B4-BE49-F238E27FC236}">
                <a16:creationId xmlns:a16="http://schemas.microsoft.com/office/drawing/2014/main" id="{951D872E-A382-4998-779D-FF2FA1814C3E}"/>
              </a:ext>
            </a:extLst>
          </p:cNvPr>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365126"/>
            <a:ext cx="7886700" cy="1325563"/>
          </a:xfrm>
        </p:spPr>
        <p:txBody>
          <a:bodyPr vert="horz" wrap="square" lIns="0" tIns="350446" rIns="0" bIns="0" rtlCol="0">
            <a:spAutoFit/>
          </a:bodyPr>
          <a:lstStyle/>
          <a:p>
            <a:r>
              <a:rPr lang="en-US" dirty="0"/>
              <a:t>Nội dung</a:t>
            </a:r>
          </a:p>
        </p:txBody>
      </p:sp>
      <p:sp>
        <p:nvSpPr>
          <p:cNvPr id="7" name="Content Placeholder 6">
            <a:extLst>
              <a:ext uri="{FF2B5EF4-FFF2-40B4-BE49-F238E27FC236}">
                <a16:creationId xmlns:a16="http://schemas.microsoft.com/office/drawing/2014/main" id="{87B14025-B898-B412-366A-07FA8198F81E}"/>
              </a:ext>
            </a:extLst>
          </p:cNvPr>
          <p:cNvSpPr>
            <a:spLocks noGrp="1"/>
          </p:cNvSpPr>
          <p:nvPr>
            <p:ph idx="1"/>
          </p:nvPr>
        </p:nvSpPr>
        <p:spPr/>
        <p:txBody>
          <a:bodyPr/>
          <a:lstStyle/>
          <a:p>
            <a:pPr marL="532765" indent="-520065">
              <a:lnSpc>
                <a:spcPct val="100000"/>
              </a:lnSpc>
              <a:spcBef>
                <a:spcPts val="560"/>
              </a:spcBef>
              <a:buAutoNum type="arabicPeriod"/>
              <a:tabLst>
                <a:tab pos="532765" algn="l"/>
              </a:tabLst>
            </a:pPr>
            <a:r>
              <a:rPr lang="en-US" sz="3200">
                <a:latin typeface="Tahoma" panose="020B0604030504040204" pitchFamily="34" charset="0"/>
                <a:ea typeface="Tahoma" panose="020B0604030504040204" pitchFamily="34" charset="0"/>
                <a:cs typeface="Tahoma" panose="020B0604030504040204" pitchFamily="34" charset="0"/>
              </a:rPr>
              <a:t>Giới thiệu, Bài toán, Dữ liệu</a:t>
            </a:r>
          </a:p>
          <a:p>
            <a:pPr marL="532765" indent="-520065">
              <a:lnSpc>
                <a:spcPct val="100000"/>
              </a:lnSpc>
              <a:spcBef>
                <a:spcPts val="459"/>
              </a:spcBef>
              <a:buAutoNum type="arabicPeriod"/>
              <a:tabLst>
                <a:tab pos="532765" algn="l"/>
              </a:tabLst>
            </a:pPr>
            <a:r>
              <a:rPr lang="en-US" sz="3200">
                <a:latin typeface="Tahoma" panose="020B0604030504040204" pitchFamily="34" charset="0"/>
                <a:ea typeface="Tahoma" panose="020B0604030504040204" pitchFamily="34" charset="0"/>
                <a:cs typeface="Tahoma" panose="020B0604030504040204" pitchFamily="34" charset="0"/>
              </a:rPr>
              <a:t>Độ đo </a:t>
            </a:r>
          </a:p>
          <a:p>
            <a:pPr marL="532765" indent="-520065">
              <a:lnSpc>
                <a:spcPct val="100000"/>
              </a:lnSpc>
              <a:spcBef>
                <a:spcPts val="459"/>
              </a:spcBef>
              <a:buAutoNum type="arabicPeriod"/>
              <a:tabLst>
                <a:tab pos="532765" algn="l"/>
              </a:tabLst>
            </a:pPr>
            <a:r>
              <a:rPr lang="en-US" sz="3200">
                <a:latin typeface="Tahoma" panose="020B0604030504040204" pitchFamily="34" charset="0"/>
                <a:ea typeface="Tahoma" panose="020B0604030504040204" pitchFamily="34" charset="0"/>
                <a:cs typeface="Tahoma" panose="020B0604030504040204" pitchFamily="34" charset="0"/>
              </a:rPr>
              <a:t>Kỹ thuật phân cụm</a:t>
            </a:r>
          </a:p>
          <a:p>
            <a:pPr marL="1028065" lvl="1" indent="-608965">
              <a:lnSpc>
                <a:spcPct val="100000"/>
              </a:lnSpc>
              <a:spcBef>
                <a:spcPts val="360"/>
              </a:spcBef>
              <a:buClr>
                <a:srgbClr val="558ED5"/>
              </a:buClr>
              <a:buSzPct val="75000"/>
              <a:buAutoNum type="arabicPeriod"/>
              <a:tabLst>
                <a:tab pos="1028065" algn="l"/>
              </a:tabLst>
            </a:pPr>
            <a:r>
              <a:rPr lang="en-US" sz="2800">
                <a:latin typeface="Tahoma" panose="020B0604030504040204" pitchFamily="34" charset="0"/>
                <a:ea typeface="Tahoma" panose="020B0604030504040204" pitchFamily="34" charset="0"/>
                <a:cs typeface="Tahoma" panose="020B0604030504040204" pitchFamily="34" charset="0"/>
              </a:rPr>
              <a:t>Phân hoạch</a:t>
            </a:r>
          </a:p>
          <a:p>
            <a:pPr marL="1028065" lvl="1" indent="-608965">
              <a:lnSpc>
                <a:spcPct val="100000"/>
              </a:lnSpc>
              <a:spcBef>
                <a:spcPts val="360"/>
              </a:spcBef>
              <a:buClr>
                <a:srgbClr val="558ED5"/>
              </a:buClr>
              <a:buSzPct val="75000"/>
              <a:buAutoNum type="arabicPeriod"/>
              <a:tabLst>
                <a:tab pos="1028065" algn="l"/>
              </a:tabLst>
            </a:pPr>
            <a:r>
              <a:rPr lang="en-US" sz="2800">
                <a:latin typeface="Tahoma" panose="020B0604030504040204" pitchFamily="34" charset="0"/>
                <a:ea typeface="Tahoma" panose="020B0604030504040204" pitchFamily="34" charset="0"/>
                <a:cs typeface="Tahoma" panose="020B0604030504040204" pitchFamily="34" charset="0"/>
              </a:rPr>
              <a:t>Phân cấp</a:t>
            </a:r>
          </a:p>
          <a:p>
            <a:pPr marL="1028065" lvl="1" indent="-608965">
              <a:lnSpc>
                <a:spcPct val="100000"/>
              </a:lnSpc>
              <a:spcBef>
                <a:spcPts val="360"/>
              </a:spcBef>
              <a:buClr>
                <a:srgbClr val="558ED5"/>
              </a:buClr>
              <a:buSzPct val="75000"/>
              <a:buAutoNum type="arabicPeriod"/>
              <a:tabLst>
                <a:tab pos="1028065" algn="l"/>
              </a:tabLst>
            </a:pPr>
            <a:r>
              <a:rPr lang="en-US" sz="2800">
                <a:latin typeface="Tahoma" panose="020B0604030504040204" pitchFamily="34" charset="0"/>
                <a:ea typeface="Tahoma" panose="020B0604030504040204" pitchFamily="34" charset="0"/>
                <a:cs typeface="Tahoma" panose="020B0604030504040204" pitchFamily="34" charset="0"/>
              </a:rPr>
              <a:t>Mật độ</a:t>
            </a:r>
          </a:p>
          <a:p>
            <a:endParaRPr lang="en-US"/>
          </a:p>
        </p:txBody>
      </p:sp>
      <p:sp>
        <p:nvSpPr>
          <p:cNvPr id="4" name="object 4"/>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365126"/>
            <a:ext cx="7886700" cy="1325563"/>
          </a:xfrm>
        </p:spPr>
        <p:txBody>
          <a:bodyPr vert="horz" wrap="square" lIns="0" tIns="350446" rIns="0" bIns="0" rtlCol="0">
            <a:spAutoFit/>
          </a:bodyPr>
          <a:lstStyle/>
          <a:p>
            <a:r>
              <a:rPr lang="en-US" dirty="0" err="1"/>
              <a:t>Gom</a:t>
            </a:r>
            <a:r>
              <a:rPr lang="en-US" dirty="0"/>
              <a:t> </a:t>
            </a:r>
            <a:r>
              <a:rPr lang="en-US" dirty="0" err="1"/>
              <a:t>cụm</a:t>
            </a:r>
            <a:endParaRPr lang="en-US" dirty="0"/>
          </a:p>
        </p:txBody>
      </p:sp>
      <p:sp>
        <p:nvSpPr>
          <p:cNvPr id="7" name="Content Placeholder 6">
            <a:extLst>
              <a:ext uri="{FF2B5EF4-FFF2-40B4-BE49-F238E27FC236}">
                <a16:creationId xmlns:a16="http://schemas.microsoft.com/office/drawing/2014/main" id="{D98A0C89-4A6A-D45D-A9E5-3C8A5FCE1E2B}"/>
              </a:ext>
            </a:extLst>
          </p:cNvPr>
          <p:cNvSpPr>
            <a:spLocks noGrp="1"/>
          </p:cNvSpPr>
          <p:nvPr>
            <p:ph idx="1"/>
          </p:nvPr>
        </p:nvSpPr>
        <p:spPr/>
        <p:txBody>
          <a:bodyPr/>
          <a:lstStyle/>
          <a:p>
            <a:r>
              <a:rPr lang="en-US" sz="2800">
                <a:solidFill>
                  <a:srgbClr val="FF0066"/>
                </a:solidFill>
                <a:latin typeface="Tahoma" panose="020B0604030504040204" pitchFamily="34" charset="0"/>
                <a:ea typeface="Tahoma" panose="020B0604030504040204" pitchFamily="34" charset="0"/>
                <a:cs typeface="Tahoma" panose="020B0604030504040204" pitchFamily="34" charset="0"/>
              </a:rPr>
              <a:t>PCDL là một kỹ thuật trong khai phá dữ liệu, nhằm tìm kiếm, phát hiện các cụm, các mẫu dữ liệu tự nhiên tiềm ẩn, quan tâm trong tập dữ liệu lớn, từ đó cung cấp thông tin, tri thức hữu ích cho ra quyết định.</a:t>
            </a:r>
            <a:endParaRPr lang="en-US" sz="2800">
              <a:latin typeface="Tahoma" panose="020B0604030504040204" pitchFamily="34" charset="0"/>
              <a:ea typeface="Tahoma" panose="020B0604030504040204" pitchFamily="34" charset="0"/>
              <a:cs typeface="Tahoma" panose="020B0604030504040204" pitchFamily="34" charset="0"/>
            </a:endParaRPr>
          </a:p>
          <a:p>
            <a:endParaRPr lang="en-US"/>
          </a:p>
        </p:txBody>
      </p:sp>
      <p:sp>
        <p:nvSpPr>
          <p:cNvPr id="4" name="object 4"/>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365126"/>
            <a:ext cx="7886700" cy="1325563"/>
          </a:xfrm>
        </p:spPr>
        <p:txBody>
          <a:bodyPr vert="horz" wrap="square" lIns="0" tIns="350446" rIns="0" bIns="0" rtlCol="0">
            <a:spAutoFit/>
          </a:bodyPr>
          <a:lstStyle/>
          <a:p>
            <a:r>
              <a:rPr lang="en-US" dirty="0"/>
              <a:t>Mục tiêu của phân cụm</a:t>
            </a:r>
          </a:p>
        </p:txBody>
      </p:sp>
      <p:sp>
        <p:nvSpPr>
          <p:cNvPr id="5" name="Content Placeholder 4">
            <a:extLst>
              <a:ext uri="{FF2B5EF4-FFF2-40B4-BE49-F238E27FC236}">
                <a16:creationId xmlns:a16="http://schemas.microsoft.com/office/drawing/2014/main" id="{8005DFAA-C0E3-3D9F-AC56-DBF58F46FF09}"/>
              </a:ext>
            </a:extLst>
          </p:cNvPr>
          <p:cNvSpPr>
            <a:spLocks noGrp="1"/>
          </p:cNvSpPr>
          <p:nvPr>
            <p:ph idx="1"/>
          </p:nvPr>
        </p:nvSpPr>
        <p:spPr>
          <a:xfrm>
            <a:off x="628650" y="1825625"/>
            <a:ext cx="7886700" cy="4351338"/>
          </a:xfrm>
        </p:spPr>
        <p:txBody>
          <a:bodyPr/>
          <a:lstStyle/>
          <a:p>
            <a:r>
              <a:rPr lang="en-US" dirty="0"/>
              <a:t>Chia </a:t>
            </a:r>
            <a:r>
              <a:rPr lang="en-US" dirty="0" err="1"/>
              <a:t>các</a:t>
            </a:r>
            <a:r>
              <a:rPr lang="en-US" dirty="0"/>
              <a:t> </a:t>
            </a:r>
            <a:r>
              <a:rPr lang="en-US" dirty="0" err="1"/>
              <a:t>đối</a:t>
            </a:r>
            <a:r>
              <a:rPr lang="en-US" dirty="0"/>
              <a:t> </a:t>
            </a:r>
            <a:r>
              <a:rPr lang="en-US" dirty="0" err="1"/>
              <a:t>tượng</a:t>
            </a:r>
            <a:r>
              <a:rPr lang="en-US" dirty="0"/>
              <a:t> </a:t>
            </a:r>
            <a:r>
              <a:rPr lang="en-US" dirty="0" err="1"/>
              <a:t>thành</a:t>
            </a:r>
            <a:r>
              <a:rPr lang="en-US" dirty="0"/>
              <a:t> </a:t>
            </a:r>
            <a:r>
              <a:rPr lang="en-US" dirty="0" err="1"/>
              <a:t>các</a:t>
            </a:r>
            <a:r>
              <a:rPr lang="en-US" dirty="0"/>
              <a:t> </a:t>
            </a:r>
            <a:r>
              <a:rPr lang="en-US" dirty="0" err="1"/>
              <a:t>cụm</a:t>
            </a:r>
            <a:r>
              <a:rPr lang="en-US" dirty="0"/>
              <a:t> </a:t>
            </a:r>
            <a:r>
              <a:rPr lang="en-US" dirty="0" err="1"/>
              <a:t>thuần</a:t>
            </a:r>
            <a:r>
              <a:rPr lang="en-US" dirty="0"/>
              <a:t> </a:t>
            </a:r>
            <a:r>
              <a:rPr lang="en-US" dirty="0" err="1"/>
              <a:t>nhất</a:t>
            </a:r>
            <a:r>
              <a:rPr lang="en-US" dirty="0"/>
              <a:t> </a:t>
            </a:r>
            <a:r>
              <a:rPr lang="en-US" dirty="0" err="1"/>
              <a:t>phân</a:t>
            </a:r>
            <a:r>
              <a:rPr lang="en-US" dirty="0"/>
              <a:t> </a:t>
            </a:r>
            <a:r>
              <a:rPr lang="en-US" dirty="0" err="1"/>
              <a:t>biệt</a:t>
            </a:r>
            <a:r>
              <a:rPr lang="en-US" dirty="0"/>
              <a:t> </a:t>
            </a:r>
            <a:r>
              <a:rPr lang="en-US" dirty="0" err="1"/>
              <a:t>với</a:t>
            </a:r>
            <a:r>
              <a:rPr lang="en-US" dirty="0"/>
              <a:t> </a:t>
            </a:r>
            <a:r>
              <a:rPr lang="en-US" dirty="0" err="1"/>
              <a:t>nhau</a:t>
            </a:r>
            <a:r>
              <a:rPr lang="en-US" dirty="0"/>
              <a:t>, </a:t>
            </a:r>
            <a:r>
              <a:rPr lang="en-US" dirty="0" err="1"/>
              <a:t>tức</a:t>
            </a:r>
            <a:r>
              <a:rPr lang="en-US" dirty="0"/>
              <a:t> </a:t>
            </a:r>
            <a:r>
              <a:rPr lang="en-US" dirty="0" err="1"/>
              <a:t>là</a:t>
            </a:r>
            <a:r>
              <a:rPr lang="en-US" dirty="0"/>
              <a:t> </a:t>
            </a:r>
            <a:r>
              <a:rPr lang="en-US" dirty="0" err="1"/>
              <a:t>các</a:t>
            </a:r>
            <a:r>
              <a:rPr lang="en-US" dirty="0"/>
              <a:t> </a:t>
            </a:r>
            <a:r>
              <a:rPr lang="en-US" dirty="0" err="1"/>
              <a:t>nhóm</a:t>
            </a:r>
            <a:r>
              <a:rPr lang="en-US" dirty="0"/>
              <a:t> </a:t>
            </a:r>
            <a:r>
              <a:rPr lang="en-US" dirty="0" err="1"/>
              <a:t>đối</a:t>
            </a:r>
            <a:r>
              <a:rPr lang="en-US" dirty="0"/>
              <a:t> </a:t>
            </a:r>
            <a:r>
              <a:rPr lang="en-US" dirty="0" err="1"/>
              <a:t>tượng</a:t>
            </a:r>
            <a:r>
              <a:rPr lang="en-US" dirty="0"/>
              <a:t> </a:t>
            </a:r>
            <a:r>
              <a:rPr lang="en-US" dirty="0" err="1"/>
              <a:t>thỏa</a:t>
            </a:r>
            <a:r>
              <a:rPr lang="en-US" dirty="0"/>
              <a:t> </a:t>
            </a:r>
            <a:r>
              <a:rPr lang="en-US" dirty="0" err="1"/>
              <a:t>mãn</a:t>
            </a:r>
            <a:endParaRPr lang="en-US" dirty="0"/>
          </a:p>
          <a:p>
            <a:pPr lvl="1"/>
            <a:r>
              <a:rPr lang="en-US" dirty="0" err="1"/>
              <a:t>Độ</a:t>
            </a:r>
            <a:r>
              <a:rPr lang="en-US" dirty="0"/>
              <a:t> </a:t>
            </a:r>
            <a:r>
              <a:rPr lang="en-US" dirty="0" err="1"/>
              <a:t>tương</a:t>
            </a:r>
            <a:r>
              <a:rPr lang="en-US" dirty="0"/>
              <a:t> </a:t>
            </a:r>
            <a:r>
              <a:rPr lang="en-US" dirty="0" err="1"/>
              <a:t>tự</a:t>
            </a:r>
            <a:r>
              <a:rPr lang="en-US" dirty="0"/>
              <a:t> </a:t>
            </a:r>
            <a:r>
              <a:rPr lang="en-US" dirty="0" err="1"/>
              <a:t>của</a:t>
            </a:r>
            <a:r>
              <a:rPr lang="en-US" dirty="0"/>
              <a:t> </a:t>
            </a:r>
            <a:r>
              <a:rPr lang="en-US" dirty="0" err="1"/>
              <a:t>các</a:t>
            </a:r>
            <a:r>
              <a:rPr lang="en-US" dirty="0"/>
              <a:t> </a:t>
            </a:r>
            <a:r>
              <a:rPr lang="en-US" dirty="0" err="1"/>
              <a:t>đối</a:t>
            </a:r>
            <a:r>
              <a:rPr lang="en-US" dirty="0"/>
              <a:t> </a:t>
            </a:r>
            <a:r>
              <a:rPr lang="en-US" dirty="0" err="1"/>
              <a:t>tượng</a:t>
            </a:r>
            <a:r>
              <a:rPr lang="en-US" dirty="0"/>
              <a:t> </a:t>
            </a:r>
            <a:r>
              <a:rPr lang="en-US" dirty="0" err="1"/>
              <a:t>trong</a:t>
            </a:r>
            <a:r>
              <a:rPr lang="en-US" dirty="0"/>
              <a:t> </a:t>
            </a:r>
            <a:r>
              <a:rPr lang="en-US" dirty="0" err="1"/>
              <a:t>cùng</a:t>
            </a:r>
            <a:r>
              <a:rPr lang="en-US" dirty="0"/>
              <a:t> </a:t>
            </a:r>
            <a:r>
              <a:rPr lang="en-US" dirty="0" err="1"/>
              <a:t>nhóm</a:t>
            </a:r>
            <a:r>
              <a:rPr lang="en-US" dirty="0"/>
              <a:t> </a:t>
            </a:r>
            <a:r>
              <a:rPr lang="en-US" dirty="0" err="1"/>
              <a:t>là</a:t>
            </a:r>
            <a:r>
              <a:rPr lang="en-US" dirty="0"/>
              <a:t> </a:t>
            </a:r>
            <a:r>
              <a:rPr lang="en-US" dirty="0" err="1"/>
              <a:t>cao</a:t>
            </a:r>
            <a:r>
              <a:rPr lang="en-US" dirty="0"/>
              <a:t> </a:t>
            </a:r>
            <a:r>
              <a:rPr lang="en-US" dirty="0" err="1"/>
              <a:t>nhất</a:t>
            </a:r>
            <a:r>
              <a:rPr lang="en-US" dirty="0"/>
              <a:t> </a:t>
            </a:r>
            <a:r>
              <a:rPr lang="en-US" dirty="0" err="1"/>
              <a:t>có</a:t>
            </a:r>
            <a:r>
              <a:rPr lang="en-US" dirty="0"/>
              <a:t> </a:t>
            </a:r>
            <a:r>
              <a:rPr lang="en-US" dirty="0" err="1"/>
              <a:t>thể</a:t>
            </a:r>
            <a:r>
              <a:rPr lang="en-US" dirty="0"/>
              <a:t> (</a:t>
            </a:r>
            <a:r>
              <a:rPr lang="en-US" dirty="0" err="1"/>
              <a:t>tiêu</a:t>
            </a:r>
            <a:r>
              <a:rPr lang="en-US" dirty="0"/>
              <a:t> </a:t>
            </a:r>
            <a:r>
              <a:rPr lang="en-US" dirty="0" err="1"/>
              <a:t>chuẩn</a:t>
            </a:r>
            <a:r>
              <a:rPr lang="en-US" dirty="0"/>
              <a:t> </a:t>
            </a:r>
            <a:r>
              <a:rPr lang="en-US" dirty="0" err="1"/>
              <a:t>liên</a:t>
            </a:r>
            <a:r>
              <a:rPr lang="en-US" dirty="0"/>
              <a:t> </a:t>
            </a:r>
            <a:r>
              <a:rPr lang="en-US" dirty="0" err="1"/>
              <a:t>kết</a:t>
            </a:r>
            <a:r>
              <a:rPr lang="en-US" dirty="0"/>
              <a:t> </a:t>
            </a:r>
            <a:r>
              <a:rPr lang="en-US" dirty="0" err="1"/>
              <a:t>chặt</a:t>
            </a:r>
            <a:r>
              <a:rPr lang="en-US" dirty="0"/>
              <a:t>)</a:t>
            </a:r>
          </a:p>
          <a:p>
            <a:pPr lvl="1"/>
            <a:r>
              <a:rPr lang="en-US" dirty="0"/>
              <a:t>Các </a:t>
            </a:r>
            <a:r>
              <a:rPr lang="en-US" dirty="0" err="1"/>
              <a:t>đối</a:t>
            </a:r>
            <a:r>
              <a:rPr lang="en-US" dirty="0"/>
              <a:t> </a:t>
            </a:r>
            <a:r>
              <a:rPr lang="en-US" dirty="0" err="1"/>
              <a:t>tượng</a:t>
            </a:r>
            <a:r>
              <a:rPr lang="en-US" dirty="0"/>
              <a:t> </a:t>
            </a:r>
            <a:r>
              <a:rPr lang="en-US" dirty="0" err="1"/>
              <a:t>trong</a:t>
            </a:r>
            <a:r>
              <a:rPr lang="en-US" dirty="0"/>
              <a:t> </a:t>
            </a:r>
            <a:r>
              <a:rPr lang="en-US" dirty="0" err="1"/>
              <a:t>các</a:t>
            </a:r>
            <a:r>
              <a:rPr lang="en-US" dirty="0"/>
              <a:t> </a:t>
            </a:r>
            <a:r>
              <a:rPr lang="en-US" dirty="0" err="1"/>
              <a:t>nhóm</a:t>
            </a:r>
            <a:r>
              <a:rPr lang="en-US" dirty="0"/>
              <a:t> </a:t>
            </a:r>
            <a:r>
              <a:rPr lang="en-US" dirty="0" err="1"/>
              <a:t>khác</a:t>
            </a:r>
            <a:r>
              <a:rPr lang="en-US" dirty="0"/>
              <a:t> </a:t>
            </a:r>
            <a:r>
              <a:rPr lang="en-US" dirty="0" err="1"/>
              <a:t>nhau</a:t>
            </a:r>
            <a:r>
              <a:rPr lang="en-US" dirty="0"/>
              <a:t> </a:t>
            </a:r>
            <a:r>
              <a:rPr lang="en-US" dirty="0" err="1"/>
              <a:t>phân</a:t>
            </a:r>
            <a:r>
              <a:rPr lang="en-US" dirty="0"/>
              <a:t> </a:t>
            </a:r>
            <a:r>
              <a:rPr lang="en-US" dirty="0" err="1"/>
              <a:t>biệt</a:t>
            </a:r>
            <a:r>
              <a:rPr lang="en-US" dirty="0"/>
              <a:t> </a:t>
            </a:r>
            <a:r>
              <a:rPr lang="en-US" dirty="0" err="1"/>
              <a:t>nhất</a:t>
            </a:r>
            <a:r>
              <a:rPr lang="en-US" dirty="0"/>
              <a:t> </a:t>
            </a:r>
            <a:r>
              <a:rPr lang="en-US" dirty="0" err="1"/>
              <a:t>có</a:t>
            </a:r>
            <a:r>
              <a:rPr lang="en-US" dirty="0"/>
              <a:t> </a:t>
            </a:r>
            <a:r>
              <a:rPr lang="en-US" dirty="0" err="1"/>
              <a:t>thể</a:t>
            </a:r>
            <a:r>
              <a:rPr lang="en-US" dirty="0"/>
              <a:t> (</a:t>
            </a:r>
            <a:r>
              <a:rPr lang="en-US" dirty="0" err="1"/>
              <a:t>tiêu</a:t>
            </a:r>
            <a:r>
              <a:rPr lang="en-US" dirty="0"/>
              <a:t> </a:t>
            </a:r>
            <a:r>
              <a:rPr lang="en-US" dirty="0" err="1"/>
              <a:t>chuẩn</a:t>
            </a:r>
            <a:r>
              <a:rPr lang="en-US" dirty="0"/>
              <a:t> </a:t>
            </a:r>
            <a:r>
              <a:rPr lang="en-US" dirty="0" err="1"/>
              <a:t>tách</a:t>
            </a:r>
            <a:r>
              <a:rPr lang="en-US" dirty="0"/>
              <a:t> </a:t>
            </a:r>
            <a:r>
              <a:rPr lang="en-US" dirty="0" err="1"/>
              <a:t>rời</a:t>
            </a:r>
            <a:r>
              <a:rPr lang="en-US" dirty="0"/>
              <a:t>)</a:t>
            </a:r>
          </a:p>
          <a:p>
            <a:r>
              <a:rPr lang="en-US" dirty="0" err="1"/>
              <a:t>Cần</a:t>
            </a:r>
            <a:r>
              <a:rPr lang="en-US" dirty="0"/>
              <a:t> </a:t>
            </a:r>
            <a:r>
              <a:rPr lang="en-US" dirty="0" err="1"/>
              <a:t>một</a:t>
            </a:r>
            <a:r>
              <a:rPr lang="en-US" dirty="0"/>
              <a:t> </a:t>
            </a:r>
            <a:r>
              <a:rPr lang="en-US" dirty="0" err="1"/>
              <a:t>độ</a:t>
            </a:r>
            <a:r>
              <a:rPr lang="en-US" dirty="0"/>
              <a:t> </a:t>
            </a:r>
            <a:r>
              <a:rPr lang="en-US" dirty="0" err="1"/>
              <a:t>đo</a:t>
            </a:r>
            <a:r>
              <a:rPr lang="en-US" dirty="0"/>
              <a:t> </a:t>
            </a:r>
            <a:r>
              <a:rPr lang="en-US" dirty="0" err="1"/>
              <a:t>đánh</a:t>
            </a:r>
            <a:r>
              <a:rPr lang="en-US" dirty="0"/>
              <a:t> </a:t>
            </a:r>
            <a:r>
              <a:rPr lang="en-US" dirty="0" err="1"/>
              <a:t>giá</a:t>
            </a:r>
            <a:r>
              <a:rPr lang="en-US" dirty="0"/>
              <a:t> </a:t>
            </a:r>
            <a:r>
              <a:rPr lang="en-US" dirty="0" err="1"/>
              <a:t>độ</a:t>
            </a:r>
            <a:r>
              <a:rPr lang="en-US" dirty="0"/>
              <a:t> </a:t>
            </a:r>
            <a:r>
              <a:rPr lang="en-US" dirty="0" err="1"/>
              <a:t>tường</a:t>
            </a:r>
            <a:r>
              <a:rPr lang="en-US" dirty="0"/>
              <a:t> </a:t>
            </a:r>
            <a:r>
              <a:rPr lang="en-US" dirty="0" err="1"/>
              <a:t>quan</a:t>
            </a:r>
            <a:r>
              <a:rPr lang="en-US" dirty="0"/>
              <a:t> hay </a:t>
            </a:r>
            <a:r>
              <a:rPr lang="en-US" dirty="0" err="1"/>
              <a:t>khác</a:t>
            </a:r>
            <a:r>
              <a:rPr lang="en-US" dirty="0"/>
              <a:t> </a:t>
            </a:r>
            <a:r>
              <a:rPr lang="en-US" dirty="0" err="1"/>
              <a:t>biệt</a:t>
            </a:r>
            <a:endParaRPr lang="en-US" dirty="0"/>
          </a:p>
        </p:txBody>
      </p:sp>
      <p:sp>
        <p:nvSpPr>
          <p:cNvPr id="4" name="object 4"/>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4</a:t>
            </a:fld>
            <a:endParaRPr lang="en-US" dirty="0"/>
          </a:p>
        </p:txBody>
      </p:sp>
      <p:pic>
        <p:nvPicPr>
          <p:cNvPr id="3" name="object 3"/>
          <p:cNvPicPr/>
          <p:nvPr/>
        </p:nvPicPr>
        <p:blipFill>
          <a:blip r:embed="rId2" cstate="print"/>
          <a:srcRect l="57300" t="27704"/>
          <a:stretch/>
        </p:blipFill>
        <p:spPr>
          <a:xfrm>
            <a:off x="2953667" y="4001294"/>
            <a:ext cx="3236666" cy="244895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diagram of a cluster&#10;&#10;Description automatically generated">
            <a:extLst>
              <a:ext uri="{FF2B5EF4-FFF2-40B4-BE49-F238E27FC236}">
                <a16:creationId xmlns:a16="http://schemas.microsoft.com/office/drawing/2014/main" id="{EF7100D7-714A-7876-0D9C-D296CB39E5DF}"/>
              </a:ext>
            </a:extLst>
          </p:cNvPr>
          <p:cNvPicPr>
            <a:picLocks noChangeAspect="1"/>
          </p:cNvPicPr>
          <p:nvPr/>
        </p:nvPicPr>
        <p:blipFill>
          <a:blip r:embed="rId2"/>
          <a:stretch>
            <a:fillRect/>
          </a:stretch>
        </p:blipFill>
        <p:spPr>
          <a:xfrm>
            <a:off x="1752600" y="3581400"/>
            <a:ext cx="5850805" cy="2362200"/>
          </a:xfrm>
          <a:prstGeom prst="rect">
            <a:avLst/>
          </a:prstGeom>
        </p:spPr>
      </p:pic>
      <p:sp>
        <p:nvSpPr>
          <p:cNvPr id="2" name="Title 1"/>
          <p:cNvSpPr>
            <a:spLocks noGrp="1"/>
          </p:cNvSpPr>
          <p:nvPr>
            <p:ph type="title"/>
          </p:nvPr>
        </p:nvSpPr>
        <p:spPr/>
        <p:txBody>
          <a:bodyPr/>
          <a:lstStyle/>
          <a:p>
            <a:r>
              <a:rPr lang="en-US" dirty="0" err="1"/>
              <a:t>Phân</a:t>
            </a:r>
            <a:r>
              <a:rPr lang="en-US" dirty="0"/>
              <a:t> </a:t>
            </a:r>
            <a:r>
              <a:rPr lang="en-US" dirty="0" err="1"/>
              <a:t>loại</a:t>
            </a:r>
            <a:endParaRPr lang="en-US" dirty="0"/>
          </a:p>
        </p:txBody>
      </p:sp>
      <p:sp>
        <p:nvSpPr>
          <p:cNvPr id="3" name="Content Placeholder 2"/>
          <p:cNvSpPr>
            <a:spLocks noGrp="1"/>
          </p:cNvSpPr>
          <p:nvPr>
            <p:ph idx="1"/>
          </p:nvPr>
        </p:nvSpPr>
        <p:spPr/>
        <p:txBody>
          <a:bodyPr/>
          <a:lstStyle/>
          <a:p>
            <a:r>
              <a:rPr lang="en-US" dirty="0" err="1"/>
              <a:t>Phân</a:t>
            </a:r>
            <a:r>
              <a:rPr lang="en-US" dirty="0"/>
              <a:t> </a:t>
            </a:r>
            <a:r>
              <a:rPr lang="en-US" dirty="0" err="1"/>
              <a:t>cụm</a:t>
            </a:r>
            <a:r>
              <a:rPr lang="en-US" dirty="0"/>
              <a:t> </a:t>
            </a:r>
            <a:r>
              <a:rPr lang="en-US" dirty="0" err="1"/>
              <a:t>dữ</a:t>
            </a:r>
            <a:r>
              <a:rPr lang="en-US" dirty="0"/>
              <a:t> </a:t>
            </a:r>
            <a:r>
              <a:rPr lang="en-US" dirty="0" err="1"/>
              <a:t>liệu</a:t>
            </a:r>
            <a:r>
              <a:rPr lang="en-US" dirty="0"/>
              <a:t> </a:t>
            </a:r>
            <a:r>
              <a:rPr lang="en-US" dirty="0" err="1"/>
              <a:t>cứng</a:t>
            </a:r>
            <a:r>
              <a:rPr lang="en-US" dirty="0"/>
              <a:t>:  </a:t>
            </a:r>
            <a:r>
              <a:rPr lang="vi-VN" dirty="0"/>
              <a:t>gán mỗi đối tượng vào một và chỉ một cụm</a:t>
            </a:r>
            <a:r>
              <a:rPr lang="en-US" dirty="0"/>
              <a:t>, </a:t>
            </a:r>
            <a:r>
              <a:rPr lang="vi-VN" dirty="0"/>
              <a:t>xác định rõ ranh giới giữa các cụm.</a:t>
            </a:r>
            <a:endParaRPr lang="en-US" dirty="0"/>
          </a:p>
          <a:p>
            <a:r>
              <a:rPr lang="en-US" dirty="0" err="1"/>
              <a:t>Phân</a:t>
            </a:r>
            <a:r>
              <a:rPr lang="en-US" dirty="0"/>
              <a:t> </a:t>
            </a:r>
            <a:r>
              <a:rPr lang="en-US" dirty="0" err="1"/>
              <a:t>cụm</a:t>
            </a:r>
            <a:r>
              <a:rPr lang="en-US" dirty="0"/>
              <a:t> </a:t>
            </a:r>
            <a:r>
              <a:rPr lang="en-US" dirty="0" err="1"/>
              <a:t>dữ</a:t>
            </a:r>
            <a:r>
              <a:rPr lang="en-US" dirty="0"/>
              <a:t> </a:t>
            </a:r>
            <a:r>
              <a:rPr lang="en-US" dirty="0" err="1"/>
              <a:t>liệu</a:t>
            </a:r>
            <a:r>
              <a:rPr lang="en-US" dirty="0"/>
              <a:t> </a:t>
            </a:r>
            <a:r>
              <a:rPr lang="en-US" dirty="0" err="1"/>
              <a:t>mềm</a:t>
            </a:r>
            <a:r>
              <a:rPr lang="en-US" dirty="0"/>
              <a:t>: </a:t>
            </a:r>
            <a:r>
              <a:rPr lang="vi-VN" dirty="0"/>
              <a:t>mỗi đối tượng có thể thuộc một hoặc nhiều cụm dữ liệu</a:t>
            </a:r>
            <a:r>
              <a:rPr lang="en-US" dirty="0"/>
              <a:t>.</a:t>
            </a:r>
          </a:p>
          <a:p>
            <a:endParaRPr lang="en-US" dirty="0"/>
          </a:p>
          <a:p>
            <a:endParaRPr lang="en-US" dirty="0"/>
          </a:p>
          <a:p>
            <a:endParaRPr lang="en-US" dirty="0"/>
          </a:p>
        </p:txBody>
      </p:sp>
    </p:spTree>
    <p:extLst>
      <p:ext uri="{BB962C8B-B14F-4D97-AF65-F5344CB8AC3E}">
        <p14:creationId xmlns:p14="http://schemas.microsoft.com/office/powerpoint/2010/main" val="13656329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628650" y="365126"/>
            <a:ext cx="7886700" cy="1325563"/>
          </a:xfrm>
        </p:spPr>
        <p:txBody>
          <a:bodyPr vert="horz" wrap="square" lIns="0" tIns="350446" rIns="0" bIns="0" rtlCol="0">
            <a:spAutoFit/>
          </a:bodyPr>
          <a:lstStyle/>
          <a:p>
            <a:r>
              <a:rPr lang="en-US" dirty="0"/>
              <a:t>Ứng dụng của </a:t>
            </a:r>
            <a:r>
              <a:rPr lang="en-US" dirty="0" err="1"/>
              <a:t>phân</a:t>
            </a:r>
            <a:r>
              <a:rPr lang="en-US" dirty="0"/>
              <a:t> </a:t>
            </a:r>
            <a:r>
              <a:rPr lang="en-US" dirty="0" err="1"/>
              <a:t>cụm</a:t>
            </a:r>
            <a:endParaRPr lang="en-US" dirty="0"/>
          </a:p>
        </p:txBody>
      </p:sp>
      <p:sp>
        <p:nvSpPr>
          <p:cNvPr id="5" name="Content Placeholder 4">
            <a:extLst>
              <a:ext uri="{FF2B5EF4-FFF2-40B4-BE49-F238E27FC236}">
                <a16:creationId xmlns:a16="http://schemas.microsoft.com/office/drawing/2014/main" id="{181B0820-528A-665A-1DBD-2B9D65FA2129}"/>
              </a:ext>
            </a:extLst>
          </p:cNvPr>
          <p:cNvSpPr>
            <a:spLocks noGrp="1"/>
          </p:cNvSpPr>
          <p:nvPr>
            <p:ph idx="1"/>
          </p:nvPr>
        </p:nvSpPr>
        <p:spPr>
          <a:xfrm>
            <a:off x="628650" y="1825625"/>
            <a:ext cx="7886700" cy="4351338"/>
          </a:xfrm>
        </p:spPr>
        <p:txBody>
          <a:bodyPr/>
          <a:lstStyle/>
          <a:p>
            <a:r>
              <a:rPr lang="en-US" dirty="0" err="1"/>
              <a:t>Hỗ</a:t>
            </a:r>
            <a:r>
              <a:rPr lang="en-US" dirty="0"/>
              <a:t> </a:t>
            </a:r>
            <a:r>
              <a:rPr lang="en-US" dirty="0" err="1"/>
              <a:t>trợ</a:t>
            </a:r>
            <a:r>
              <a:rPr lang="en-US" dirty="0"/>
              <a:t> </a:t>
            </a:r>
            <a:r>
              <a:rPr lang="en-US" dirty="0" err="1"/>
              <a:t>giai</a:t>
            </a:r>
            <a:r>
              <a:rPr lang="en-US" dirty="0"/>
              <a:t> </a:t>
            </a:r>
            <a:r>
              <a:rPr lang="en-US" dirty="0" err="1"/>
              <a:t>đoạn</a:t>
            </a:r>
            <a:r>
              <a:rPr lang="en-US" dirty="0"/>
              <a:t> </a:t>
            </a:r>
            <a:r>
              <a:rPr lang="en-US" dirty="0" err="1"/>
              <a:t>tiền</a:t>
            </a:r>
            <a:r>
              <a:rPr lang="en-US" dirty="0"/>
              <a:t> </a:t>
            </a:r>
            <a:r>
              <a:rPr lang="en-US" dirty="0" err="1"/>
              <a:t>xử</a:t>
            </a:r>
            <a:r>
              <a:rPr lang="en-US" dirty="0"/>
              <a:t> </a:t>
            </a:r>
            <a:r>
              <a:rPr lang="en-US" dirty="0" err="1"/>
              <a:t>lý</a:t>
            </a:r>
            <a:r>
              <a:rPr lang="en-US" dirty="0"/>
              <a:t> </a:t>
            </a:r>
            <a:r>
              <a:rPr lang="en-US" dirty="0" err="1"/>
              <a:t>dữ</a:t>
            </a:r>
            <a:r>
              <a:rPr lang="en-US" dirty="0"/>
              <a:t> </a:t>
            </a:r>
            <a:r>
              <a:rPr lang="en-US" dirty="0" err="1"/>
              <a:t>liệu</a:t>
            </a:r>
            <a:endParaRPr lang="en-US" dirty="0"/>
          </a:p>
          <a:p>
            <a:r>
              <a:rPr lang="en-US" dirty="0" err="1"/>
              <a:t>Mô</a:t>
            </a:r>
            <a:r>
              <a:rPr lang="en-US" dirty="0"/>
              <a:t> </a:t>
            </a:r>
            <a:r>
              <a:rPr lang="en-US" dirty="0" err="1"/>
              <a:t>tả</a:t>
            </a:r>
            <a:r>
              <a:rPr lang="en-US" dirty="0"/>
              <a:t> </a:t>
            </a:r>
            <a:r>
              <a:rPr lang="en-US" dirty="0" err="1"/>
              <a:t>sự</a:t>
            </a:r>
            <a:r>
              <a:rPr lang="en-US" dirty="0"/>
              <a:t> </a:t>
            </a:r>
            <a:r>
              <a:rPr lang="en-US" dirty="0" err="1"/>
              <a:t>phân</a:t>
            </a:r>
            <a:r>
              <a:rPr lang="en-US" dirty="0"/>
              <a:t> </a:t>
            </a:r>
            <a:r>
              <a:rPr lang="en-US" dirty="0" err="1"/>
              <a:t>bố</a:t>
            </a:r>
            <a:r>
              <a:rPr lang="en-US" dirty="0"/>
              <a:t> </a:t>
            </a:r>
            <a:r>
              <a:rPr lang="en-US" dirty="0" err="1"/>
              <a:t>của</a:t>
            </a:r>
            <a:r>
              <a:rPr lang="en-US" dirty="0"/>
              <a:t> </a:t>
            </a:r>
            <a:r>
              <a:rPr lang="en-US" dirty="0" err="1"/>
              <a:t>dữ</a:t>
            </a:r>
            <a:r>
              <a:rPr lang="en-US" dirty="0"/>
              <a:t> </a:t>
            </a:r>
            <a:r>
              <a:rPr lang="en-US" dirty="0" err="1"/>
              <a:t>liệu</a:t>
            </a:r>
            <a:endParaRPr lang="en-US" dirty="0"/>
          </a:p>
          <a:p>
            <a:r>
              <a:rPr lang="en-US" dirty="0" err="1"/>
              <a:t>Nhận</a:t>
            </a:r>
            <a:r>
              <a:rPr lang="en-US" dirty="0"/>
              <a:t> </a:t>
            </a:r>
            <a:r>
              <a:rPr lang="en-US" dirty="0" err="1"/>
              <a:t>dạng</a:t>
            </a:r>
            <a:r>
              <a:rPr lang="en-US" dirty="0"/>
              <a:t> </a:t>
            </a:r>
            <a:r>
              <a:rPr lang="en-US" dirty="0" err="1"/>
              <a:t>mẫu</a:t>
            </a:r>
            <a:endParaRPr lang="en-US" dirty="0"/>
          </a:p>
          <a:p>
            <a:r>
              <a:rPr lang="en-US" dirty="0" err="1"/>
              <a:t>Phân</a:t>
            </a:r>
            <a:r>
              <a:rPr lang="en-US" dirty="0"/>
              <a:t> </a:t>
            </a:r>
            <a:r>
              <a:rPr lang="en-US" dirty="0" err="1"/>
              <a:t>tích</a:t>
            </a:r>
            <a:r>
              <a:rPr lang="en-US" dirty="0"/>
              <a:t> </a:t>
            </a:r>
            <a:r>
              <a:rPr lang="en-US" dirty="0" err="1"/>
              <a:t>dữ</a:t>
            </a:r>
            <a:r>
              <a:rPr lang="en-US" dirty="0"/>
              <a:t> </a:t>
            </a:r>
            <a:r>
              <a:rPr lang="en-US" dirty="0" err="1"/>
              <a:t>liệu</a:t>
            </a:r>
            <a:r>
              <a:rPr lang="en-US" dirty="0"/>
              <a:t> </a:t>
            </a:r>
            <a:r>
              <a:rPr lang="en-US" dirty="0" err="1"/>
              <a:t>không</a:t>
            </a:r>
            <a:r>
              <a:rPr lang="en-US" dirty="0"/>
              <a:t> </a:t>
            </a:r>
            <a:r>
              <a:rPr lang="en-US" dirty="0" err="1"/>
              <a:t>gian</a:t>
            </a:r>
            <a:endParaRPr lang="en-US" dirty="0"/>
          </a:p>
          <a:p>
            <a:r>
              <a:rPr lang="en-US" dirty="0" err="1"/>
              <a:t>Xử</a:t>
            </a:r>
            <a:r>
              <a:rPr lang="en-US" dirty="0"/>
              <a:t>  </a:t>
            </a:r>
            <a:r>
              <a:rPr lang="en-US" dirty="0" err="1"/>
              <a:t>lý</a:t>
            </a:r>
            <a:r>
              <a:rPr lang="en-US" dirty="0"/>
              <a:t> </a:t>
            </a:r>
            <a:r>
              <a:rPr lang="en-US" dirty="0" err="1"/>
              <a:t>ảnh</a:t>
            </a:r>
            <a:endParaRPr lang="en-US" dirty="0"/>
          </a:p>
          <a:p>
            <a:r>
              <a:rPr lang="en-US" dirty="0" err="1"/>
              <a:t>Phân</a:t>
            </a:r>
            <a:r>
              <a:rPr lang="en-US" dirty="0"/>
              <a:t> </a:t>
            </a:r>
            <a:r>
              <a:rPr lang="en-US" dirty="0" err="1"/>
              <a:t>mảnh</a:t>
            </a:r>
            <a:r>
              <a:rPr lang="en-US" dirty="0"/>
              <a:t> </a:t>
            </a:r>
            <a:r>
              <a:rPr lang="en-US" dirty="0" err="1"/>
              <a:t>thị</a:t>
            </a:r>
            <a:r>
              <a:rPr lang="en-US" dirty="0"/>
              <a:t> </a:t>
            </a:r>
            <a:r>
              <a:rPr lang="en-US" dirty="0" err="1"/>
              <a:t>trường</a:t>
            </a:r>
            <a:endParaRPr lang="en-US" dirty="0"/>
          </a:p>
          <a:p>
            <a:r>
              <a:rPr lang="en-US" dirty="0" err="1"/>
              <a:t>Gom</a:t>
            </a:r>
            <a:r>
              <a:rPr lang="en-US" dirty="0"/>
              <a:t> </a:t>
            </a:r>
            <a:r>
              <a:rPr lang="en-US" dirty="0" err="1"/>
              <a:t>nhóm</a:t>
            </a:r>
            <a:r>
              <a:rPr lang="en-US" dirty="0"/>
              <a:t> </a:t>
            </a:r>
            <a:r>
              <a:rPr lang="en-US" dirty="0" err="1"/>
              <a:t>tài</a:t>
            </a:r>
            <a:r>
              <a:rPr lang="en-US" dirty="0"/>
              <a:t> </a:t>
            </a:r>
            <a:r>
              <a:rPr lang="en-US" dirty="0" err="1"/>
              <a:t>liệu</a:t>
            </a:r>
            <a:r>
              <a:rPr lang="en-US" dirty="0"/>
              <a:t> </a:t>
            </a:r>
            <a:r>
              <a:rPr lang="en-US" dirty="0" err="1"/>
              <a:t>có</a:t>
            </a:r>
            <a:r>
              <a:rPr lang="en-US" dirty="0"/>
              <a:t> </a:t>
            </a:r>
            <a:r>
              <a:rPr lang="en-US" dirty="0" err="1"/>
              <a:t>tính</a:t>
            </a:r>
            <a:r>
              <a:rPr lang="en-US" dirty="0"/>
              <a:t> </a:t>
            </a:r>
            <a:r>
              <a:rPr lang="en-US" dirty="0" err="1"/>
              <a:t>chất</a:t>
            </a:r>
            <a:r>
              <a:rPr lang="en-US" dirty="0"/>
              <a:t> </a:t>
            </a:r>
            <a:r>
              <a:rPr lang="en-US" dirty="0" err="1"/>
              <a:t>tương</a:t>
            </a:r>
            <a:r>
              <a:rPr lang="en-US" dirty="0"/>
              <a:t> </a:t>
            </a:r>
            <a:r>
              <a:rPr lang="en-US" dirty="0" err="1"/>
              <a:t>đồng</a:t>
            </a:r>
            <a:endParaRPr lang="en-US" dirty="0"/>
          </a:p>
          <a:p>
            <a:endParaRPr lang="en-US" dirty="0"/>
          </a:p>
        </p:txBody>
      </p:sp>
      <p:sp>
        <p:nvSpPr>
          <p:cNvPr id="4" name="object 4"/>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365126"/>
            <a:ext cx="7886700" cy="1325563"/>
          </a:xfrm>
        </p:spPr>
        <p:txBody>
          <a:bodyPr vert="horz" wrap="square" lIns="0" tIns="154866" rIns="0" bIns="0" rtlCol="0">
            <a:spAutoFit/>
          </a:bodyPr>
          <a:lstStyle/>
          <a:p>
            <a:r>
              <a:rPr lang="en-US" dirty="0" err="1"/>
              <a:t>Sự</a:t>
            </a:r>
            <a:r>
              <a:rPr lang="en-US" dirty="0"/>
              <a:t> </a:t>
            </a:r>
            <a:r>
              <a:rPr lang="en-US" dirty="0" err="1"/>
              <a:t>khác</a:t>
            </a:r>
            <a:r>
              <a:rPr lang="en-US" dirty="0"/>
              <a:t> </a:t>
            </a:r>
            <a:r>
              <a:rPr lang="en-US" dirty="0" err="1"/>
              <a:t>nhau</a:t>
            </a:r>
            <a:r>
              <a:rPr lang="en-US" dirty="0"/>
              <a:t> </a:t>
            </a:r>
            <a:r>
              <a:rPr lang="en-US" dirty="0" err="1"/>
              <a:t>của</a:t>
            </a:r>
            <a:r>
              <a:rPr lang="en-US" dirty="0"/>
              <a:t> </a:t>
            </a:r>
            <a:r>
              <a:rPr lang="en-US" dirty="0" err="1"/>
              <a:t>Phân</a:t>
            </a:r>
            <a:r>
              <a:rPr lang="en-US" dirty="0"/>
              <a:t> </a:t>
            </a:r>
            <a:r>
              <a:rPr lang="en-US" dirty="0" err="1"/>
              <a:t>cụm</a:t>
            </a:r>
            <a:r>
              <a:rPr lang="en-US" dirty="0"/>
              <a:t> </a:t>
            </a:r>
            <a:r>
              <a:rPr lang="en-US" dirty="0" err="1"/>
              <a:t>va</a:t>
            </a:r>
            <a:r>
              <a:rPr lang="en-US" dirty="0"/>
              <a:t>̀ </a:t>
            </a:r>
            <a:r>
              <a:rPr lang="en-US" dirty="0" err="1"/>
              <a:t>Phân</a:t>
            </a:r>
            <a:r>
              <a:rPr lang="en-US" dirty="0"/>
              <a:t> </a:t>
            </a:r>
            <a:r>
              <a:rPr lang="en-US" dirty="0" err="1"/>
              <a:t>lớp</a:t>
            </a:r>
            <a:endParaRPr lang="en-US" dirty="0"/>
          </a:p>
        </p:txBody>
      </p:sp>
      <p:sp>
        <p:nvSpPr>
          <p:cNvPr id="7" name="Content Placeholder 6">
            <a:extLst>
              <a:ext uri="{FF2B5EF4-FFF2-40B4-BE49-F238E27FC236}">
                <a16:creationId xmlns:a16="http://schemas.microsoft.com/office/drawing/2014/main" id="{5927758D-CD03-3FDB-8EBF-EAAED5C864A3}"/>
              </a:ext>
            </a:extLst>
          </p:cNvPr>
          <p:cNvSpPr>
            <a:spLocks noGrp="1"/>
          </p:cNvSpPr>
          <p:nvPr>
            <p:ph idx="1"/>
          </p:nvPr>
        </p:nvSpPr>
        <p:spPr/>
        <p:txBody>
          <a:bodyPr/>
          <a:lstStyle/>
          <a:p>
            <a:pPr marL="38100" indent="342265" algn="just">
              <a:lnSpc>
                <a:spcPts val="3329"/>
              </a:lnSpc>
              <a:spcBef>
                <a:spcPts val="100"/>
              </a:spcBef>
              <a:buFont typeface="Arial"/>
              <a:buChar char="•"/>
              <a:tabLst>
                <a:tab pos="380365" algn="l"/>
              </a:tabLst>
            </a:pPr>
            <a:r>
              <a:rPr lang="vi-VN" sz="2400">
                <a:latin typeface="Tahoma" panose="020B0604030504040204" pitchFamily="34" charset="0"/>
                <a:ea typeface="Tahoma" panose="020B0604030504040204" pitchFamily="34" charset="0"/>
                <a:cs typeface="Tahoma" panose="020B0604030504040204" pitchFamily="34" charset="0"/>
              </a:rPr>
              <a:t>Mục tiêu phân cụm: nhóm các đối tượng tương tự, nhờ đó phát hiện cấu trúc ẩn của dữ liệu.</a:t>
            </a:r>
          </a:p>
          <a:p>
            <a:pPr marL="381000" marR="207645" indent="-342900" algn="just">
              <a:lnSpc>
                <a:spcPct val="99700"/>
              </a:lnSpc>
              <a:spcBef>
                <a:spcPts val="750"/>
              </a:spcBef>
              <a:buFont typeface="Arial"/>
              <a:buChar char="•"/>
              <a:tabLst>
                <a:tab pos="381000" algn="l"/>
              </a:tabLst>
            </a:pPr>
            <a:r>
              <a:rPr lang="vi-VN" sz="2400">
                <a:latin typeface="Tahoma" panose="020B0604030504040204" pitchFamily="34" charset="0"/>
                <a:ea typeface="Tahoma" panose="020B0604030504040204" pitchFamily="34" charset="0"/>
                <a:cs typeface="Tahoma" panose="020B0604030504040204" pitchFamily="34" charset="0"/>
              </a:rPr>
              <a:t>Mục tiêu phân lớp: Trích rút các đặc trưng từ dữ liệu cho phép phân loại các phần tử mới vào các lớp đã xác định.</a:t>
            </a:r>
          </a:p>
          <a:p>
            <a:pPr marL="0" indent="0">
              <a:buNone/>
            </a:pPr>
            <a:endParaRPr lang="en-US"/>
          </a:p>
        </p:txBody>
      </p:sp>
      <p:sp>
        <p:nvSpPr>
          <p:cNvPr id="4" name="object 4"/>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7</a:t>
            </a:fld>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object 3"/>
          <p:cNvSpPr txBox="1">
            <a:spLocks noGrp="1"/>
          </p:cNvSpPr>
          <p:nvPr>
            <p:ph type="title"/>
          </p:nvPr>
        </p:nvSpPr>
        <p:spPr>
          <a:xfrm>
            <a:off x="628650" y="365126"/>
            <a:ext cx="7886700" cy="1325563"/>
          </a:xfrm>
        </p:spPr>
        <p:txBody>
          <a:bodyPr vert="horz" lIns="0" tIns="350446" rIns="0" bIns="0" rtlCol="0" anchor="b">
            <a:normAutofit/>
          </a:bodyPr>
          <a:lstStyle/>
          <a:p>
            <a:r>
              <a:rPr lang="en-US" dirty="0" err="1"/>
              <a:t>Sự</a:t>
            </a:r>
            <a:r>
              <a:rPr lang="en-US" dirty="0"/>
              <a:t> </a:t>
            </a:r>
            <a:r>
              <a:rPr lang="en-US" dirty="0" err="1"/>
              <a:t>khác</a:t>
            </a:r>
            <a:r>
              <a:rPr lang="en-US" dirty="0"/>
              <a:t> </a:t>
            </a:r>
            <a:r>
              <a:rPr lang="en-US" dirty="0" err="1"/>
              <a:t>nhau</a:t>
            </a:r>
            <a:r>
              <a:rPr lang="en-US" dirty="0"/>
              <a:t> </a:t>
            </a:r>
            <a:r>
              <a:rPr lang="en-US" dirty="0" err="1"/>
              <a:t>của</a:t>
            </a:r>
            <a:r>
              <a:rPr lang="en-US" dirty="0"/>
              <a:t> </a:t>
            </a:r>
            <a:r>
              <a:rPr lang="en-US" dirty="0" err="1"/>
              <a:t>Phân</a:t>
            </a:r>
            <a:r>
              <a:rPr lang="en-US" dirty="0"/>
              <a:t> </a:t>
            </a:r>
            <a:r>
              <a:rPr lang="en-US" dirty="0" err="1"/>
              <a:t>cụm</a:t>
            </a:r>
            <a:r>
              <a:rPr lang="en-US" dirty="0"/>
              <a:t> </a:t>
            </a:r>
            <a:r>
              <a:rPr lang="en-US" dirty="0" err="1"/>
              <a:t>va</a:t>
            </a:r>
            <a:r>
              <a:rPr lang="en-US" dirty="0"/>
              <a:t>̀ </a:t>
            </a:r>
            <a:r>
              <a:rPr lang="en-US" dirty="0" err="1"/>
              <a:t>Phân</a:t>
            </a:r>
            <a:r>
              <a:rPr lang="en-US" dirty="0"/>
              <a:t> </a:t>
            </a:r>
            <a:r>
              <a:rPr lang="en-US" dirty="0" err="1"/>
              <a:t>lớp</a:t>
            </a:r>
            <a:endParaRPr lang="en-US" dirty="0"/>
          </a:p>
        </p:txBody>
      </p:sp>
      <p:sp>
        <p:nvSpPr>
          <p:cNvPr id="5" name="Content Placeholder 4">
            <a:extLst>
              <a:ext uri="{FF2B5EF4-FFF2-40B4-BE49-F238E27FC236}">
                <a16:creationId xmlns:a16="http://schemas.microsoft.com/office/drawing/2014/main" id="{EDD41F99-B676-E606-21A5-214067EBA4F0}"/>
              </a:ext>
            </a:extLst>
          </p:cNvPr>
          <p:cNvSpPr>
            <a:spLocks noGrp="1"/>
          </p:cNvSpPr>
          <p:nvPr>
            <p:ph idx="1"/>
          </p:nvPr>
        </p:nvSpPr>
        <p:spPr>
          <a:xfrm>
            <a:off x="628650" y="1825625"/>
            <a:ext cx="7886700" cy="4351338"/>
          </a:xfrm>
        </p:spPr>
        <p:txBody>
          <a:bodyPr anchor="t">
            <a:normAutofit fontScale="92500" lnSpcReduction="20000"/>
          </a:bodyPr>
          <a:lstStyle/>
          <a:p>
            <a:r>
              <a:rPr lang="en-US" dirty="0"/>
              <a:t>Các </a:t>
            </a:r>
            <a:r>
              <a:rPr lang="en-US" dirty="0" err="1"/>
              <a:t>đối</a:t>
            </a:r>
            <a:r>
              <a:rPr lang="en-US" dirty="0"/>
              <a:t> </a:t>
            </a:r>
            <a:r>
              <a:rPr lang="en-US" dirty="0" err="1"/>
              <a:t>tượng</a:t>
            </a:r>
            <a:r>
              <a:rPr lang="en-US" dirty="0"/>
              <a:t> </a:t>
            </a:r>
            <a:r>
              <a:rPr lang="en-US" dirty="0" err="1"/>
              <a:t>được</a:t>
            </a:r>
            <a:r>
              <a:rPr lang="en-US" dirty="0"/>
              <a:t> </a:t>
            </a:r>
            <a:r>
              <a:rPr lang="en-US" dirty="0" err="1"/>
              <a:t>mô</a:t>
            </a:r>
            <a:r>
              <a:rPr lang="en-US" dirty="0"/>
              <a:t> </a:t>
            </a:r>
            <a:r>
              <a:rPr lang="en-US" dirty="0" err="1"/>
              <a:t>tả</a:t>
            </a:r>
            <a:r>
              <a:rPr lang="en-US" dirty="0"/>
              <a:t> </a:t>
            </a:r>
            <a:r>
              <a:rPr lang="en-US" dirty="0" err="1"/>
              <a:t>bởi</a:t>
            </a:r>
            <a:r>
              <a:rPr lang="en-US" dirty="0"/>
              <a:t> </a:t>
            </a:r>
            <a:r>
              <a:rPr lang="en-US" dirty="0" err="1"/>
              <a:t>một</a:t>
            </a:r>
            <a:r>
              <a:rPr lang="en-US" dirty="0"/>
              <a:t> </a:t>
            </a:r>
            <a:r>
              <a:rPr lang="en-US" dirty="0" err="1"/>
              <a:t>hoặc</a:t>
            </a:r>
            <a:r>
              <a:rPr lang="en-US" dirty="0"/>
              <a:t> </a:t>
            </a:r>
            <a:r>
              <a:rPr lang="en-US" dirty="0" err="1"/>
              <a:t>nhiều</a:t>
            </a:r>
            <a:r>
              <a:rPr lang="en-US" dirty="0"/>
              <a:t> </a:t>
            </a:r>
            <a:r>
              <a:rPr lang="en-US" dirty="0" err="1"/>
              <a:t>đặc</a:t>
            </a:r>
            <a:r>
              <a:rPr lang="en-US" dirty="0"/>
              <a:t> </a:t>
            </a:r>
            <a:r>
              <a:rPr lang="en-US" dirty="0" err="1"/>
              <a:t>trưng</a:t>
            </a:r>
            <a:r>
              <a:rPr lang="en-US" dirty="0"/>
              <a:t> (features)</a:t>
            </a:r>
          </a:p>
          <a:p>
            <a:r>
              <a:rPr lang="en-US" dirty="0" err="1"/>
              <a:t>Phân</a:t>
            </a:r>
            <a:r>
              <a:rPr lang="en-US" dirty="0"/>
              <a:t> </a:t>
            </a:r>
            <a:r>
              <a:rPr lang="en-US" dirty="0" err="1"/>
              <a:t>lớp</a:t>
            </a:r>
            <a:r>
              <a:rPr lang="en-US" dirty="0"/>
              <a:t> </a:t>
            </a:r>
          </a:p>
          <a:p>
            <a:pPr lvl="1"/>
            <a:r>
              <a:rPr lang="en-US" dirty="0" err="1"/>
              <a:t>Dữ</a:t>
            </a:r>
            <a:r>
              <a:rPr lang="en-US" dirty="0"/>
              <a:t> </a:t>
            </a:r>
            <a:r>
              <a:rPr lang="en-US" dirty="0" err="1"/>
              <a:t>liệu</a:t>
            </a:r>
            <a:r>
              <a:rPr lang="en-US" dirty="0"/>
              <a:t> </a:t>
            </a:r>
            <a:r>
              <a:rPr lang="en-US" dirty="0" err="1"/>
              <a:t>có</a:t>
            </a:r>
            <a:r>
              <a:rPr lang="en-US" dirty="0"/>
              <a:t> </a:t>
            </a:r>
            <a:r>
              <a:rPr lang="en-US" dirty="0" err="1"/>
              <a:t>nhãn</a:t>
            </a:r>
            <a:endParaRPr lang="en-US" dirty="0"/>
          </a:p>
          <a:p>
            <a:pPr lvl="1"/>
            <a:r>
              <a:rPr lang="en-US" dirty="0" err="1"/>
              <a:t>Xây</a:t>
            </a:r>
            <a:r>
              <a:rPr lang="en-US" dirty="0"/>
              <a:t> </a:t>
            </a:r>
            <a:r>
              <a:rPr lang="en-US" dirty="0" err="1"/>
              <a:t>dựng</a:t>
            </a:r>
            <a:r>
              <a:rPr lang="en-US" dirty="0"/>
              <a:t> </a:t>
            </a:r>
            <a:r>
              <a:rPr lang="en-US" dirty="0" err="1"/>
              <a:t>mô</a:t>
            </a:r>
            <a:r>
              <a:rPr lang="en-US" dirty="0"/>
              <a:t> </a:t>
            </a:r>
            <a:r>
              <a:rPr lang="en-US" dirty="0" err="1"/>
              <a:t>hình</a:t>
            </a:r>
            <a:r>
              <a:rPr lang="en-US" dirty="0"/>
              <a:t> </a:t>
            </a:r>
            <a:r>
              <a:rPr lang="en-US" dirty="0" err="1"/>
              <a:t>giúp</a:t>
            </a:r>
            <a:r>
              <a:rPr lang="en-US" dirty="0"/>
              <a:t> </a:t>
            </a:r>
            <a:r>
              <a:rPr lang="en-US" dirty="0" err="1"/>
              <a:t>gán</a:t>
            </a:r>
            <a:r>
              <a:rPr lang="en-US" dirty="0"/>
              <a:t> </a:t>
            </a:r>
            <a:r>
              <a:rPr lang="en-US" dirty="0" err="1"/>
              <a:t>nhãn</a:t>
            </a:r>
            <a:r>
              <a:rPr lang="en-US" dirty="0"/>
              <a:t> chin </a:t>
            </a:r>
            <a:r>
              <a:rPr lang="en-US" dirty="0" err="1"/>
              <a:t>xác</a:t>
            </a:r>
            <a:r>
              <a:rPr lang="en-US" dirty="0"/>
              <a:t> </a:t>
            </a:r>
            <a:r>
              <a:rPr lang="en-US" dirty="0" err="1"/>
              <a:t>cho</a:t>
            </a:r>
            <a:r>
              <a:rPr lang="en-US" dirty="0"/>
              <a:t> </a:t>
            </a:r>
            <a:r>
              <a:rPr lang="en-US" dirty="0" err="1"/>
              <a:t>dữ</a:t>
            </a:r>
            <a:r>
              <a:rPr lang="en-US" dirty="0"/>
              <a:t> </a:t>
            </a:r>
            <a:r>
              <a:rPr lang="en-US" dirty="0" err="1"/>
              <a:t>liệu</a:t>
            </a:r>
            <a:r>
              <a:rPr lang="en-US" dirty="0"/>
              <a:t> </a:t>
            </a:r>
            <a:r>
              <a:rPr lang="en-US" dirty="0" err="1"/>
              <a:t>mới</a:t>
            </a:r>
            <a:r>
              <a:rPr lang="en-US" dirty="0"/>
              <a:t>.</a:t>
            </a:r>
          </a:p>
          <a:p>
            <a:pPr lvl="1"/>
            <a:r>
              <a:rPr lang="en-US" dirty="0" err="1"/>
              <a:t>Chọn</a:t>
            </a:r>
            <a:r>
              <a:rPr lang="en-US" dirty="0"/>
              <a:t> </a:t>
            </a:r>
            <a:r>
              <a:rPr lang="en-US" dirty="0" err="1"/>
              <a:t>đặc</a:t>
            </a:r>
            <a:r>
              <a:rPr lang="en-US" dirty="0"/>
              <a:t> </a:t>
            </a:r>
            <a:r>
              <a:rPr lang="en-US" dirty="0" err="1"/>
              <a:t>trưng</a:t>
            </a:r>
            <a:endParaRPr lang="en-US" dirty="0"/>
          </a:p>
          <a:p>
            <a:pPr lvl="1"/>
            <a:r>
              <a:rPr lang="en-US" dirty="0" err="1"/>
              <a:t>Xác</a:t>
            </a:r>
            <a:r>
              <a:rPr lang="en-US" dirty="0"/>
              <a:t> </a:t>
            </a:r>
            <a:r>
              <a:rPr lang="en-US" dirty="0" err="1"/>
              <a:t>định</a:t>
            </a:r>
            <a:r>
              <a:rPr lang="en-US" dirty="0"/>
              <a:t> </a:t>
            </a:r>
            <a:r>
              <a:rPr lang="en-US" dirty="0" err="1"/>
              <a:t>độ</a:t>
            </a:r>
            <a:r>
              <a:rPr lang="en-US" dirty="0"/>
              <a:t> </a:t>
            </a:r>
            <a:r>
              <a:rPr lang="en-US" dirty="0" err="1"/>
              <a:t>đo</a:t>
            </a:r>
            <a:r>
              <a:rPr lang="en-US" dirty="0"/>
              <a:t> (</a:t>
            </a:r>
            <a:r>
              <a:rPr lang="en-US" dirty="0" err="1"/>
              <a:t>độ</a:t>
            </a:r>
            <a:r>
              <a:rPr lang="en-US" dirty="0"/>
              <a:t> </a:t>
            </a:r>
            <a:r>
              <a:rPr lang="en-US" dirty="0" err="1"/>
              <a:t>chính</a:t>
            </a:r>
            <a:r>
              <a:rPr lang="en-US" dirty="0"/>
              <a:t> </a:t>
            </a:r>
            <a:r>
              <a:rPr lang="en-US" dirty="0" err="1"/>
              <a:t>xác</a:t>
            </a:r>
            <a:r>
              <a:rPr lang="en-US" dirty="0"/>
              <a:t> </a:t>
            </a:r>
            <a:r>
              <a:rPr lang="en-US" dirty="0" err="1"/>
              <a:t>phân</a:t>
            </a:r>
            <a:r>
              <a:rPr lang="en-US" dirty="0"/>
              <a:t> </a:t>
            </a:r>
            <a:r>
              <a:rPr lang="en-US" dirty="0" err="1"/>
              <a:t>lớp</a:t>
            </a:r>
            <a:r>
              <a:rPr lang="en-US" dirty="0"/>
              <a:t>)</a:t>
            </a:r>
          </a:p>
          <a:p>
            <a:r>
              <a:rPr lang="en-US" dirty="0" err="1"/>
              <a:t>Phân</a:t>
            </a:r>
            <a:r>
              <a:rPr lang="en-US" dirty="0"/>
              <a:t> </a:t>
            </a:r>
            <a:r>
              <a:rPr lang="en-US" dirty="0" err="1"/>
              <a:t>cụm</a:t>
            </a:r>
            <a:r>
              <a:rPr lang="en-US" dirty="0"/>
              <a:t> </a:t>
            </a:r>
          </a:p>
          <a:p>
            <a:pPr lvl="1"/>
            <a:r>
              <a:rPr lang="en-US" dirty="0" err="1"/>
              <a:t>Không</a:t>
            </a:r>
            <a:r>
              <a:rPr lang="en-US" dirty="0"/>
              <a:t> </a:t>
            </a:r>
            <a:r>
              <a:rPr lang="en-US" dirty="0" err="1"/>
              <a:t>có</a:t>
            </a:r>
            <a:r>
              <a:rPr lang="en-US" dirty="0"/>
              <a:t> </a:t>
            </a:r>
            <a:r>
              <a:rPr lang="en-US" dirty="0" err="1"/>
              <a:t>nhãn</a:t>
            </a:r>
            <a:r>
              <a:rPr lang="en-US" dirty="0"/>
              <a:t> </a:t>
            </a:r>
            <a:r>
              <a:rPr lang="en-US" dirty="0" err="1"/>
              <a:t>sẳn</a:t>
            </a:r>
            <a:endParaRPr lang="en-US" dirty="0"/>
          </a:p>
          <a:p>
            <a:pPr lvl="1"/>
            <a:r>
              <a:rPr lang="en-US" dirty="0" err="1"/>
              <a:t>Nhóm</a:t>
            </a:r>
            <a:r>
              <a:rPr lang="en-US" dirty="0"/>
              <a:t> </a:t>
            </a:r>
            <a:r>
              <a:rPr lang="en-US" dirty="0" err="1"/>
              <a:t>các</a:t>
            </a:r>
            <a:r>
              <a:rPr lang="en-US" dirty="0"/>
              <a:t> </a:t>
            </a:r>
            <a:r>
              <a:rPr lang="en-US" dirty="0" err="1"/>
              <a:t>điểm</a:t>
            </a:r>
            <a:r>
              <a:rPr lang="en-US" dirty="0"/>
              <a:t> </a:t>
            </a:r>
            <a:r>
              <a:rPr lang="en-US" dirty="0" err="1"/>
              <a:t>dữ</a:t>
            </a:r>
            <a:r>
              <a:rPr lang="en-US" dirty="0"/>
              <a:t> </a:t>
            </a:r>
            <a:r>
              <a:rPr lang="en-US" dirty="0" err="1"/>
              <a:t>liệu</a:t>
            </a:r>
            <a:r>
              <a:rPr lang="en-US" dirty="0"/>
              <a:t> </a:t>
            </a:r>
            <a:r>
              <a:rPr lang="en-US" dirty="0" err="1"/>
              <a:t>vào</a:t>
            </a:r>
            <a:r>
              <a:rPr lang="en-US" dirty="0"/>
              <a:t> </a:t>
            </a:r>
            <a:r>
              <a:rPr lang="en-US" dirty="0" err="1"/>
              <a:t>cụm</a:t>
            </a:r>
            <a:r>
              <a:rPr lang="en-US" dirty="0"/>
              <a:t> </a:t>
            </a:r>
            <a:r>
              <a:rPr lang="en-US" dirty="0" err="1"/>
              <a:t>dựa</a:t>
            </a:r>
            <a:r>
              <a:rPr lang="en-US" dirty="0"/>
              <a:t> </a:t>
            </a:r>
            <a:r>
              <a:rPr lang="en-US" dirty="0" err="1"/>
              <a:t>trên</a:t>
            </a:r>
            <a:r>
              <a:rPr lang="en-US" dirty="0"/>
              <a:t> </a:t>
            </a:r>
            <a:r>
              <a:rPr lang="en-US" dirty="0" err="1"/>
              <a:t>độ</a:t>
            </a:r>
            <a:r>
              <a:rPr lang="en-US" dirty="0"/>
              <a:t> </a:t>
            </a:r>
            <a:r>
              <a:rPr lang="en-US" dirty="0" err="1"/>
              <a:t>tương</a:t>
            </a:r>
            <a:r>
              <a:rPr lang="en-US" dirty="0"/>
              <a:t> </a:t>
            </a:r>
            <a:r>
              <a:rPr lang="en-US" dirty="0" err="1"/>
              <a:t>tự</a:t>
            </a:r>
            <a:r>
              <a:rPr lang="en-US" dirty="0"/>
              <a:t> (</a:t>
            </a:r>
            <a:r>
              <a:rPr lang="en-US" dirty="0" err="1"/>
              <a:t>giống</a:t>
            </a:r>
            <a:r>
              <a:rPr lang="en-US" dirty="0"/>
              <a:t> </a:t>
            </a:r>
            <a:r>
              <a:rPr lang="en-US" dirty="0" err="1"/>
              <a:t>nhau</a:t>
            </a:r>
            <a:r>
              <a:rPr lang="en-US" dirty="0"/>
              <a:t> </a:t>
            </a:r>
            <a:r>
              <a:rPr lang="en-US" dirty="0" err="1"/>
              <a:t>của</a:t>
            </a:r>
            <a:r>
              <a:rPr lang="en-US" dirty="0"/>
              <a:t> </a:t>
            </a:r>
            <a:r>
              <a:rPr lang="en-US" dirty="0" err="1"/>
              <a:t>chúng</a:t>
            </a:r>
            <a:r>
              <a:rPr lang="en-US" dirty="0"/>
              <a:t>)</a:t>
            </a:r>
          </a:p>
          <a:p>
            <a:pPr lvl="1"/>
            <a:r>
              <a:rPr lang="en-US" dirty="0" err="1"/>
              <a:t>Độ</a:t>
            </a:r>
            <a:r>
              <a:rPr lang="en-US" dirty="0"/>
              <a:t> </a:t>
            </a:r>
            <a:r>
              <a:rPr lang="en-US" dirty="0" err="1"/>
              <a:t>đo</a:t>
            </a:r>
            <a:r>
              <a:rPr lang="en-US" dirty="0"/>
              <a:t>: </a:t>
            </a:r>
            <a:r>
              <a:rPr lang="en-US" dirty="0" err="1"/>
              <a:t>các</a:t>
            </a:r>
            <a:r>
              <a:rPr lang="en-US" dirty="0"/>
              <a:t> </a:t>
            </a:r>
            <a:r>
              <a:rPr lang="en-US" dirty="0" err="1"/>
              <a:t>đặc</a:t>
            </a:r>
            <a:r>
              <a:rPr lang="en-US" dirty="0"/>
              <a:t> </a:t>
            </a:r>
            <a:r>
              <a:rPr lang="en-US" dirty="0" err="1"/>
              <a:t>trưng</a:t>
            </a:r>
            <a:r>
              <a:rPr lang="en-US" dirty="0"/>
              <a:t> </a:t>
            </a:r>
            <a:r>
              <a:rPr lang="en-US" dirty="0" err="1"/>
              <a:t>kiểm</a:t>
            </a:r>
            <a:r>
              <a:rPr lang="en-US" dirty="0"/>
              <a:t> </a:t>
            </a:r>
            <a:r>
              <a:rPr lang="en-US" dirty="0" err="1"/>
              <a:t>chứng</a:t>
            </a:r>
            <a:r>
              <a:rPr lang="en-US" dirty="0"/>
              <a:t> </a:t>
            </a:r>
            <a:r>
              <a:rPr lang="en-US" dirty="0" err="1"/>
              <a:t>độc</a:t>
            </a:r>
            <a:r>
              <a:rPr lang="en-US" dirty="0"/>
              <a:t> </a:t>
            </a:r>
            <a:r>
              <a:rPr lang="en-US" dirty="0" err="1"/>
              <a:t>lập</a:t>
            </a:r>
            <a:endParaRPr lang="en-US" dirty="0"/>
          </a:p>
          <a:p>
            <a:endParaRPr lang="en-US" dirty="0"/>
          </a:p>
        </p:txBody>
      </p:sp>
      <p:pic>
        <p:nvPicPr>
          <p:cNvPr id="2" name="object 2"/>
          <p:cNvPicPr/>
          <p:nvPr/>
        </p:nvPicPr>
        <p:blipFill>
          <a:blip r:embed="rId2" cstate="print"/>
          <a:srcRect l="65355" t="12578" r="5598" b="15360"/>
          <a:stretch/>
        </p:blipFill>
        <p:spPr>
          <a:xfrm>
            <a:off x="4454047" y="741391"/>
            <a:ext cx="3365424" cy="538452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50446" rIns="0" bIns="0" rtlCol="0">
            <a:spAutoFit/>
          </a:bodyPr>
          <a:lstStyle/>
          <a:p>
            <a:pPr marL="417195">
              <a:lnSpc>
                <a:spcPct val="100000"/>
              </a:lnSpc>
              <a:spcBef>
                <a:spcPts val="100"/>
              </a:spcBef>
            </a:pPr>
            <a:r>
              <a:rPr dirty="0"/>
              <a:t>Quá</a:t>
            </a:r>
            <a:r>
              <a:rPr spc="-65" dirty="0"/>
              <a:t> </a:t>
            </a:r>
            <a:r>
              <a:rPr dirty="0"/>
              <a:t>trình</a:t>
            </a:r>
            <a:r>
              <a:rPr spc="-150" dirty="0"/>
              <a:t> </a:t>
            </a:r>
            <a:r>
              <a:rPr dirty="0"/>
              <a:t>phân</a:t>
            </a:r>
            <a:r>
              <a:rPr spc="-55" dirty="0"/>
              <a:t> </a:t>
            </a:r>
            <a:r>
              <a:rPr dirty="0"/>
              <a:t>c</a:t>
            </a:r>
            <a:r>
              <a:rPr dirty="0">
                <a:latin typeface="Calibri"/>
                <a:cs typeface="Calibri"/>
              </a:rPr>
              <a:t>ụ</a:t>
            </a:r>
            <a:r>
              <a:rPr dirty="0"/>
              <a:t>m</a:t>
            </a:r>
            <a:r>
              <a:rPr spc="-5" dirty="0"/>
              <a:t> </a:t>
            </a:r>
            <a:r>
              <a:rPr dirty="0"/>
              <a:t>d</a:t>
            </a:r>
            <a:r>
              <a:rPr dirty="0">
                <a:latin typeface="Calibri"/>
                <a:cs typeface="Calibri"/>
              </a:rPr>
              <a:t>ữ</a:t>
            </a:r>
            <a:r>
              <a:rPr spc="100" dirty="0">
                <a:latin typeface="Calibri"/>
                <a:cs typeface="Calibri"/>
              </a:rPr>
              <a:t> </a:t>
            </a:r>
            <a:r>
              <a:rPr spc="-20" dirty="0"/>
              <a:t>li</a:t>
            </a:r>
            <a:r>
              <a:rPr spc="-20" dirty="0">
                <a:latin typeface="Calibri"/>
                <a:cs typeface="Calibri"/>
              </a:rPr>
              <a:t>ệ</a:t>
            </a:r>
            <a:r>
              <a:rPr spc="-20" dirty="0"/>
              <a:t>u</a:t>
            </a:r>
          </a:p>
        </p:txBody>
      </p:sp>
      <p:pic>
        <p:nvPicPr>
          <p:cNvPr id="3" name="object 3"/>
          <p:cNvPicPr/>
          <p:nvPr/>
        </p:nvPicPr>
        <p:blipFill>
          <a:blip r:embed="rId2" cstate="print"/>
          <a:stretch>
            <a:fillRect/>
          </a:stretch>
        </p:blipFill>
        <p:spPr>
          <a:xfrm>
            <a:off x="400473" y="1752600"/>
            <a:ext cx="8447443" cy="398366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365126"/>
            <a:ext cx="7886700" cy="1325563"/>
          </a:xfrm>
        </p:spPr>
        <p:txBody>
          <a:bodyPr vert="horz" wrap="square" lIns="0" tIns="350446" rIns="0" bIns="0" rtlCol="0">
            <a:spAutoFit/>
          </a:bodyPr>
          <a:lstStyle/>
          <a:p>
            <a:r>
              <a:rPr lang="vi-VN" dirty="0"/>
              <a:t>Các bước phân cụm tự động</a:t>
            </a:r>
          </a:p>
        </p:txBody>
      </p:sp>
      <p:sp>
        <p:nvSpPr>
          <p:cNvPr id="7" name="Content Placeholder 6">
            <a:extLst>
              <a:ext uri="{FF2B5EF4-FFF2-40B4-BE49-F238E27FC236}">
                <a16:creationId xmlns:a16="http://schemas.microsoft.com/office/drawing/2014/main" id="{DC5782D7-B03B-CE9C-F75D-2CC10D1C353C}"/>
              </a:ext>
            </a:extLst>
          </p:cNvPr>
          <p:cNvSpPr>
            <a:spLocks noGrp="1"/>
          </p:cNvSpPr>
          <p:nvPr>
            <p:ph idx="1"/>
          </p:nvPr>
        </p:nvSpPr>
        <p:spPr/>
        <p:txBody>
          <a:bodyPr/>
          <a:lstStyle/>
          <a:p>
            <a:pPr marL="532765" indent="-520065">
              <a:lnSpc>
                <a:spcPct val="100000"/>
              </a:lnSpc>
              <a:spcBef>
                <a:spcPts val="860"/>
              </a:spcBef>
              <a:buAutoNum type="arabicPeriod"/>
              <a:tabLst>
                <a:tab pos="532765" algn="l"/>
              </a:tabLst>
            </a:pPr>
            <a:r>
              <a:rPr lang="vi-VN" sz="3200">
                <a:latin typeface="Tahoma" panose="020B0604030504040204" pitchFamily="34" charset="0"/>
                <a:ea typeface="Tahoma" panose="020B0604030504040204" pitchFamily="34" charset="0"/>
                <a:cs typeface="Tahoma" panose="020B0604030504040204" pitchFamily="34" charset="0"/>
              </a:rPr>
              <a:t>Thu thập dữ liệu</a:t>
            </a:r>
          </a:p>
          <a:p>
            <a:pPr marL="533400" marR="321945" indent="-520700">
              <a:lnSpc>
                <a:spcPct val="101600"/>
              </a:lnSpc>
              <a:spcBef>
                <a:spcPts val="695"/>
              </a:spcBef>
              <a:buAutoNum type="arabicPeriod"/>
              <a:tabLst>
                <a:tab pos="533400" algn="l"/>
              </a:tabLst>
            </a:pPr>
            <a:r>
              <a:rPr lang="vi-VN" sz="3200">
                <a:latin typeface="Tahoma" panose="020B0604030504040204" pitchFamily="34" charset="0"/>
                <a:ea typeface="Tahoma" panose="020B0604030504040204" pitchFamily="34" charset="0"/>
                <a:cs typeface="Tahoma" panose="020B0604030504040204" pitchFamily="34" charset="0"/>
              </a:rPr>
              <a:t>Tính toán độ tương tự giữa n cá thể từ các bảng dữ liệu ban đầu</a:t>
            </a:r>
          </a:p>
          <a:p>
            <a:pPr marL="532765" indent="-520065">
              <a:lnSpc>
                <a:spcPct val="100000"/>
              </a:lnSpc>
              <a:spcBef>
                <a:spcPts val="760"/>
              </a:spcBef>
              <a:buAutoNum type="arabicPeriod"/>
              <a:tabLst>
                <a:tab pos="532765" algn="l"/>
              </a:tabLst>
            </a:pPr>
            <a:r>
              <a:rPr lang="vi-VN" sz="3200">
                <a:latin typeface="Tahoma" panose="020B0604030504040204" pitchFamily="34" charset="0"/>
                <a:ea typeface="Tahoma" panose="020B0604030504040204" pitchFamily="34" charset="0"/>
                <a:cs typeface="Tahoma" panose="020B0604030504040204" pitchFamily="34" charset="0"/>
              </a:rPr>
              <a:t>Chọn một thuật toán và thực hiện</a:t>
            </a:r>
          </a:p>
          <a:p>
            <a:pPr marL="532765" indent="-520065">
              <a:lnSpc>
                <a:spcPct val="100000"/>
              </a:lnSpc>
              <a:spcBef>
                <a:spcPts val="760"/>
              </a:spcBef>
              <a:buAutoNum type="arabicPeriod"/>
              <a:tabLst>
                <a:tab pos="532765" algn="l"/>
              </a:tabLst>
            </a:pPr>
            <a:r>
              <a:rPr lang="vi-VN" sz="3200">
                <a:latin typeface="Tahoma" panose="020B0604030504040204" pitchFamily="34" charset="0"/>
                <a:ea typeface="Tahoma" panose="020B0604030504040204" pitchFamily="34" charset="0"/>
                <a:cs typeface="Tahoma" panose="020B0604030504040204" pitchFamily="34" charset="0"/>
              </a:rPr>
              <a:t>Diễn giải kết quả</a:t>
            </a:r>
          </a:p>
          <a:p>
            <a:pPr marL="761365" lvl="1" indent="-393065">
              <a:lnSpc>
                <a:spcPct val="100000"/>
              </a:lnSpc>
              <a:spcBef>
                <a:spcPts val="660"/>
              </a:spcBef>
              <a:buClr>
                <a:srgbClr val="558ED5"/>
              </a:buClr>
              <a:buSzPct val="75000"/>
              <a:buFont typeface="Arial"/>
              <a:buChar char="□"/>
              <a:tabLst>
                <a:tab pos="761365" algn="l"/>
              </a:tabLst>
            </a:pPr>
            <a:r>
              <a:rPr lang="vi-VN" sz="2800">
                <a:latin typeface="Tahoma" panose="020B0604030504040204" pitchFamily="34" charset="0"/>
                <a:ea typeface="Tahoma" panose="020B0604030504040204" pitchFamily="34" charset="0"/>
                <a:cs typeface="Tahoma" panose="020B0604030504040204" pitchFamily="34" charset="0"/>
              </a:rPr>
              <a:t>Đánh giá chất lượng phân cụm</a:t>
            </a:r>
          </a:p>
          <a:p>
            <a:pPr marL="761365" lvl="1" indent="-393065">
              <a:lnSpc>
                <a:spcPct val="100000"/>
              </a:lnSpc>
              <a:spcBef>
                <a:spcPts val="640"/>
              </a:spcBef>
              <a:buClr>
                <a:srgbClr val="558ED5"/>
              </a:buClr>
              <a:buSzPct val="75000"/>
              <a:buFont typeface="Arial"/>
              <a:buChar char="□"/>
              <a:tabLst>
                <a:tab pos="761365" algn="l"/>
              </a:tabLst>
            </a:pPr>
            <a:r>
              <a:rPr lang="vi-VN" sz="2800">
                <a:latin typeface="Tahoma" panose="020B0604030504040204" pitchFamily="34" charset="0"/>
                <a:ea typeface="Tahoma" panose="020B0604030504040204" pitchFamily="34" charset="0"/>
                <a:cs typeface="Tahoma" panose="020B0604030504040204" pitchFamily="34" charset="0"/>
              </a:rPr>
              <a:t>Mô tả các cụm đạt được.</a:t>
            </a:r>
          </a:p>
          <a:p>
            <a:pPr marL="0" indent="0">
              <a:buNone/>
            </a:pPr>
            <a:endParaRPr lang="en-US"/>
          </a:p>
        </p:txBody>
      </p:sp>
      <p:sp>
        <p:nvSpPr>
          <p:cNvPr id="4" name="object 4"/>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365126"/>
            <a:ext cx="7886700" cy="1325563"/>
          </a:xfrm>
        </p:spPr>
        <p:txBody>
          <a:bodyPr vert="horz" wrap="square" lIns="0" tIns="350446" rIns="0" bIns="0" rtlCol="0">
            <a:spAutoFit/>
          </a:bodyPr>
          <a:lstStyle/>
          <a:p>
            <a:r>
              <a:rPr lang="en-US" dirty="0" err="1"/>
              <a:t>Độ</a:t>
            </a:r>
            <a:r>
              <a:rPr lang="en-US" dirty="0"/>
              <a:t> </a:t>
            </a:r>
            <a:r>
              <a:rPr lang="en-US" dirty="0" err="1"/>
              <a:t>đo</a:t>
            </a:r>
            <a:endParaRPr lang="en-US" dirty="0"/>
          </a:p>
        </p:txBody>
      </p:sp>
      <p:sp>
        <p:nvSpPr>
          <p:cNvPr id="7" name="Content Placeholder 6">
            <a:extLst>
              <a:ext uri="{FF2B5EF4-FFF2-40B4-BE49-F238E27FC236}">
                <a16:creationId xmlns:a16="http://schemas.microsoft.com/office/drawing/2014/main" id="{E1D37764-16C2-3990-139C-5B0C6A3F5A0B}"/>
              </a:ext>
            </a:extLst>
          </p:cNvPr>
          <p:cNvSpPr>
            <a:spLocks noGrp="1"/>
          </p:cNvSpPr>
          <p:nvPr>
            <p:ph idx="1"/>
          </p:nvPr>
        </p:nvSpPr>
        <p:spPr>
          <a:xfrm>
            <a:off x="628650" y="1825625"/>
            <a:ext cx="7886700" cy="4351338"/>
          </a:xfrm>
        </p:spPr>
        <p:txBody>
          <a:bodyPr>
            <a:normAutofit/>
          </a:bodyPr>
          <a:lstStyle/>
          <a:p>
            <a:r>
              <a:rPr lang="vi-VN" sz="2600">
                <a:latin typeface="Tahoma" panose="020B0604030504040204" pitchFamily="34" charset="0"/>
                <a:ea typeface="Tahoma" panose="020B0604030504040204" pitchFamily="34" charset="0"/>
                <a:cs typeface="Tahoma" panose="020B0604030504040204" pitchFamily="34" charset="0"/>
              </a:rPr>
              <a:t>Các phương pháp phân cụm cần có</a:t>
            </a:r>
          </a:p>
          <a:p>
            <a:pPr lvl="1"/>
            <a:r>
              <a:rPr lang="vi-VN" sz="2600">
                <a:latin typeface="Tahoma" panose="020B0604030504040204" pitchFamily="34" charset="0"/>
                <a:ea typeface="Tahoma" panose="020B0604030504040204" pitchFamily="34" charset="0"/>
                <a:cs typeface="Tahoma" panose="020B0604030504040204" pitchFamily="34" charset="0"/>
              </a:rPr>
              <a:t>Tiêu chuẩn đo (khoảng cách/phi tương tự) giữa các đối tượng, hoặc đo độ tương tự giữa các đối tượng.</a:t>
            </a:r>
          </a:p>
          <a:p>
            <a:pPr lvl="2"/>
            <a:r>
              <a:rPr lang="vi-VN" sz="2600">
                <a:latin typeface="Tahoma" panose="020B0604030504040204" pitchFamily="34" charset="0"/>
                <a:ea typeface="Tahoma" panose="020B0604030504040204" pitchFamily="34" charset="0"/>
                <a:cs typeface="Tahoma" panose="020B0604030504040204" pitchFamily="34" charset="0"/>
              </a:rPr>
              <a:t>Với các dữ liệu định lượng thường sử dụng khoảng cách.</a:t>
            </a:r>
          </a:p>
          <a:p>
            <a:pPr lvl="2"/>
            <a:r>
              <a:rPr lang="vi-VN" sz="2600">
                <a:latin typeface="Tahoma" panose="020B0604030504040204" pitchFamily="34" charset="0"/>
                <a:ea typeface="Tahoma" panose="020B0604030504040204" pitchFamily="34" charset="0"/>
                <a:cs typeface="Tahoma" panose="020B0604030504040204" pitchFamily="34" charset="0"/>
              </a:rPr>
              <a:t>Với dữ liệu văn bản thường sử dụng độ tương tự.</a:t>
            </a:r>
          </a:p>
          <a:p>
            <a:endParaRPr lang="en-US" sz="2600">
              <a:latin typeface="Tahoma" panose="020B0604030504040204" pitchFamily="34" charset="0"/>
              <a:ea typeface="Tahoma" panose="020B0604030504040204" pitchFamily="34" charset="0"/>
              <a:cs typeface="Tahoma" panose="020B0604030504040204" pitchFamily="34" charset="0"/>
            </a:endParaRPr>
          </a:p>
        </p:txBody>
      </p:sp>
      <p:sp>
        <p:nvSpPr>
          <p:cNvPr id="4" name="object 4"/>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prstGeom prst="rect">
            <a:avLst/>
          </a:prstGeom>
        </p:spPr>
        <p:txBody>
          <a:bodyPr vert="horz" wrap="square" lIns="0" tIns="380926" rIns="0" bIns="0" rtlCol="0">
            <a:spAutoFit/>
          </a:bodyPr>
          <a:lstStyle/>
          <a:p>
            <a:pPr marL="417195">
              <a:lnSpc>
                <a:spcPct val="100000"/>
              </a:lnSpc>
              <a:spcBef>
                <a:spcPts val="100"/>
              </a:spcBef>
            </a:pPr>
            <a:r>
              <a:rPr sz="3200" dirty="0"/>
              <a:t>Các</a:t>
            </a:r>
            <a:r>
              <a:rPr sz="3200" spc="30" dirty="0"/>
              <a:t> </a:t>
            </a:r>
            <a:r>
              <a:rPr sz="3200" dirty="0"/>
              <a:t>ph</a:t>
            </a:r>
            <a:r>
              <a:rPr sz="3200" dirty="0">
                <a:latin typeface="Calibri"/>
                <a:cs typeface="Calibri"/>
              </a:rPr>
              <a:t>ươ</a:t>
            </a:r>
            <a:r>
              <a:rPr sz="3200" dirty="0"/>
              <a:t>ng</a:t>
            </a:r>
            <a:r>
              <a:rPr sz="3200" spc="-100" dirty="0"/>
              <a:t> </a:t>
            </a:r>
            <a:r>
              <a:rPr sz="3200" dirty="0"/>
              <a:t>pháp</a:t>
            </a:r>
            <a:r>
              <a:rPr sz="3200" spc="-140" dirty="0"/>
              <a:t> </a:t>
            </a:r>
            <a:r>
              <a:rPr sz="3200" dirty="0"/>
              <a:t>đánh</a:t>
            </a:r>
            <a:r>
              <a:rPr sz="3200" spc="-30" dirty="0"/>
              <a:t> </a:t>
            </a:r>
            <a:r>
              <a:rPr sz="3200" dirty="0"/>
              <a:t>giá</a:t>
            </a:r>
            <a:r>
              <a:rPr sz="3200" spc="40" dirty="0"/>
              <a:t> </a:t>
            </a:r>
            <a:r>
              <a:rPr sz="3200" dirty="0"/>
              <a:t>vi</a:t>
            </a:r>
            <a:r>
              <a:rPr sz="3200" dirty="0">
                <a:latin typeface="Calibri"/>
                <a:cs typeface="Calibri"/>
              </a:rPr>
              <a:t>ệ</a:t>
            </a:r>
            <a:r>
              <a:rPr sz="3200" dirty="0"/>
              <a:t>c</a:t>
            </a:r>
            <a:r>
              <a:rPr sz="3200" spc="35" dirty="0"/>
              <a:t> </a:t>
            </a:r>
            <a:r>
              <a:rPr sz="3200" dirty="0"/>
              <a:t>phân</a:t>
            </a:r>
            <a:r>
              <a:rPr sz="3200" spc="-35" dirty="0"/>
              <a:t> </a:t>
            </a:r>
            <a:r>
              <a:rPr sz="3200" spc="-440" dirty="0"/>
              <a:t>c</a:t>
            </a:r>
            <a:r>
              <a:rPr sz="3200" spc="-440" dirty="0">
                <a:latin typeface="Calibri"/>
                <a:cs typeface="Calibri"/>
              </a:rPr>
              <a:t>ụ</a:t>
            </a:r>
            <a:r>
              <a:rPr sz="3200" spc="-440" dirty="0"/>
              <a:t>m</a:t>
            </a:r>
            <a:endParaRPr sz="3200">
              <a:latin typeface="Calibri"/>
              <a:cs typeface="Calibri"/>
            </a:endParaRPr>
          </a:p>
        </p:txBody>
      </p:sp>
      <p:sp>
        <p:nvSpPr>
          <p:cNvPr id="5" name="Content Placeholder 4">
            <a:extLst>
              <a:ext uri="{FF2B5EF4-FFF2-40B4-BE49-F238E27FC236}">
                <a16:creationId xmlns:a16="http://schemas.microsoft.com/office/drawing/2014/main" id="{1ED9D151-41FD-C56A-E685-5E1AF690DC4C}"/>
              </a:ext>
            </a:extLst>
          </p:cNvPr>
          <p:cNvSpPr>
            <a:spLocks noGrp="1"/>
          </p:cNvSpPr>
          <p:nvPr>
            <p:ph idx="1"/>
          </p:nvPr>
        </p:nvSpPr>
        <p:spPr/>
        <p:txBody>
          <a:bodyPr>
            <a:normAutofit fontScale="92500" lnSpcReduction="10000"/>
          </a:bodyPr>
          <a:lstStyle/>
          <a:p>
            <a:r>
              <a:rPr lang="vi-VN"/>
              <a:t>Đánh giá ngoại (external validation) dựa vào cấu trúc được chỉ định trước cho tập dữ liệu</a:t>
            </a:r>
            <a:r>
              <a:rPr lang="en-US"/>
              <a:t>.</a:t>
            </a:r>
          </a:p>
          <a:p>
            <a:r>
              <a:rPr lang="vi-VN"/>
              <a:t>Đánh giá nội (internal validation) theo số lượng các vector của chính tập dữ liệu (ma trận gần - proximity matrix)</a:t>
            </a:r>
            <a:r>
              <a:rPr lang="en-US"/>
              <a:t>.</a:t>
            </a:r>
          </a:p>
          <a:p>
            <a:r>
              <a:rPr lang="vi-VN"/>
              <a:t>Đánh giá tương đối (relative validation) bằng việc so sánh các kết quả gom cụm khác ứng với các bộ trị thông số khác nhau</a:t>
            </a:r>
            <a:r>
              <a:rPr lang="en-US"/>
              <a:t>.</a:t>
            </a:r>
          </a:p>
          <a:p>
            <a:r>
              <a:rPr lang="vi-VN"/>
              <a:t>Tiêu chí cho việc đánh giá và chọn kết quả gom cụm tối ưu</a:t>
            </a:r>
            <a:endParaRPr lang="en-US"/>
          </a:p>
          <a:p>
            <a:pPr lvl="1"/>
            <a:r>
              <a:rPr lang="vi-VN"/>
              <a:t>Độ nén (compactness): các đối tượng trong cụm nên gần nhau.</a:t>
            </a:r>
            <a:endParaRPr lang="en-US"/>
          </a:p>
          <a:p>
            <a:pPr lvl="1"/>
            <a:r>
              <a:rPr lang="vi-VN"/>
              <a:t>Độ phân tách (separation): các cụm nên xa nhau.</a:t>
            </a:r>
            <a:endParaRPr lang="en-US"/>
          </a:p>
        </p:txBody>
      </p:sp>
      <p:sp>
        <p:nvSpPr>
          <p:cNvPr id="4" name="object 4"/>
          <p:cNvSpPr txBox="1">
            <a:spLocks noGrp="1"/>
          </p:cNvSpPr>
          <p:nvPr>
            <p:ph type="sldNum" sz="quarter" idx="12"/>
          </p:nvPr>
        </p:nvSpPr>
        <p:spPr>
          <a:prstGeom prst="rect">
            <a:avLst/>
          </a:prstGeom>
        </p:spPr>
        <p:txBody>
          <a:bodyPr vert="horz" wrap="square" lIns="0" tIns="3810" rIns="0" bIns="0" rtlCol="0">
            <a:spAutoFit/>
          </a:bodyPr>
          <a:lstStyle/>
          <a:p>
            <a:pPr marL="38100">
              <a:lnSpc>
                <a:spcPct val="100000"/>
              </a:lnSpc>
              <a:spcBef>
                <a:spcPts val="30"/>
              </a:spcBef>
            </a:pPr>
            <a:fld id="{81D60167-4931-47E6-BA6A-407CBD079E47}" type="slidenum">
              <a:rPr spc="-25" dirty="0"/>
              <a:t>12</a:t>
            </a:fld>
            <a:endParaRPr spc="-2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80926" rIns="0" bIns="0" rtlCol="0">
            <a:spAutoFit/>
          </a:bodyPr>
          <a:lstStyle/>
          <a:p>
            <a:pPr marL="417195">
              <a:lnSpc>
                <a:spcPct val="100000"/>
              </a:lnSpc>
              <a:spcBef>
                <a:spcPts val="100"/>
              </a:spcBef>
            </a:pPr>
            <a:r>
              <a:rPr sz="3200" dirty="0"/>
              <a:t>Các</a:t>
            </a:r>
            <a:r>
              <a:rPr sz="3200" spc="30" dirty="0"/>
              <a:t> </a:t>
            </a:r>
            <a:r>
              <a:rPr sz="3200" dirty="0"/>
              <a:t>ph</a:t>
            </a:r>
            <a:r>
              <a:rPr sz="3200" dirty="0">
                <a:latin typeface="Calibri"/>
                <a:cs typeface="Calibri"/>
              </a:rPr>
              <a:t>ươ</a:t>
            </a:r>
            <a:r>
              <a:rPr sz="3200" dirty="0"/>
              <a:t>ng</a:t>
            </a:r>
            <a:r>
              <a:rPr sz="3200" spc="-100" dirty="0"/>
              <a:t> </a:t>
            </a:r>
            <a:r>
              <a:rPr sz="3200" dirty="0"/>
              <a:t>pháp</a:t>
            </a:r>
            <a:r>
              <a:rPr sz="3200" spc="-140" dirty="0"/>
              <a:t> </a:t>
            </a:r>
            <a:r>
              <a:rPr sz="3200" dirty="0"/>
              <a:t>đánh</a:t>
            </a:r>
            <a:r>
              <a:rPr sz="3200" spc="-30" dirty="0"/>
              <a:t> </a:t>
            </a:r>
            <a:r>
              <a:rPr sz="3200" dirty="0"/>
              <a:t>giá</a:t>
            </a:r>
            <a:r>
              <a:rPr sz="3200" spc="40" dirty="0"/>
              <a:t> </a:t>
            </a:r>
            <a:r>
              <a:rPr sz="3200" dirty="0"/>
              <a:t>vi</a:t>
            </a:r>
            <a:r>
              <a:rPr sz="3200" dirty="0">
                <a:latin typeface="Calibri"/>
                <a:cs typeface="Calibri"/>
              </a:rPr>
              <a:t>ệ</a:t>
            </a:r>
            <a:r>
              <a:rPr sz="3200" dirty="0"/>
              <a:t>c</a:t>
            </a:r>
            <a:r>
              <a:rPr sz="3200" spc="35" dirty="0"/>
              <a:t> </a:t>
            </a:r>
            <a:r>
              <a:rPr sz="3200" dirty="0"/>
              <a:t>phân</a:t>
            </a:r>
            <a:r>
              <a:rPr sz="3200" spc="-35" dirty="0"/>
              <a:t> </a:t>
            </a:r>
            <a:r>
              <a:rPr sz="3200" spc="-325" dirty="0"/>
              <a:t>c</a:t>
            </a:r>
            <a:r>
              <a:rPr sz="3200" spc="-325" dirty="0">
                <a:latin typeface="Calibri"/>
                <a:cs typeface="Calibri"/>
              </a:rPr>
              <a:t>ụ</a:t>
            </a:r>
            <a:r>
              <a:rPr sz="3200" spc="-325" dirty="0"/>
              <a:t>m…</a:t>
            </a:r>
            <a:endParaRPr sz="3200">
              <a:latin typeface="Calibri"/>
              <a:cs typeface="Calibri"/>
            </a:endParaRPr>
          </a:p>
        </p:txBody>
      </p:sp>
      <p:sp>
        <p:nvSpPr>
          <p:cNvPr id="4" name="object 4"/>
          <p:cNvSpPr txBox="1">
            <a:spLocks noGrp="1"/>
          </p:cNvSpPr>
          <p:nvPr>
            <p:ph type="sldNum" sz="quarter" idx="12"/>
          </p:nvPr>
        </p:nvSpPr>
        <p:spPr>
          <a:prstGeom prst="rect">
            <a:avLst/>
          </a:prstGeom>
        </p:spPr>
        <p:txBody>
          <a:bodyPr vert="horz" wrap="square" lIns="0" tIns="3810" rIns="0" bIns="0" rtlCol="0">
            <a:spAutoFit/>
          </a:bodyPr>
          <a:lstStyle/>
          <a:p>
            <a:pPr marL="38100">
              <a:lnSpc>
                <a:spcPct val="100000"/>
              </a:lnSpc>
              <a:spcBef>
                <a:spcPts val="30"/>
              </a:spcBef>
            </a:pPr>
            <a:fld id="{81D60167-4931-47E6-BA6A-407CBD079E47}" type="slidenum">
              <a:rPr spc="-25" dirty="0"/>
              <a:t>13</a:t>
            </a:fld>
            <a:endParaRPr spc="-25" dirty="0"/>
          </a:p>
        </p:txBody>
      </p:sp>
      <p:sp>
        <p:nvSpPr>
          <p:cNvPr id="8" name="Rectangle 3">
            <a:extLst>
              <a:ext uri="{FF2B5EF4-FFF2-40B4-BE49-F238E27FC236}">
                <a16:creationId xmlns:a16="http://schemas.microsoft.com/office/drawing/2014/main" id="{0AF5506D-EFDC-7F91-F47C-0000CDEA2AB0}"/>
              </a:ext>
            </a:extLst>
          </p:cNvPr>
          <p:cNvSpPr>
            <a:spLocks noGrp="1" noChangeArrowheads="1"/>
          </p:cNvSpPr>
          <p:nvPr>
            <p:ph idx="1"/>
          </p:nvPr>
        </p:nvSpPr>
        <p:spPr bwMode="auto">
          <a:xfrm>
            <a:off x="628650" y="3262630"/>
            <a:ext cx="7587333"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Đánh giá ngoại (external validation)</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Độ đo: Rand statistic, Jaccard coefficient, Folkes and Mallows index, ...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Đánh giá nội (internal validation)</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Độ đo: Hubert's statistic, Silhouette index, Dunn's index, ...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Đánh giá tương đối (relative validation)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628650" y="365126"/>
            <a:ext cx="7886700" cy="1325563"/>
          </a:xfrm>
        </p:spPr>
        <p:txBody>
          <a:bodyPr vert="horz" wrap="square" lIns="0" tIns="207570" rIns="0" bIns="0" rtlCol="0">
            <a:spAutoFit/>
          </a:bodyPr>
          <a:lstStyle/>
          <a:p>
            <a:r>
              <a:rPr lang="en-US" dirty="0"/>
              <a:t>Các kỹ thuật phân cụm</a:t>
            </a:r>
          </a:p>
        </p:txBody>
      </p:sp>
      <p:sp>
        <p:nvSpPr>
          <p:cNvPr id="7" name="Content Placeholder 6">
            <a:extLst>
              <a:ext uri="{FF2B5EF4-FFF2-40B4-BE49-F238E27FC236}">
                <a16:creationId xmlns:a16="http://schemas.microsoft.com/office/drawing/2014/main" id="{DE601E40-0FA2-D50F-9B3A-EFC6BB36754F}"/>
              </a:ext>
            </a:extLst>
          </p:cNvPr>
          <p:cNvSpPr>
            <a:spLocks noGrp="1"/>
          </p:cNvSpPr>
          <p:nvPr>
            <p:ph idx="1"/>
          </p:nvPr>
        </p:nvSpPr>
        <p:spPr>
          <a:xfrm>
            <a:off x="628650" y="1825625"/>
            <a:ext cx="7886700" cy="4351338"/>
          </a:xfrm>
        </p:spPr>
        <p:txBody>
          <a:bodyPr/>
          <a:lstStyle/>
          <a:p>
            <a:r>
              <a:rPr lang="en-US"/>
              <a:t>Phân cụm phân hoạch</a:t>
            </a:r>
          </a:p>
          <a:p>
            <a:r>
              <a:rPr lang="en-US"/>
              <a:t>Phân cụm phân cấp</a:t>
            </a:r>
          </a:p>
          <a:p>
            <a:r>
              <a:rPr lang="en-US"/>
              <a:t>Phân cụm dựa trên mật độ</a:t>
            </a:r>
          </a:p>
          <a:p>
            <a:endParaRPr lang="en-US"/>
          </a:p>
        </p:txBody>
      </p:sp>
      <p:sp>
        <p:nvSpPr>
          <p:cNvPr id="4" name="object 4"/>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z="6000" dirty="0"/>
              <a:t>Phân</a:t>
            </a:r>
            <a:r>
              <a:rPr sz="6000" spc="-100" dirty="0"/>
              <a:t> </a:t>
            </a:r>
            <a:r>
              <a:rPr sz="6000" dirty="0"/>
              <a:t>c</a:t>
            </a:r>
            <a:r>
              <a:rPr sz="6000" dirty="0">
                <a:latin typeface="Calibri"/>
                <a:cs typeface="Calibri"/>
              </a:rPr>
              <a:t>ụ</a:t>
            </a:r>
            <a:r>
              <a:rPr sz="6000" dirty="0"/>
              <a:t>m</a:t>
            </a:r>
            <a:r>
              <a:rPr sz="6000" spc="-145" dirty="0"/>
              <a:t> </a:t>
            </a:r>
            <a:r>
              <a:rPr sz="6000" dirty="0"/>
              <a:t>phân</a:t>
            </a:r>
            <a:r>
              <a:rPr sz="6000" spc="-105" dirty="0"/>
              <a:t> </a:t>
            </a:r>
            <a:r>
              <a:rPr sz="6000" spc="-10" dirty="0"/>
              <a:t>ho</a:t>
            </a:r>
            <a:r>
              <a:rPr sz="6000" spc="-10" dirty="0">
                <a:latin typeface="Calibri"/>
                <a:cs typeface="Calibri"/>
              </a:rPr>
              <a:t>ạ</a:t>
            </a:r>
            <a:r>
              <a:rPr sz="6000" spc="-10" dirty="0"/>
              <a:t>ch</a:t>
            </a:r>
            <a:endParaRPr sz="6000" dirty="0">
              <a:latin typeface="Calibri"/>
              <a:cs typeface="Calibri"/>
            </a:endParaRPr>
          </a:p>
        </p:txBody>
      </p:sp>
      <p:sp>
        <p:nvSpPr>
          <p:cNvPr id="5" name="Content Placeholder 4">
            <a:extLst>
              <a:ext uri="{FF2B5EF4-FFF2-40B4-BE49-F238E27FC236}">
                <a16:creationId xmlns:a16="http://schemas.microsoft.com/office/drawing/2014/main" id="{8211E273-48BA-E7B6-FD25-077D17E387C9}"/>
              </a:ext>
            </a:extLst>
          </p:cNvPr>
          <p:cNvSpPr>
            <a:spLocks noGrp="1"/>
          </p:cNvSpPr>
          <p:nvPr>
            <p:ph idx="1"/>
          </p:nvPr>
        </p:nvSpPr>
        <p:spPr/>
        <p:txBody>
          <a:bodyPr/>
          <a:lstStyle/>
          <a:p>
            <a:pPr marL="354965" indent="-342265">
              <a:lnSpc>
                <a:spcPct val="100000"/>
              </a:lnSpc>
              <a:spcBef>
                <a:spcPts val="1000"/>
              </a:spcBef>
              <a:buFont typeface="Arial"/>
              <a:buChar char="•"/>
              <a:tabLst>
                <a:tab pos="354965" algn="l"/>
              </a:tabLst>
            </a:pPr>
            <a:r>
              <a:rPr lang="en-US" sz="2400">
                <a:latin typeface="Gill Sans MT"/>
                <a:cs typeface="Gill Sans MT"/>
              </a:rPr>
              <a:t>Thu</a:t>
            </a:r>
            <a:r>
              <a:rPr lang="en-US" sz="2400">
                <a:latin typeface="Calibri"/>
                <a:cs typeface="Calibri"/>
              </a:rPr>
              <a:t>ậ</a:t>
            </a:r>
            <a:r>
              <a:rPr lang="en-US" sz="2400">
                <a:latin typeface="Gill Sans MT"/>
                <a:cs typeface="Gill Sans MT"/>
              </a:rPr>
              <a:t>t</a:t>
            </a:r>
            <a:r>
              <a:rPr lang="en-US" sz="2400" spc="-20">
                <a:latin typeface="Gill Sans MT"/>
                <a:cs typeface="Gill Sans MT"/>
              </a:rPr>
              <a:t> </a:t>
            </a:r>
            <a:r>
              <a:rPr lang="en-US" sz="2400">
                <a:latin typeface="Gill Sans MT"/>
                <a:cs typeface="Gill Sans MT"/>
              </a:rPr>
              <a:t>toán</a:t>
            </a:r>
            <a:r>
              <a:rPr lang="en-US" sz="2400" spc="10">
                <a:latin typeface="Gill Sans MT"/>
                <a:cs typeface="Gill Sans MT"/>
              </a:rPr>
              <a:t> </a:t>
            </a:r>
            <a:r>
              <a:rPr lang="en-US" sz="2400" spc="-30">
                <a:latin typeface="Gill Sans MT"/>
                <a:cs typeface="Gill Sans MT"/>
              </a:rPr>
              <a:t>K-</a:t>
            </a:r>
            <a:r>
              <a:rPr lang="en-US" sz="2400" spc="-10">
                <a:latin typeface="Gill Sans MT"/>
                <a:cs typeface="Gill Sans MT"/>
              </a:rPr>
              <a:t>means</a:t>
            </a:r>
            <a:endParaRPr lang="en-US" sz="2400">
              <a:latin typeface="Gill Sans MT"/>
              <a:cs typeface="Gill Sans MT"/>
            </a:endParaRPr>
          </a:p>
          <a:p>
            <a:pPr marL="354965" indent="-342265">
              <a:lnSpc>
                <a:spcPct val="100000"/>
              </a:lnSpc>
              <a:spcBef>
                <a:spcPts val="900"/>
              </a:spcBef>
              <a:buFont typeface="Arial"/>
              <a:buChar char="•"/>
              <a:tabLst>
                <a:tab pos="354965" algn="l"/>
              </a:tabLst>
            </a:pPr>
            <a:r>
              <a:rPr lang="en-US" sz="2400">
                <a:latin typeface="Gill Sans MT"/>
                <a:cs typeface="Gill Sans MT"/>
              </a:rPr>
              <a:t>Thu</a:t>
            </a:r>
            <a:r>
              <a:rPr lang="en-US" sz="2400">
                <a:latin typeface="Calibri"/>
                <a:cs typeface="Calibri"/>
              </a:rPr>
              <a:t>ậ</a:t>
            </a:r>
            <a:r>
              <a:rPr lang="en-US" sz="2400">
                <a:latin typeface="Gill Sans MT"/>
                <a:cs typeface="Gill Sans MT"/>
              </a:rPr>
              <a:t>t toán</a:t>
            </a:r>
            <a:r>
              <a:rPr lang="en-US" sz="2400" spc="60">
                <a:latin typeface="Gill Sans MT"/>
                <a:cs typeface="Gill Sans MT"/>
              </a:rPr>
              <a:t> </a:t>
            </a:r>
            <a:r>
              <a:rPr lang="en-US" sz="2400" spc="-100">
                <a:latin typeface="Gill Sans MT"/>
                <a:cs typeface="Gill Sans MT"/>
              </a:rPr>
              <a:t>PAM,</a:t>
            </a:r>
            <a:r>
              <a:rPr lang="en-US" sz="2400" spc="-490">
                <a:latin typeface="Gill Sans MT"/>
                <a:cs typeface="Gill Sans MT"/>
              </a:rPr>
              <a:t>  </a:t>
            </a:r>
            <a:r>
              <a:rPr lang="en-US" sz="2400" spc="-10">
                <a:latin typeface="Gill Sans MT"/>
                <a:cs typeface="Gill Sans MT"/>
              </a:rPr>
              <a:t>CLARA,</a:t>
            </a:r>
            <a:r>
              <a:rPr lang="en-US" sz="2400" spc="-390">
                <a:latin typeface="Gill Sans MT"/>
                <a:cs typeface="Gill Sans MT"/>
              </a:rPr>
              <a:t>  </a:t>
            </a:r>
            <a:r>
              <a:rPr lang="en-US" sz="2400" spc="-10">
                <a:latin typeface="Gill Sans MT"/>
                <a:cs typeface="Gill Sans MT"/>
              </a:rPr>
              <a:t>CLARANS</a:t>
            </a:r>
            <a:endParaRPr lang="en-US" sz="2400">
              <a:latin typeface="Gill Sans MT"/>
              <a:cs typeface="Gill Sans MT"/>
            </a:endParaRPr>
          </a:p>
        </p:txBody>
      </p:sp>
      <p:sp>
        <p:nvSpPr>
          <p:cNvPr id="4" name="object 4"/>
          <p:cNvSpPr txBox="1">
            <a:spLocks noGrp="1"/>
          </p:cNvSpPr>
          <p:nvPr>
            <p:ph type="sldNum" sz="quarter" idx="12"/>
          </p:nvPr>
        </p:nvSpPr>
        <p:spPr>
          <a:prstGeom prst="rect">
            <a:avLst/>
          </a:prstGeom>
        </p:spPr>
        <p:txBody>
          <a:bodyPr vert="horz" wrap="square" lIns="0" tIns="3810" rIns="0" bIns="0" rtlCol="0">
            <a:spAutoFit/>
          </a:bodyPr>
          <a:lstStyle/>
          <a:p>
            <a:pPr marL="38100">
              <a:lnSpc>
                <a:spcPct val="100000"/>
              </a:lnSpc>
              <a:spcBef>
                <a:spcPts val="30"/>
              </a:spcBef>
            </a:pPr>
            <a:fld id="{81D60167-4931-47E6-BA6A-407CBD079E47}" type="slidenum">
              <a:rPr spc="-25" dirty="0"/>
              <a:t>15</a:t>
            </a:fld>
            <a:endParaRPr spc="-2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628650" y="365126"/>
            <a:ext cx="7886700" cy="1325563"/>
          </a:xfrm>
        </p:spPr>
        <p:txBody>
          <a:bodyPr vert="horz" wrap="square" lIns="0" tIns="207570" rIns="0" bIns="0" rtlCol="0">
            <a:spAutoFit/>
          </a:bodyPr>
          <a:lstStyle/>
          <a:p>
            <a:r>
              <a:rPr lang="en-US" dirty="0"/>
              <a:t>Phân cụm phân hoạch</a:t>
            </a:r>
          </a:p>
        </p:txBody>
      </p:sp>
      <p:sp>
        <p:nvSpPr>
          <p:cNvPr id="7" name="Content Placeholder 6">
            <a:extLst>
              <a:ext uri="{FF2B5EF4-FFF2-40B4-BE49-F238E27FC236}">
                <a16:creationId xmlns:a16="http://schemas.microsoft.com/office/drawing/2014/main" id="{5949215F-6F96-1B3C-BE78-471D48BD2E4C}"/>
              </a:ext>
            </a:extLst>
          </p:cNvPr>
          <p:cNvSpPr>
            <a:spLocks noGrp="1"/>
          </p:cNvSpPr>
          <p:nvPr>
            <p:ph idx="1"/>
          </p:nvPr>
        </p:nvSpPr>
        <p:spPr>
          <a:xfrm>
            <a:off x="628650" y="1825625"/>
            <a:ext cx="7886700" cy="4351338"/>
          </a:xfrm>
        </p:spPr>
        <p:txBody>
          <a:bodyPr/>
          <a:lstStyle/>
          <a:p>
            <a:r>
              <a:rPr lang="vi-VN"/>
              <a:t>Phân hoạch quanh các tâm: Chia dữ liệu thành k nhóm với giá trị k định trước.</a:t>
            </a:r>
          </a:p>
          <a:p>
            <a:r>
              <a:rPr lang="vi-VN"/>
              <a:t>k-means: phương pháp phân cụm động (dynamic cluster), tâm di động (mobile center)</a:t>
            </a:r>
          </a:p>
          <a:p>
            <a:r>
              <a:rPr lang="vi-VN"/>
              <a:t>Các phương pháp mở rộng: k-modes, k-medoids (PAM, CLARA, CLARANS, ...)</a:t>
            </a:r>
          </a:p>
          <a:p>
            <a:endParaRPr lang="en-US"/>
          </a:p>
        </p:txBody>
      </p:sp>
      <p:sp>
        <p:nvSpPr>
          <p:cNvPr id="4" name="object 4"/>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p:txBody>
          <a:bodyPr/>
          <a:lstStyle/>
          <a:p>
            <a:r>
              <a:rPr lang="en-US"/>
              <a:t>Phân cụm phân hoạch…</a:t>
            </a:r>
            <a:endParaRPr lang="en-US" dirty="0"/>
          </a:p>
        </p:txBody>
      </p:sp>
      <p:sp>
        <p:nvSpPr>
          <p:cNvPr id="7" name="Content Placeholder 6"/>
          <p:cNvSpPr>
            <a:spLocks noGrp="1"/>
          </p:cNvSpPr>
          <p:nvPr>
            <p:ph idx="1"/>
          </p:nvPr>
        </p:nvSpPr>
        <p:spPr/>
        <p:txBody>
          <a:bodyPr/>
          <a:lstStyle/>
          <a:p>
            <a:r>
              <a:rPr lang="vi-VN" dirty="0"/>
              <a:t>Nguyên tắc</a:t>
            </a:r>
          </a:p>
          <a:p>
            <a:pPr lvl="1"/>
            <a:r>
              <a:rPr lang="vi-VN" dirty="0"/>
              <a:t>Giảm số biến (ví dụ: phân tích </a:t>
            </a:r>
            <a:r>
              <a:rPr lang="vi-VN"/>
              <a:t>thành phần</a:t>
            </a:r>
            <a:r>
              <a:rPr lang="en-US"/>
              <a:t> - PCA</a:t>
            </a:r>
            <a:r>
              <a:rPr lang="vi-VN"/>
              <a:t>)</a:t>
            </a:r>
            <a:endParaRPr lang="vi-VN" dirty="0"/>
          </a:p>
          <a:p>
            <a:pPr lvl="1"/>
            <a:r>
              <a:rPr lang="vi-VN" dirty="0"/>
              <a:t>Thực hiện phân cụm</a:t>
            </a:r>
          </a:p>
          <a:p>
            <a:r>
              <a:rPr lang="vi-VN" dirty="0"/>
              <a:t>Lựa chọn tham số và đánh gia</a:t>
            </a:r>
          </a:p>
          <a:p>
            <a:pPr lvl="1"/>
            <a:r>
              <a:rPr lang="vi-VN" dirty="0"/>
              <a:t>Số cụm?</a:t>
            </a:r>
          </a:p>
          <a:p>
            <a:pPr lvl="1"/>
            <a:r>
              <a:rPr lang="vi-VN" dirty="0"/>
              <a:t>Chất lượng phân </a:t>
            </a:r>
            <a:r>
              <a:rPr lang="vi-VN"/>
              <a:t>cụm?</a:t>
            </a:r>
            <a:endParaRPr lang="vi-VN" dirty="0"/>
          </a:p>
        </p:txBody>
      </p:sp>
      <p:sp>
        <p:nvSpPr>
          <p:cNvPr id="4" name="object 4"/>
          <p:cNvSpPr txBox="1">
            <a:spLocks noGrp="1"/>
          </p:cNvSpPr>
          <p:nvPr>
            <p:ph type="sldNum" sz="quarter" idx="12"/>
          </p:nvPr>
        </p:nvSpPr>
        <p:spPr/>
        <p:txBody>
          <a:bodyPr/>
          <a:lstStyle/>
          <a:p>
            <a:fld id="{81D60167-4931-47E6-BA6A-407CBD079E47}" type="slidenum">
              <a:rPr lang="en-US" smtClean="0"/>
              <a:pPr/>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628650" y="365126"/>
            <a:ext cx="7886700" cy="1325563"/>
          </a:xfrm>
        </p:spPr>
        <p:txBody>
          <a:bodyPr vert="horz" wrap="square" lIns="0" tIns="207570" rIns="0" bIns="0" rtlCol="0">
            <a:spAutoFit/>
          </a:bodyPr>
          <a:lstStyle/>
          <a:p>
            <a:r>
              <a:rPr lang="en-US" dirty="0"/>
              <a:t>Thuật toán k-means</a:t>
            </a:r>
          </a:p>
        </p:txBody>
      </p:sp>
      <p:sp>
        <p:nvSpPr>
          <p:cNvPr id="19" name="Content Placeholder 18">
            <a:extLst>
              <a:ext uri="{FF2B5EF4-FFF2-40B4-BE49-F238E27FC236}">
                <a16:creationId xmlns:a16="http://schemas.microsoft.com/office/drawing/2014/main" id="{E2A3C5AE-A975-3931-82F9-C0B379D89648}"/>
              </a:ext>
            </a:extLst>
          </p:cNvPr>
          <p:cNvSpPr>
            <a:spLocks noGrp="1"/>
          </p:cNvSpPr>
          <p:nvPr>
            <p:ph idx="1"/>
          </p:nvPr>
        </p:nvSpPr>
        <p:spPr>
          <a:xfrm>
            <a:off x="628650" y="1825625"/>
            <a:ext cx="7886700" cy="4351338"/>
          </a:xfrm>
        </p:spPr>
        <p:txBody>
          <a:bodyPr/>
          <a:lstStyle/>
          <a:p>
            <a:r>
              <a:rPr lang="vi-VN"/>
              <a:t>MacQeen đề xuất năm 1967.</a:t>
            </a:r>
          </a:p>
          <a:p>
            <a:r>
              <a:rPr lang="vi-VN"/>
              <a:t>Sinh ra k cụm DL {C1, C2, …,Ck} từ một tập DL chứa n đối tượng trong không gian d chiều Xi = (xi1, xi2, …, xid) (i=1…n). </a:t>
            </a:r>
          </a:p>
          <a:p>
            <a:r>
              <a:rPr lang="vi-VN"/>
              <a:t>Sao cho hàm tiêu chuẩn: đạt giá trị tối thiểu.</a:t>
            </a:r>
          </a:p>
          <a:p>
            <a:pPr lvl="1"/>
            <a:r>
              <a:rPr lang="vi-VN"/>
              <a:t>mi là trọng tâm của cụm Ci.</a:t>
            </a:r>
          </a:p>
          <a:p>
            <a:pPr lvl="1"/>
            <a:r>
              <a:rPr lang="vi-VN"/>
              <a:t>D  là khoảng cách giữa hai đối tượng.</a:t>
            </a:r>
          </a:p>
          <a:p>
            <a:endParaRPr lang="vi-VN"/>
          </a:p>
          <a:p>
            <a:endParaRPr lang="vi-VN"/>
          </a:p>
          <a:p>
            <a:endParaRPr lang="vi-VN"/>
          </a:p>
          <a:p>
            <a:endParaRPr lang="en-US"/>
          </a:p>
        </p:txBody>
      </p:sp>
      <p:grpSp>
        <p:nvGrpSpPr>
          <p:cNvPr id="18" name="Group 17">
            <a:extLst>
              <a:ext uri="{FF2B5EF4-FFF2-40B4-BE49-F238E27FC236}">
                <a16:creationId xmlns:a16="http://schemas.microsoft.com/office/drawing/2014/main" id="{5A5384EF-E4CD-02EF-DA44-B15C12C19DC7}"/>
              </a:ext>
            </a:extLst>
          </p:cNvPr>
          <p:cNvGrpSpPr/>
          <p:nvPr/>
        </p:nvGrpSpPr>
        <p:grpSpPr>
          <a:xfrm>
            <a:off x="2743200" y="5378504"/>
            <a:ext cx="3154852" cy="804144"/>
            <a:chOff x="5840240" y="4741165"/>
            <a:chExt cx="3154852" cy="804144"/>
          </a:xfrm>
        </p:grpSpPr>
        <p:sp>
          <p:nvSpPr>
            <p:cNvPr id="6" name="object 6"/>
            <p:cNvSpPr txBox="1"/>
            <p:nvPr/>
          </p:nvSpPr>
          <p:spPr>
            <a:xfrm>
              <a:off x="6325355" y="4837781"/>
              <a:ext cx="694690" cy="551180"/>
            </a:xfrm>
            <a:prstGeom prst="rect">
              <a:avLst/>
            </a:prstGeom>
          </p:spPr>
          <p:txBody>
            <a:bodyPr vert="horz" wrap="square" lIns="0" tIns="12065" rIns="0" bIns="0" rtlCol="0">
              <a:spAutoFit/>
            </a:bodyPr>
            <a:lstStyle/>
            <a:p>
              <a:pPr marL="12700">
                <a:lnSpc>
                  <a:spcPct val="100000"/>
                </a:lnSpc>
                <a:spcBef>
                  <a:spcPts val="95"/>
                </a:spcBef>
              </a:pPr>
              <a:r>
                <a:rPr sz="3450" spc="140" dirty="0">
                  <a:latin typeface="Symbol"/>
                  <a:cs typeface="Symbol"/>
                </a:rPr>
                <a:t></a:t>
              </a:r>
              <a:endParaRPr sz="3450">
                <a:latin typeface="Symbol"/>
                <a:cs typeface="Symbol"/>
              </a:endParaRPr>
            </a:p>
          </p:txBody>
        </p:sp>
        <p:sp>
          <p:nvSpPr>
            <p:cNvPr id="7" name="object 7"/>
            <p:cNvSpPr txBox="1"/>
            <p:nvPr/>
          </p:nvSpPr>
          <p:spPr>
            <a:xfrm>
              <a:off x="5840240" y="4915899"/>
              <a:ext cx="446405" cy="375920"/>
            </a:xfrm>
            <a:prstGeom prst="rect">
              <a:avLst/>
            </a:prstGeom>
          </p:spPr>
          <p:txBody>
            <a:bodyPr vert="horz" wrap="square" lIns="0" tIns="12065" rIns="0" bIns="0" rtlCol="0">
              <a:spAutoFit/>
            </a:bodyPr>
            <a:lstStyle/>
            <a:p>
              <a:pPr marL="12700">
                <a:lnSpc>
                  <a:spcPct val="100000"/>
                </a:lnSpc>
                <a:spcBef>
                  <a:spcPts val="95"/>
                </a:spcBef>
              </a:pPr>
              <a:r>
                <a:rPr sz="2300" i="1" dirty="0">
                  <a:latin typeface="Times New Roman"/>
                  <a:cs typeface="Times New Roman"/>
                </a:rPr>
                <a:t>E</a:t>
              </a:r>
              <a:r>
                <a:rPr sz="2300" i="1" spc="60" dirty="0">
                  <a:latin typeface="Times New Roman"/>
                  <a:cs typeface="Times New Roman"/>
                </a:rPr>
                <a:t> </a:t>
              </a:r>
              <a:r>
                <a:rPr sz="2300" spc="-50" dirty="0">
                  <a:latin typeface="Symbol"/>
                  <a:cs typeface="Symbol"/>
                </a:rPr>
                <a:t></a:t>
              </a:r>
              <a:endParaRPr sz="2300">
                <a:latin typeface="Symbol"/>
                <a:cs typeface="Symbol"/>
              </a:endParaRPr>
            </a:p>
          </p:txBody>
        </p:sp>
        <p:sp>
          <p:nvSpPr>
            <p:cNvPr id="8" name="object 8"/>
            <p:cNvSpPr txBox="1"/>
            <p:nvPr/>
          </p:nvSpPr>
          <p:spPr>
            <a:xfrm>
              <a:off x="6437349" y="4741165"/>
              <a:ext cx="101600" cy="229870"/>
            </a:xfrm>
            <a:prstGeom prst="rect">
              <a:avLst/>
            </a:prstGeom>
          </p:spPr>
          <p:txBody>
            <a:bodyPr vert="horz" wrap="square" lIns="0" tIns="17145" rIns="0" bIns="0" rtlCol="0">
              <a:spAutoFit/>
            </a:bodyPr>
            <a:lstStyle/>
            <a:p>
              <a:pPr marL="12700">
                <a:lnSpc>
                  <a:spcPct val="100000"/>
                </a:lnSpc>
                <a:spcBef>
                  <a:spcPts val="135"/>
                </a:spcBef>
              </a:pPr>
              <a:r>
                <a:rPr sz="1300" i="1" spc="-50" dirty="0">
                  <a:latin typeface="Times New Roman"/>
                  <a:cs typeface="Times New Roman"/>
                </a:rPr>
                <a:t>k</a:t>
              </a:r>
              <a:endParaRPr sz="1300">
                <a:latin typeface="Times New Roman"/>
                <a:cs typeface="Times New Roman"/>
              </a:endParaRPr>
            </a:p>
          </p:txBody>
        </p:sp>
        <p:sp>
          <p:nvSpPr>
            <p:cNvPr id="9" name="object 9"/>
            <p:cNvSpPr txBox="1"/>
            <p:nvPr/>
          </p:nvSpPr>
          <p:spPr>
            <a:xfrm>
              <a:off x="7008121" y="5159202"/>
              <a:ext cx="205104" cy="229870"/>
            </a:xfrm>
            <a:prstGeom prst="rect">
              <a:avLst/>
            </a:prstGeom>
          </p:spPr>
          <p:txBody>
            <a:bodyPr vert="horz" wrap="square" lIns="0" tIns="17145" rIns="0" bIns="0" rtlCol="0">
              <a:spAutoFit/>
            </a:bodyPr>
            <a:lstStyle/>
            <a:p>
              <a:pPr marL="12700">
                <a:lnSpc>
                  <a:spcPct val="100000"/>
                </a:lnSpc>
                <a:spcBef>
                  <a:spcPts val="135"/>
                </a:spcBef>
              </a:pPr>
              <a:r>
                <a:rPr sz="1300" i="1" spc="-25" dirty="0">
                  <a:latin typeface="Times New Roman"/>
                  <a:cs typeface="Times New Roman"/>
                </a:rPr>
                <a:t>x</a:t>
              </a:r>
              <a:r>
                <a:rPr sz="1300" spc="-25" dirty="0">
                  <a:latin typeface="Symbol"/>
                  <a:cs typeface="Symbol"/>
                </a:rPr>
                <a:t></a:t>
              </a:r>
              <a:endParaRPr sz="1300" dirty="0">
                <a:latin typeface="Symbol"/>
                <a:cs typeface="Symbol"/>
              </a:endParaRPr>
            </a:p>
          </p:txBody>
        </p:sp>
        <p:sp>
          <p:nvSpPr>
            <p:cNvPr id="10" name="object 10"/>
            <p:cNvSpPr txBox="1"/>
            <p:nvPr/>
          </p:nvSpPr>
          <p:spPr>
            <a:xfrm>
              <a:off x="8813301" y="5149064"/>
              <a:ext cx="73025" cy="229870"/>
            </a:xfrm>
            <a:prstGeom prst="rect">
              <a:avLst/>
            </a:prstGeom>
          </p:spPr>
          <p:txBody>
            <a:bodyPr vert="horz" wrap="square" lIns="0" tIns="17145" rIns="0" bIns="0" rtlCol="0">
              <a:spAutoFit/>
            </a:bodyPr>
            <a:lstStyle/>
            <a:p>
              <a:pPr marL="12700">
                <a:lnSpc>
                  <a:spcPct val="100000"/>
                </a:lnSpc>
                <a:spcBef>
                  <a:spcPts val="135"/>
                </a:spcBef>
              </a:pPr>
              <a:r>
                <a:rPr sz="1300" i="1" spc="-50" dirty="0">
                  <a:latin typeface="Times New Roman"/>
                  <a:cs typeface="Times New Roman"/>
                </a:rPr>
                <a:t>i</a:t>
              </a:r>
              <a:endParaRPr sz="1300">
                <a:latin typeface="Times New Roman"/>
                <a:cs typeface="Times New Roman"/>
              </a:endParaRPr>
            </a:p>
          </p:txBody>
        </p:sp>
        <p:sp>
          <p:nvSpPr>
            <p:cNvPr id="11" name="object 11"/>
            <p:cNvSpPr txBox="1"/>
            <p:nvPr/>
          </p:nvSpPr>
          <p:spPr>
            <a:xfrm>
              <a:off x="7184796" y="5104343"/>
              <a:ext cx="220979" cy="375920"/>
            </a:xfrm>
            <a:prstGeom prst="rect">
              <a:avLst/>
            </a:prstGeom>
          </p:spPr>
          <p:txBody>
            <a:bodyPr vert="horz" wrap="square" lIns="0" tIns="12065" rIns="0" bIns="0" rtlCol="0">
              <a:spAutoFit/>
            </a:bodyPr>
            <a:lstStyle/>
            <a:p>
              <a:pPr marL="12700">
                <a:lnSpc>
                  <a:spcPct val="100000"/>
                </a:lnSpc>
                <a:spcBef>
                  <a:spcPts val="95"/>
                </a:spcBef>
              </a:pPr>
              <a:r>
                <a:rPr sz="2300" i="1" spc="-50" dirty="0">
                  <a:latin typeface="Times New Roman"/>
                  <a:cs typeface="Times New Roman"/>
                </a:rPr>
                <a:t>C</a:t>
              </a:r>
              <a:endParaRPr sz="2300">
                <a:latin typeface="Times New Roman"/>
                <a:cs typeface="Times New Roman"/>
              </a:endParaRPr>
            </a:p>
          </p:txBody>
        </p:sp>
        <p:sp>
          <p:nvSpPr>
            <p:cNvPr id="12" name="object 12"/>
            <p:cNvSpPr txBox="1"/>
            <p:nvPr/>
          </p:nvSpPr>
          <p:spPr>
            <a:xfrm>
              <a:off x="7400410" y="5292779"/>
              <a:ext cx="59690" cy="171450"/>
            </a:xfrm>
            <a:prstGeom prst="rect">
              <a:avLst/>
            </a:prstGeom>
          </p:spPr>
          <p:txBody>
            <a:bodyPr vert="horz" wrap="square" lIns="0" tIns="13335" rIns="0" bIns="0" rtlCol="0">
              <a:spAutoFit/>
            </a:bodyPr>
            <a:lstStyle/>
            <a:p>
              <a:pPr marL="12700">
                <a:lnSpc>
                  <a:spcPct val="100000"/>
                </a:lnSpc>
                <a:spcBef>
                  <a:spcPts val="105"/>
                </a:spcBef>
              </a:pPr>
              <a:r>
                <a:rPr sz="950" i="1" spc="-50" dirty="0">
                  <a:latin typeface="Times New Roman"/>
                  <a:cs typeface="Times New Roman"/>
                </a:rPr>
                <a:t>i</a:t>
              </a:r>
              <a:endParaRPr sz="950">
                <a:latin typeface="Times New Roman"/>
                <a:cs typeface="Times New Roman"/>
              </a:endParaRPr>
            </a:p>
          </p:txBody>
        </p:sp>
        <p:sp>
          <p:nvSpPr>
            <p:cNvPr id="13" name="object 13"/>
            <p:cNvSpPr txBox="1"/>
            <p:nvPr/>
          </p:nvSpPr>
          <p:spPr>
            <a:xfrm>
              <a:off x="6368493" y="5315439"/>
              <a:ext cx="260985" cy="229870"/>
            </a:xfrm>
            <a:prstGeom prst="rect">
              <a:avLst/>
            </a:prstGeom>
          </p:spPr>
          <p:txBody>
            <a:bodyPr vert="horz" wrap="square" lIns="0" tIns="17145" rIns="0" bIns="0" rtlCol="0">
              <a:spAutoFit/>
            </a:bodyPr>
            <a:lstStyle/>
            <a:p>
              <a:pPr marL="12700">
                <a:lnSpc>
                  <a:spcPct val="100000"/>
                </a:lnSpc>
                <a:spcBef>
                  <a:spcPts val="135"/>
                </a:spcBef>
              </a:pPr>
              <a:r>
                <a:rPr sz="1300" i="1" dirty="0">
                  <a:latin typeface="Times New Roman"/>
                  <a:cs typeface="Times New Roman"/>
                </a:rPr>
                <a:t>i</a:t>
              </a:r>
              <a:r>
                <a:rPr sz="1300" i="1" spc="-190" dirty="0">
                  <a:latin typeface="Times New Roman"/>
                  <a:cs typeface="Times New Roman"/>
                </a:rPr>
                <a:t> </a:t>
              </a:r>
              <a:r>
                <a:rPr sz="1300" spc="-25" dirty="0">
                  <a:latin typeface="Symbol"/>
                  <a:cs typeface="Symbol"/>
                </a:rPr>
                <a:t></a:t>
              </a:r>
              <a:r>
                <a:rPr sz="1300" spc="-25" dirty="0">
                  <a:latin typeface="Times New Roman"/>
                  <a:cs typeface="Times New Roman"/>
                </a:rPr>
                <a:t>1</a:t>
              </a:r>
              <a:endParaRPr sz="1300" dirty="0">
                <a:latin typeface="Times New Roman"/>
                <a:cs typeface="Times New Roman"/>
              </a:endParaRPr>
            </a:p>
          </p:txBody>
        </p:sp>
        <p:sp>
          <p:nvSpPr>
            <p:cNvPr id="14" name="object 14"/>
            <p:cNvSpPr txBox="1"/>
            <p:nvPr/>
          </p:nvSpPr>
          <p:spPr>
            <a:xfrm>
              <a:off x="7501039" y="4864620"/>
              <a:ext cx="1341755" cy="551180"/>
            </a:xfrm>
            <a:prstGeom prst="rect">
              <a:avLst/>
            </a:prstGeom>
          </p:spPr>
          <p:txBody>
            <a:bodyPr vert="horz" wrap="square" lIns="0" tIns="12065" rIns="0" bIns="0" rtlCol="0">
              <a:spAutoFit/>
            </a:bodyPr>
            <a:lstStyle/>
            <a:p>
              <a:pPr marL="12700">
                <a:lnSpc>
                  <a:spcPct val="100000"/>
                </a:lnSpc>
                <a:spcBef>
                  <a:spcPts val="95"/>
                </a:spcBef>
                <a:tabLst>
                  <a:tab pos="1010919" algn="l"/>
                </a:tabLst>
              </a:pPr>
              <a:r>
                <a:rPr sz="3450" i="1" spc="-50" dirty="0">
                  <a:latin typeface="Times New Roman"/>
                  <a:cs typeface="Times New Roman"/>
                </a:rPr>
                <a:t>D</a:t>
              </a:r>
              <a:r>
                <a:rPr sz="3450" i="1" dirty="0">
                  <a:latin typeface="Times New Roman"/>
                  <a:cs typeface="Times New Roman"/>
                </a:rPr>
                <a:t>	</a:t>
              </a:r>
              <a:r>
                <a:rPr sz="3450" i="1" spc="-50" dirty="0">
                  <a:latin typeface="Times New Roman"/>
                  <a:cs typeface="Times New Roman"/>
                </a:rPr>
                <a:t>m</a:t>
              </a:r>
              <a:endParaRPr sz="3450">
                <a:latin typeface="Times New Roman"/>
                <a:cs typeface="Times New Roman"/>
              </a:endParaRPr>
            </a:p>
          </p:txBody>
        </p:sp>
        <p:sp>
          <p:nvSpPr>
            <p:cNvPr id="15" name="object 15"/>
            <p:cNvSpPr txBox="1"/>
            <p:nvPr/>
          </p:nvSpPr>
          <p:spPr>
            <a:xfrm>
              <a:off x="7826234" y="4868793"/>
              <a:ext cx="111125" cy="229870"/>
            </a:xfrm>
            <a:prstGeom prst="rect">
              <a:avLst/>
            </a:prstGeom>
          </p:spPr>
          <p:txBody>
            <a:bodyPr vert="horz" wrap="square" lIns="0" tIns="17145" rIns="0" bIns="0" rtlCol="0">
              <a:spAutoFit/>
            </a:bodyPr>
            <a:lstStyle/>
            <a:p>
              <a:pPr marL="12700">
                <a:lnSpc>
                  <a:spcPct val="100000"/>
                </a:lnSpc>
                <a:spcBef>
                  <a:spcPts val="135"/>
                </a:spcBef>
              </a:pPr>
              <a:r>
                <a:rPr sz="1300" spc="-50" dirty="0">
                  <a:latin typeface="Times New Roman"/>
                  <a:cs typeface="Times New Roman"/>
                </a:rPr>
                <a:t>2</a:t>
              </a:r>
              <a:endParaRPr sz="1300">
                <a:latin typeface="Times New Roman"/>
                <a:cs typeface="Times New Roman"/>
              </a:endParaRPr>
            </a:p>
          </p:txBody>
        </p:sp>
        <p:sp>
          <p:nvSpPr>
            <p:cNvPr id="16" name="object 16"/>
            <p:cNvSpPr txBox="1"/>
            <p:nvPr/>
          </p:nvSpPr>
          <p:spPr>
            <a:xfrm>
              <a:off x="7955598" y="4915899"/>
              <a:ext cx="1039494" cy="375920"/>
            </a:xfrm>
            <a:prstGeom prst="rect">
              <a:avLst/>
            </a:prstGeom>
          </p:spPr>
          <p:txBody>
            <a:bodyPr vert="horz" wrap="square" lIns="0" tIns="12065" rIns="0" bIns="0" rtlCol="0">
              <a:spAutoFit/>
            </a:bodyPr>
            <a:lstStyle/>
            <a:p>
              <a:pPr marL="12700">
                <a:lnSpc>
                  <a:spcPct val="100000"/>
                </a:lnSpc>
                <a:spcBef>
                  <a:spcPts val="95"/>
                </a:spcBef>
                <a:tabLst>
                  <a:tab pos="928369" algn="l"/>
                </a:tabLst>
              </a:pPr>
              <a:r>
                <a:rPr sz="2300" spc="75" dirty="0">
                  <a:latin typeface="Times New Roman"/>
                  <a:cs typeface="Times New Roman"/>
                </a:rPr>
                <a:t>(</a:t>
              </a:r>
              <a:r>
                <a:rPr sz="2300" i="1" spc="75" dirty="0">
                  <a:latin typeface="Times New Roman"/>
                  <a:cs typeface="Times New Roman"/>
                </a:rPr>
                <a:t>x</a:t>
              </a:r>
              <a:r>
                <a:rPr sz="2300" i="1" spc="-25" dirty="0">
                  <a:latin typeface="Times New Roman"/>
                  <a:cs typeface="Times New Roman"/>
                </a:rPr>
                <a:t> </a:t>
              </a:r>
              <a:r>
                <a:rPr sz="2300" spc="-50" dirty="0">
                  <a:latin typeface="Symbol"/>
                  <a:cs typeface="Symbol"/>
                </a:rPr>
                <a:t></a:t>
              </a:r>
              <a:r>
                <a:rPr sz="2300" dirty="0">
                  <a:latin typeface="Times New Roman"/>
                  <a:cs typeface="Times New Roman"/>
                </a:rPr>
                <a:t>	</a:t>
              </a:r>
              <a:r>
                <a:rPr sz="2300" spc="-50" dirty="0">
                  <a:latin typeface="Times New Roman"/>
                  <a:cs typeface="Times New Roman"/>
                </a:rPr>
                <a:t>)</a:t>
              </a:r>
              <a:endParaRPr sz="2300" dirty="0">
                <a:latin typeface="Times New Roman"/>
                <a:cs typeface="Times New Roman"/>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object 3"/>
          <p:cNvSpPr txBox="1">
            <a:spLocks noGrp="1"/>
          </p:cNvSpPr>
          <p:nvPr>
            <p:ph type="title"/>
          </p:nvPr>
        </p:nvSpPr>
        <p:spPr>
          <a:xfrm>
            <a:off x="628650" y="365126"/>
            <a:ext cx="7886700" cy="1325563"/>
          </a:xfrm>
        </p:spPr>
        <p:txBody>
          <a:bodyPr vert="horz" lIns="91440" tIns="45720" rIns="91440" bIns="45720" rtlCol="0" anchor="ctr">
            <a:normAutofit/>
          </a:bodyPr>
          <a:lstStyle/>
          <a:p>
            <a:r>
              <a:rPr lang="en-US"/>
              <a:t>Thuật toán k-means…</a:t>
            </a:r>
          </a:p>
        </p:txBody>
      </p:sp>
      <p:sp>
        <p:nvSpPr>
          <p:cNvPr id="7" name="Content Placeholder 6">
            <a:extLst>
              <a:ext uri="{FF2B5EF4-FFF2-40B4-BE49-F238E27FC236}">
                <a16:creationId xmlns:a16="http://schemas.microsoft.com/office/drawing/2014/main" id="{C2B63259-618B-EDD7-5ACC-5F2FDA6CDBAA}"/>
              </a:ext>
            </a:extLst>
          </p:cNvPr>
          <p:cNvSpPr>
            <a:spLocks noGrp="1"/>
          </p:cNvSpPr>
          <p:nvPr>
            <p:ph idx="1"/>
          </p:nvPr>
        </p:nvSpPr>
        <p:spPr/>
        <p:txBody>
          <a:bodyPr>
            <a:normAutofit lnSpcReduction="10000"/>
          </a:bodyPr>
          <a:lstStyle/>
          <a:p>
            <a:pPr lvl="0"/>
            <a:r>
              <a:rPr lang="en-US"/>
              <a:t>Trọng tâm của một cụm là một véc tơ, trong đó giá trị của mỗi phần tử của nó là trung bình cộng của các thành phần tương ứng của các đối tượng vectơ DL trong cụm đang xét.</a:t>
            </a:r>
          </a:p>
          <a:p>
            <a:pPr lvl="0"/>
            <a:r>
              <a:rPr lang="en-US"/>
              <a:t>Tham số đầu vào của thuật toán là số cụm </a:t>
            </a:r>
            <a:r>
              <a:rPr lang="en-US" i="1"/>
              <a:t>k</a:t>
            </a:r>
            <a:r>
              <a:rPr lang="en-US"/>
              <a:t>.</a:t>
            </a:r>
          </a:p>
          <a:p>
            <a:pPr lvl="0"/>
            <a:r>
              <a:rPr lang="en-US"/>
              <a:t>Đầu ra là các trọng tâm của các cụm.</a:t>
            </a:r>
          </a:p>
          <a:p>
            <a:pPr lvl="0"/>
            <a:r>
              <a:rPr lang="en-US"/>
              <a:t>Độ đo khoảng cách </a:t>
            </a:r>
            <a:r>
              <a:rPr lang="en-US" i="1"/>
              <a:t>D </a:t>
            </a:r>
            <a:r>
              <a:rPr lang="en-US"/>
              <a:t>giữa các đối tượng thường dùng khoảng cách Euclide, vì đây là mô hình khoảng cách dễ để lấy đạo hàm và xác định các cực trị tối thiểu.</a:t>
            </a:r>
          </a:p>
          <a:p>
            <a:pPr lvl="0"/>
            <a:r>
              <a:rPr lang="en-US"/>
              <a:t>Hàm tiêu chuẩn và độ đo khoảng cách có thể được xác định cụ thể hơn tuỳ vào ứng dụng.</a:t>
            </a:r>
          </a:p>
          <a:p>
            <a:endParaRPr lang="en-US"/>
          </a:p>
        </p:txBody>
      </p:sp>
      <p:sp>
        <p:nvSpPr>
          <p:cNvPr id="4" name="object 4"/>
          <p:cNvSpPr txBox="1">
            <a:spLocks noGrp="1"/>
          </p:cNvSpPr>
          <p:nvPr>
            <p:ph type="sldNum" sz="quarter" idx="12"/>
          </p:nvPr>
        </p:nvSpPr>
        <p:spPr>
          <a:xfrm>
            <a:off x="6457950" y="6356351"/>
            <a:ext cx="2057400" cy="365125"/>
          </a:xfrm>
        </p:spPr>
        <p:txBody>
          <a:bodyPr vert="horz" lIns="91440" tIns="45720" rIns="91440" bIns="45720" rtlCol="0" anchor="ctr">
            <a:normAutofit/>
          </a:bodyPr>
          <a:lstStyle/>
          <a:p>
            <a:fld id="{81D60167-4931-47E6-BA6A-407CBD079E47}" type="slidenum">
              <a:rPr lang="en-US"/>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365126"/>
            <a:ext cx="7886700" cy="1325563"/>
          </a:xfrm>
        </p:spPr>
        <p:txBody>
          <a:bodyPr vert="horz" wrap="square" lIns="0" tIns="207570" rIns="0" bIns="0" rtlCol="0">
            <a:spAutoFit/>
          </a:bodyPr>
          <a:lstStyle/>
          <a:p>
            <a:r>
              <a:rPr lang="en-US" dirty="0"/>
              <a:t>Thuật toán k-means…</a:t>
            </a:r>
          </a:p>
        </p:txBody>
      </p:sp>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C1D88211-FA1B-885B-2813-03A0D1676517}"/>
                  </a:ext>
                </a:extLst>
              </p:cNvPr>
              <p:cNvSpPr>
                <a:spLocks noGrp="1"/>
              </p:cNvSpPr>
              <p:nvPr>
                <p:ph idx="1"/>
              </p:nvPr>
            </p:nvSpPr>
            <p:spPr>
              <a:xfrm>
                <a:off x="628650" y="1825625"/>
                <a:ext cx="7886700" cy="4351338"/>
              </a:xfrm>
            </p:spPr>
            <p:txBody>
              <a:bodyPr>
                <a:normAutofit fontScale="70000" lnSpcReduction="20000"/>
              </a:bodyPr>
              <a:lstStyle/>
              <a:p>
                <a:r>
                  <a:rPr lang="en-US" dirty="0"/>
                  <a:t>Input: </a:t>
                </a:r>
                <a:r>
                  <a:rPr lang="en-US" dirty="0" err="1"/>
                  <a:t>Số</a:t>
                </a:r>
                <a:r>
                  <a:rPr lang="en-US" dirty="0"/>
                  <a:t> </a:t>
                </a:r>
                <a:r>
                  <a:rPr lang="en-US" dirty="0" err="1"/>
                  <a:t>cụm</a:t>
                </a:r>
                <a:r>
                  <a:rPr lang="en-US" dirty="0"/>
                  <a:t> K </a:t>
                </a:r>
                <a:r>
                  <a:rPr lang="en-US" dirty="0" err="1"/>
                  <a:t>và</a:t>
                </a:r>
                <a:r>
                  <a:rPr lang="en-US" dirty="0"/>
                  <a:t> </a:t>
                </a:r>
                <a:r>
                  <a:rPr lang="en-US" dirty="0" err="1"/>
                  <a:t>các</a:t>
                </a:r>
                <a:r>
                  <a:rPr lang="en-US" dirty="0"/>
                  <a:t> </a:t>
                </a:r>
                <a:r>
                  <a:rPr lang="en-US" dirty="0" err="1"/>
                  <a:t>trong</a:t>
                </a:r>
                <a:r>
                  <a:rPr lang="en-US" dirty="0"/>
                  <a:t> </a:t>
                </a:r>
                <a:r>
                  <a:rPr lang="en-US" dirty="0" err="1"/>
                  <a:t>tâm</a:t>
                </a:r>
                <a:r>
                  <a:rPr lang="en-US" dirty="0"/>
                  <a:t> </a:t>
                </a:r>
                <a:r>
                  <a:rPr lang="en-US" dirty="0" err="1"/>
                  <a:t>cụm</a:t>
                </a:r>
                <a:r>
                  <a:rPr lang="en-US" dirty="0"/>
                  <a:t> </a:t>
                </a:r>
                <a14:m>
                  <m:oMath xmlns:m="http://schemas.openxmlformats.org/officeDocument/2006/math">
                    <m:sSubSup>
                      <m:sSubSupPr>
                        <m:ctrlPr>
                          <a:rPr lang="en-US" i="1" smtClean="0">
                            <a:latin typeface="Cambria Math" panose="02040503050406030204" pitchFamily="18" charset="0"/>
                          </a:rPr>
                        </m:ctrlPr>
                      </m:sSubSupPr>
                      <m:e>
                        <m:sSub>
                          <m:sSubPr>
                            <m:ctrlPr>
                              <a:rPr lang="en-US" i="1" smtClean="0">
                                <a:latin typeface="Cambria Math" panose="02040503050406030204" pitchFamily="18" charset="0"/>
                              </a:rPr>
                            </m:ctrlPr>
                          </m:sSubPr>
                          <m:e>
                            <m:r>
                              <a:rPr lang="en-US" smtClean="0">
                                <a:latin typeface="Cambria Math" panose="02040503050406030204" pitchFamily="18" charset="0"/>
                              </a:rPr>
                              <m:t>{</m:t>
                            </m:r>
                            <m:r>
                              <m:rPr>
                                <m:sty m:val="p"/>
                              </m:rPr>
                              <a:rPr lang="en-US" smtClean="0">
                                <a:latin typeface="Cambria Math" panose="02040503050406030204" pitchFamily="18" charset="0"/>
                              </a:rPr>
                              <m:t>m</m:t>
                            </m:r>
                          </m:e>
                          <m:sub>
                            <m:r>
                              <m:rPr>
                                <m:sty m:val="p"/>
                              </m:rPr>
                              <a:rPr lang="en-US" smtClean="0">
                                <a:latin typeface="Cambria Math" panose="02040503050406030204" pitchFamily="18" charset="0"/>
                              </a:rPr>
                              <m:t>i</m:t>
                            </m:r>
                          </m:sub>
                        </m:sSub>
                        <m:r>
                          <a:rPr lang="en-US" smtClean="0">
                            <a:latin typeface="Cambria Math" panose="02040503050406030204" pitchFamily="18" charset="0"/>
                          </a:rPr>
                          <m:t>}</m:t>
                        </m:r>
                      </m:e>
                      <m:sub>
                        <m:r>
                          <m:rPr>
                            <m:sty m:val="p"/>
                          </m:rPr>
                          <a:rPr lang="en-US" smtClean="0">
                            <a:latin typeface="Cambria Math" panose="02040503050406030204" pitchFamily="18" charset="0"/>
                          </a:rPr>
                          <m:t>j</m:t>
                        </m:r>
                        <m:r>
                          <a:rPr lang="en-US" smtClean="0">
                            <a:latin typeface="Cambria Math" panose="02040503050406030204" pitchFamily="18" charset="0"/>
                          </a:rPr>
                          <m:t>=1</m:t>
                        </m:r>
                      </m:sub>
                      <m:sup>
                        <m:r>
                          <m:rPr>
                            <m:sty m:val="p"/>
                          </m:rPr>
                          <a:rPr lang="en-US" smtClean="0">
                            <a:latin typeface="Cambria Math" panose="02040503050406030204" pitchFamily="18" charset="0"/>
                          </a:rPr>
                          <m:t>k</m:t>
                        </m:r>
                      </m:sup>
                    </m:sSubSup>
                  </m:oMath>
                </a14:m>
                <a:endParaRPr lang="en-US" dirty="0"/>
              </a:p>
              <a:p>
                <a:r>
                  <a:rPr lang="en-US" dirty="0"/>
                  <a:t>Output: Các </a:t>
                </a:r>
                <a:r>
                  <a:rPr lang="en-US" dirty="0" err="1"/>
                  <a:t>cụm</a:t>
                </a:r>
                <a:r>
                  <a:rPr lang="en-US" dirty="0"/>
                  <a:t> Ci (</a:t>
                </a:r>
                <a:r>
                  <a:rPr lang="en-US" dirty="0" err="1"/>
                  <a:t>i</a:t>
                </a:r>
                <a:r>
                  <a:rPr lang="en-US" dirty="0"/>
                  <a:t>=1, ..k) </a:t>
                </a:r>
                <a:r>
                  <a:rPr lang="en-US" dirty="0" err="1"/>
                  <a:t>và</a:t>
                </a:r>
                <a:r>
                  <a:rPr lang="en-US" dirty="0"/>
                  <a:t> </a:t>
                </a:r>
                <a:r>
                  <a:rPr lang="en-US" dirty="0" err="1"/>
                  <a:t>hàm</a:t>
                </a:r>
                <a:r>
                  <a:rPr lang="en-US" dirty="0"/>
                  <a:t> </a:t>
                </a:r>
                <a:r>
                  <a:rPr lang="en-US" dirty="0" err="1"/>
                  <a:t>tiêu</a:t>
                </a:r>
                <a:r>
                  <a:rPr lang="en-US" dirty="0"/>
                  <a:t> </a:t>
                </a:r>
                <a:r>
                  <a:rPr lang="en-US" dirty="0" err="1"/>
                  <a:t>chuẩn</a:t>
                </a:r>
                <a:r>
                  <a:rPr lang="en-US" dirty="0"/>
                  <a:t> E </a:t>
                </a:r>
                <a:r>
                  <a:rPr lang="en-US" dirty="0" err="1"/>
                  <a:t>đạt</a:t>
                </a:r>
                <a:r>
                  <a:rPr lang="en-US" dirty="0"/>
                  <a:t> </a:t>
                </a:r>
                <a:r>
                  <a:rPr lang="en-US" dirty="0" err="1"/>
                  <a:t>giá</a:t>
                </a:r>
                <a:r>
                  <a:rPr lang="en-US" dirty="0"/>
                  <a:t> </a:t>
                </a:r>
                <a:r>
                  <a:rPr lang="en-US" dirty="0" err="1"/>
                  <a:t>trị</a:t>
                </a:r>
                <a:r>
                  <a:rPr lang="en-US" dirty="0"/>
                  <a:t> </a:t>
                </a:r>
                <a:r>
                  <a:rPr lang="en-US" dirty="0" err="1"/>
                  <a:t>tối</a:t>
                </a:r>
                <a:r>
                  <a:rPr lang="en-US" dirty="0"/>
                  <a:t> </a:t>
                </a:r>
                <a:r>
                  <a:rPr lang="en-US" dirty="0" err="1"/>
                  <a:t>thiểu</a:t>
                </a:r>
                <a:r>
                  <a:rPr lang="en-US" dirty="0"/>
                  <a:t>;</a:t>
                </a:r>
              </a:p>
              <a:p>
                <a:r>
                  <a:rPr lang="en-US" dirty="0"/>
                  <a:t>Begin:</a:t>
                </a:r>
              </a:p>
              <a:p>
                <a:pPr lvl="1"/>
                <a:r>
                  <a:rPr lang="en-US" dirty="0" err="1"/>
                  <a:t>Bước</a:t>
                </a:r>
                <a:r>
                  <a:rPr lang="en-US" dirty="0"/>
                  <a:t> 1: </a:t>
                </a:r>
                <a:r>
                  <a:rPr lang="en-US" dirty="0" err="1"/>
                  <a:t>Khởi</a:t>
                </a:r>
                <a:r>
                  <a:rPr lang="en-US" dirty="0"/>
                  <a:t> </a:t>
                </a:r>
                <a:r>
                  <a:rPr lang="en-US" dirty="0" err="1"/>
                  <a:t>tạo</a:t>
                </a:r>
                <a:endParaRPr lang="en-US" dirty="0"/>
              </a:p>
              <a:p>
                <a:pPr lvl="1"/>
                <a:r>
                  <a:rPr lang="en-US" dirty="0" err="1"/>
                  <a:t>Chọn</a:t>
                </a:r>
                <a:r>
                  <a:rPr lang="en-US" dirty="0"/>
                  <a:t> </a:t>
                </a:r>
                <a:r>
                  <a:rPr lang="en-US" dirty="0" err="1"/>
                  <a:t>trọng</a:t>
                </a:r>
                <a:r>
                  <a:rPr lang="en-US" dirty="0"/>
                  <a:t> </a:t>
                </a:r>
                <a:r>
                  <a:rPr lang="en-US" dirty="0" err="1"/>
                  <a:t>tâm</a:t>
                </a:r>
                <a:r>
                  <a:rPr lang="en-US" dirty="0"/>
                  <a:t> </a:t>
                </a:r>
                <a14:m>
                  <m:oMath xmlns:m="http://schemas.openxmlformats.org/officeDocument/2006/math">
                    <m:sSubSup>
                      <m:sSubSupPr>
                        <m:ctrlPr>
                          <a:rPr lang="en-US" i="1" smtClean="0">
                            <a:latin typeface="Cambria Math" panose="02040503050406030204" pitchFamily="18" charset="0"/>
                          </a:rPr>
                        </m:ctrlPr>
                      </m:sSubSupPr>
                      <m:e>
                        <m:sSub>
                          <m:sSubPr>
                            <m:ctrlPr>
                              <a:rPr lang="en-US" i="1" smtClean="0">
                                <a:latin typeface="Cambria Math" panose="02040503050406030204" pitchFamily="18" charset="0"/>
                              </a:rPr>
                            </m:ctrlPr>
                          </m:sSubPr>
                          <m:e>
                            <m:r>
                              <a:rPr lang="en-US" smtClean="0">
                                <a:latin typeface="Cambria Math" panose="02040503050406030204" pitchFamily="18" charset="0"/>
                              </a:rPr>
                              <m:t>{</m:t>
                            </m:r>
                            <m:r>
                              <m:rPr>
                                <m:sty m:val="p"/>
                              </m:rPr>
                              <a:rPr lang="en-US" smtClean="0">
                                <a:latin typeface="Cambria Math" panose="02040503050406030204" pitchFamily="18" charset="0"/>
                              </a:rPr>
                              <m:t>m</m:t>
                            </m:r>
                          </m:e>
                          <m:sub>
                            <m:r>
                              <m:rPr>
                                <m:sty m:val="p"/>
                              </m:rPr>
                              <a:rPr lang="en-US" smtClean="0">
                                <a:latin typeface="Cambria Math" panose="02040503050406030204" pitchFamily="18" charset="0"/>
                              </a:rPr>
                              <m:t>i</m:t>
                            </m:r>
                          </m:sub>
                        </m:sSub>
                        <m:r>
                          <a:rPr lang="en-US" smtClean="0">
                            <a:latin typeface="Cambria Math" panose="02040503050406030204" pitchFamily="18" charset="0"/>
                          </a:rPr>
                          <m:t>}</m:t>
                        </m:r>
                      </m:e>
                      <m:sub>
                        <m:r>
                          <m:rPr>
                            <m:sty m:val="p"/>
                          </m:rPr>
                          <a:rPr lang="en-US" smtClean="0">
                            <a:latin typeface="Cambria Math" panose="02040503050406030204" pitchFamily="18" charset="0"/>
                          </a:rPr>
                          <m:t>j</m:t>
                        </m:r>
                        <m:r>
                          <a:rPr lang="en-US" smtClean="0">
                            <a:latin typeface="Cambria Math" panose="02040503050406030204" pitchFamily="18" charset="0"/>
                          </a:rPr>
                          <m:t>=1</m:t>
                        </m:r>
                      </m:sub>
                      <m:sup>
                        <m:r>
                          <m:rPr>
                            <m:sty m:val="p"/>
                          </m:rPr>
                          <a:rPr lang="en-US" smtClean="0">
                            <a:latin typeface="Cambria Math" panose="02040503050406030204" pitchFamily="18" charset="0"/>
                          </a:rPr>
                          <m:t>k</m:t>
                        </m:r>
                      </m:sup>
                    </m:sSubSup>
                  </m:oMath>
                </a14:m>
                <a:r>
                  <a:rPr lang="en-US" dirty="0"/>
                  <a:t>ban </a:t>
                </a:r>
                <a:r>
                  <a:rPr lang="en-US" dirty="0" err="1"/>
                  <a:t>đầu</a:t>
                </a:r>
                <a:r>
                  <a:rPr lang="en-US" dirty="0"/>
                  <a:t> </a:t>
                </a:r>
                <a:r>
                  <a:rPr lang="en-US" dirty="0" err="1"/>
                  <a:t>trong</a:t>
                </a:r>
                <a:r>
                  <a:rPr lang="en-US" dirty="0"/>
                  <a:t> </a:t>
                </a:r>
                <a:r>
                  <a:rPr lang="en-US" dirty="0" err="1"/>
                  <a:t>không</a:t>
                </a:r>
                <a:r>
                  <a:rPr lang="en-US" dirty="0"/>
                  <a:t> </a:t>
                </a:r>
                <a:r>
                  <a:rPr lang="en-US" dirty="0" err="1"/>
                  <a:t>gian</a:t>
                </a:r>
                <a:r>
                  <a:rPr lang="en-US" dirty="0"/>
                  <a:t> </a:t>
                </a:r>
                <a14:m>
                  <m:oMath xmlns:m="http://schemas.openxmlformats.org/officeDocument/2006/math">
                    <m:sSup>
                      <m:sSupPr>
                        <m:ctrlPr>
                          <a:rPr lang="en-US" i="1" smtClean="0">
                            <a:latin typeface="Cambria Math" panose="02040503050406030204" pitchFamily="18" charset="0"/>
                          </a:rPr>
                        </m:ctrlPr>
                      </m:sSupPr>
                      <m:e>
                        <m:r>
                          <a:rPr lang="en-US" smtClean="0">
                            <a:latin typeface="Cambria Math" panose="02040503050406030204" pitchFamily="18" charset="0"/>
                          </a:rPr>
                          <m:t>𝑅</m:t>
                        </m:r>
                      </m:e>
                      <m:sup>
                        <m:r>
                          <a:rPr lang="en-US" smtClean="0">
                            <a:latin typeface="Cambria Math" panose="02040503050406030204" pitchFamily="18" charset="0"/>
                          </a:rPr>
                          <m:t>𝑑</m:t>
                        </m:r>
                      </m:sup>
                    </m:sSup>
                  </m:oMath>
                </a14:m>
                <a:r>
                  <a:rPr lang="en-US" dirty="0"/>
                  <a:t> (d </a:t>
                </a:r>
                <a:r>
                  <a:rPr lang="en-US" dirty="0" err="1"/>
                  <a:t>là</a:t>
                </a:r>
                <a:r>
                  <a:rPr lang="en-US" dirty="0"/>
                  <a:t> </a:t>
                </a:r>
                <a:r>
                  <a:rPr lang="en-US" dirty="0" err="1"/>
                  <a:t>số</a:t>
                </a:r>
                <a:r>
                  <a:rPr lang="en-US" dirty="0"/>
                  <a:t> </a:t>
                </a:r>
                <a:r>
                  <a:rPr lang="en-US" dirty="0" err="1"/>
                  <a:t>chiều</a:t>
                </a:r>
                <a:r>
                  <a:rPr lang="en-US" dirty="0"/>
                  <a:t> </a:t>
                </a:r>
                <a:r>
                  <a:rPr lang="en-US" dirty="0" err="1"/>
                  <a:t>của</a:t>
                </a:r>
                <a:r>
                  <a:rPr lang="en-US" dirty="0"/>
                  <a:t> </a:t>
                </a:r>
                <a:r>
                  <a:rPr lang="en-US" dirty="0" err="1"/>
                  <a:t>dữ</a:t>
                </a:r>
                <a:r>
                  <a:rPr lang="en-US" dirty="0"/>
                  <a:t> </a:t>
                </a:r>
                <a:r>
                  <a:rPr lang="en-US" dirty="0" err="1"/>
                  <a:t>liệu</a:t>
                </a:r>
                <a:r>
                  <a:rPr lang="en-US" dirty="0"/>
                  <a:t>). </a:t>
                </a:r>
                <a:r>
                  <a:rPr lang="en-US" dirty="0" err="1"/>
                  <a:t>Việc</a:t>
                </a:r>
                <a:r>
                  <a:rPr lang="en-US" dirty="0"/>
                  <a:t> </a:t>
                </a:r>
                <a:r>
                  <a:rPr lang="en-US" dirty="0" err="1"/>
                  <a:t>lựa</a:t>
                </a:r>
                <a:r>
                  <a:rPr lang="en-US" dirty="0"/>
                  <a:t> </a:t>
                </a:r>
                <a:r>
                  <a:rPr lang="en-US" dirty="0" err="1"/>
                  <a:t>chọn</a:t>
                </a:r>
                <a:r>
                  <a:rPr lang="en-US" dirty="0"/>
                  <a:t> </a:t>
                </a:r>
                <a:r>
                  <a:rPr lang="en-US" dirty="0" err="1"/>
                  <a:t>này</a:t>
                </a:r>
                <a:r>
                  <a:rPr lang="en-US" dirty="0"/>
                  <a:t> </a:t>
                </a:r>
                <a:r>
                  <a:rPr lang="en-US" dirty="0" err="1"/>
                  <a:t>có</a:t>
                </a:r>
                <a:r>
                  <a:rPr lang="en-US" dirty="0"/>
                  <a:t> </a:t>
                </a:r>
                <a:r>
                  <a:rPr lang="en-US" dirty="0" err="1"/>
                  <a:t>thể</a:t>
                </a:r>
                <a:r>
                  <a:rPr lang="en-US" dirty="0"/>
                  <a:t> </a:t>
                </a:r>
                <a:r>
                  <a:rPr lang="en-US" dirty="0" err="1"/>
                  <a:t>ngẫu</a:t>
                </a:r>
                <a:r>
                  <a:rPr lang="en-US" dirty="0"/>
                  <a:t> </a:t>
                </a:r>
                <a:r>
                  <a:rPr lang="en-US" dirty="0" err="1"/>
                  <a:t>nhiên</a:t>
                </a:r>
                <a:r>
                  <a:rPr lang="en-US" dirty="0"/>
                  <a:t> </a:t>
                </a:r>
                <a:r>
                  <a:rPr lang="en-US" dirty="0" err="1"/>
                  <a:t>hoặc</a:t>
                </a:r>
                <a:r>
                  <a:rPr lang="en-US" dirty="0"/>
                  <a:t> </a:t>
                </a:r>
                <a:r>
                  <a:rPr lang="en-US" dirty="0" err="1"/>
                  <a:t>theo</a:t>
                </a:r>
                <a:r>
                  <a:rPr lang="en-US" dirty="0"/>
                  <a:t> </a:t>
                </a:r>
                <a:r>
                  <a:rPr lang="en-US" dirty="0" err="1"/>
                  <a:t>kinh</a:t>
                </a:r>
                <a:r>
                  <a:rPr lang="en-US" dirty="0"/>
                  <a:t> </a:t>
                </a:r>
                <a:r>
                  <a:rPr lang="en-US" dirty="0" err="1"/>
                  <a:t>nghiệm</a:t>
                </a:r>
                <a:r>
                  <a:rPr lang="en-US" dirty="0"/>
                  <a:t>.</a:t>
                </a:r>
              </a:p>
              <a:p>
                <a:pPr lvl="1"/>
                <a:r>
                  <a:rPr lang="en-US" dirty="0" err="1"/>
                  <a:t>Bước</a:t>
                </a:r>
                <a:r>
                  <a:rPr lang="en-US" dirty="0"/>
                  <a:t> 2: </a:t>
                </a:r>
                <a:r>
                  <a:rPr lang="en-US" dirty="0" err="1"/>
                  <a:t>Tính</a:t>
                </a:r>
                <a:r>
                  <a:rPr lang="en-US" dirty="0"/>
                  <a:t> </a:t>
                </a:r>
                <a:r>
                  <a:rPr lang="en-US" dirty="0" err="1"/>
                  <a:t>toán</a:t>
                </a:r>
                <a:r>
                  <a:rPr lang="en-US" dirty="0"/>
                  <a:t> </a:t>
                </a:r>
                <a:r>
                  <a:rPr lang="en-US" dirty="0" err="1"/>
                  <a:t>khoảng</a:t>
                </a:r>
                <a:r>
                  <a:rPr lang="en-US" dirty="0"/>
                  <a:t> </a:t>
                </a:r>
                <a:r>
                  <a:rPr lang="en-US" dirty="0" err="1"/>
                  <a:t>cách</a:t>
                </a:r>
                <a:endParaRPr lang="en-US" dirty="0"/>
              </a:p>
              <a:p>
                <a:pPr lvl="1"/>
                <a:r>
                  <a:rPr lang="en-US" dirty="0" err="1"/>
                  <a:t>Với</a:t>
                </a:r>
                <a:r>
                  <a:rPr lang="en-US" dirty="0"/>
                  <a:t> </a:t>
                </a:r>
                <a:r>
                  <a:rPr lang="en-US" dirty="0" err="1"/>
                  <a:t>mỗi</a:t>
                </a:r>
                <a:r>
                  <a:rPr lang="en-US" dirty="0"/>
                  <a:t> </a:t>
                </a:r>
                <a:r>
                  <a:rPr lang="en-US" dirty="0" err="1"/>
                  <a:t>điểm</a:t>
                </a:r>
                <a:r>
                  <a:rPr lang="en-US" dirty="0"/>
                  <a:t> Xi (1</a:t>
                </a:r>
                <a:r>
                  <a:rPr lang="en-US" dirty="0">
                    <a:sym typeface="Symbol" panose="05050102010706020507" pitchFamily="18" charset="2"/>
                  </a:rPr>
                  <a:t></a:t>
                </a:r>
                <a:r>
                  <a:rPr lang="en-US" dirty="0"/>
                  <a:t>i</a:t>
                </a:r>
                <a:r>
                  <a:rPr lang="en-US" dirty="0">
                    <a:sym typeface="Symbol" panose="05050102010706020507" pitchFamily="18" charset="2"/>
                  </a:rPr>
                  <a:t>  </a:t>
                </a:r>
                <a:r>
                  <a:rPr lang="en-US" dirty="0"/>
                  <a:t>n), </a:t>
                </a:r>
                <a:r>
                  <a:rPr lang="en-US" dirty="0" err="1"/>
                  <a:t>tính</a:t>
                </a:r>
                <a:r>
                  <a:rPr lang="en-US" dirty="0"/>
                  <a:t> </a:t>
                </a:r>
                <a:r>
                  <a:rPr lang="en-US" dirty="0" err="1"/>
                  <a:t>toán</a:t>
                </a:r>
                <a:r>
                  <a:rPr lang="en-US" dirty="0"/>
                  <a:t> </a:t>
                </a:r>
                <a:r>
                  <a:rPr lang="en-US" dirty="0" err="1"/>
                  <a:t>khoảng</a:t>
                </a:r>
                <a:r>
                  <a:rPr lang="en-US" dirty="0"/>
                  <a:t> </a:t>
                </a:r>
                <a:r>
                  <a:rPr lang="en-US" dirty="0" err="1"/>
                  <a:t>cách</a:t>
                </a:r>
                <a:r>
                  <a:rPr lang="en-US" dirty="0"/>
                  <a:t> </a:t>
                </a:r>
                <a:r>
                  <a:rPr lang="en-US" dirty="0" err="1"/>
                  <a:t>của</a:t>
                </a:r>
                <a:r>
                  <a:rPr lang="en-US" dirty="0"/>
                  <a:t> </a:t>
                </a:r>
                <a:r>
                  <a:rPr lang="en-US" dirty="0" err="1"/>
                  <a:t>nó</a:t>
                </a:r>
                <a:r>
                  <a:rPr lang="en-US" dirty="0"/>
                  <a:t> </a:t>
                </a:r>
                <a:r>
                  <a:rPr lang="en-US" dirty="0" err="1"/>
                  <a:t>tới</a:t>
                </a:r>
                <a:r>
                  <a:rPr lang="en-US" dirty="0"/>
                  <a:t> </a:t>
                </a:r>
                <a:r>
                  <a:rPr lang="en-US" dirty="0" err="1"/>
                  <a:t>mỗi</a:t>
                </a:r>
                <a:r>
                  <a:rPr lang="en-US" dirty="0"/>
                  <a:t> </a:t>
                </a:r>
                <a:r>
                  <a:rPr lang="en-US" dirty="0" err="1"/>
                  <a:t>trọng</a:t>
                </a:r>
                <a:r>
                  <a:rPr lang="en-US" dirty="0"/>
                  <a:t> </a:t>
                </a:r>
                <a:r>
                  <a:rPr lang="en-US" dirty="0" err="1"/>
                  <a:t>tâm</a:t>
                </a:r>
                <a:r>
                  <a:rPr lang="en-US" dirty="0"/>
                  <a:t> </a:t>
                </a:r>
                <a:r>
                  <a:rPr lang="en-US" dirty="0" err="1"/>
                  <a:t>mj</a:t>
                </a:r>
                <a:r>
                  <a:rPr lang="en-US" dirty="0"/>
                  <a:t> (j=1,..k) </a:t>
                </a:r>
                <a:r>
                  <a:rPr lang="en-US" dirty="0" err="1"/>
                  <a:t>và</a:t>
                </a:r>
                <a:r>
                  <a:rPr lang="en-US" dirty="0"/>
                  <a:t> </a:t>
                </a:r>
                <a:r>
                  <a:rPr lang="en-US" dirty="0" err="1"/>
                  <a:t>sau</a:t>
                </a:r>
                <a:r>
                  <a:rPr lang="en-US" dirty="0"/>
                  <a:t> </a:t>
                </a:r>
                <a:r>
                  <a:rPr lang="en-US" dirty="0" err="1"/>
                  <a:t>đó</a:t>
                </a:r>
                <a:r>
                  <a:rPr lang="en-US" dirty="0"/>
                  <a:t> </a:t>
                </a:r>
                <a:r>
                  <a:rPr lang="en-US" dirty="0" err="1"/>
                  <a:t>tìm</a:t>
                </a:r>
                <a:r>
                  <a:rPr lang="en-US" dirty="0"/>
                  <a:t> </a:t>
                </a:r>
                <a:r>
                  <a:rPr lang="en-US" dirty="0" err="1"/>
                  <a:t>trọng</a:t>
                </a:r>
                <a:r>
                  <a:rPr lang="en-US" dirty="0"/>
                  <a:t> </a:t>
                </a:r>
                <a:r>
                  <a:rPr lang="en-US" dirty="0" err="1"/>
                  <a:t>tâm</a:t>
                </a:r>
                <a:r>
                  <a:rPr lang="en-US" dirty="0"/>
                  <a:t> </a:t>
                </a:r>
                <a:r>
                  <a:rPr lang="en-US" dirty="0" err="1"/>
                  <a:t>gần</a:t>
                </a:r>
                <a:r>
                  <a:rPr lang="en-US" dirty="0"/>
                  <a:t> </a:t>
                </a:r>
                <a:r>
                  <a:rPr lang="en-US" dirty="0" err="1"/>
                  <a:t>nhất</a:t>
                </a:r>
                <a:r>
                  <a:rPr lang="en-US" dirty="0"/>
                  <a:t> </a:t>
                </a:r>
                <a:r>
                  <a:rPr lang="en-US" dirty="0" err="1"/>
                  <a:t>đối</a:t>
                </a:r>
                <a:r>
                  <a:rPr lang="en-US" dirty="0"/>
                  <a:t> </a:t>
                </a:r>
                <a:r>
                  <a:rPr lang="en-US" dirty="0" err="1"/>
                  <a:t>với</a:t>
                </a:r>
                <a:r>
                  <a:rPr lang="en-US" dirty="0"/>
                  <a:t> </a:t>
                </a:r>
                <a:r>
                  <a:rPr lang="en-US" dirty="0" err="1"/>
                  <a:t>mỗi</a:t>
                </a:r>
                <a:r>
                  <a:rPr lang="en-US" dirty="0"/>
                  <a:t> </a:t>
                </a:r>
                <a:r>
                  <a:rPr lang="en-US" dirty="0" err="1"/>
                  <a:t>điểm</a:t>
                </a:r>
                <a:r>
                  <a:rPr lang="en-US" dirty="0"/>
                  <a:t> </a:t>
                </a:r>
                <a:r>
                  <a:rPr lang="en-US" dirty="0" err="1"/>
                  <a:t>dữ</a:t>
                </a:r>
                <a:r>
                  <a:rPr lang="en-US" dirty="0"/>
                  <a:t> </a:t>
                </a:r>
                <a:r>
                  <a:rPr lang="en-US" dirty="0" err="1"/>
                  <a:t>liệu</a:t>
                </a:r>
                <a:r>
                  <a:rPr lang="en-US" dirty="0"/>
                  <a:t>.</a:t>
                </a:r>
              </a:p>
              <a:p>
                <a:pPr lvl="1"/>
                <a:r>
                  <a:rPr lang="en-US" dirty="0" err="1"/>
                  <a:t>Bước</a:t>
                </a:r>
                <a:r>
                  <a:rPr lang="en-US" dirty="0"/>
                  <a:t> 3: </a:t>
                </a:r>
                <a:r>
                  <a:rPr lang="en-US" dirty="0" err="1"/>
                  <a:t>Cập</a:t>
                </a:r>
                <a:r>
                  <a:rPr lang="en-US" dirty="0"/>
                  <a:t> </a:t>
                </a:r>
                <a:r>
                  <a:rPr lang="en-US" dirty="0" err="1"/>
                  <a:t>nhật</a:t>
                </a:r>
                <a:r>
                  <a:rPr lang="en-US" dirty="0"/>
                  <a:t> </a:t>
                </a:r>
                <a:r>
                  <a:rPr lang="en-US" dirty="0" err="1"/>
                  <a:t>lại</a:t>
                </a:r>
                <a:r>
                  <a:rPr lang="en-US" dirty="0"/>
                  <a:t> </a:t>
                </a:r>
                <a:r>
                  <a:rPr lang="en-US" dirty="0" err="1"/>
                  <a:t>trọng</a:t>
                </a:r>
                <a:r>
                  <a:rPr lang="en-US" dirty="0"/>
                  <a:t> </a:t>
                </a:r>
                <a:r>
                  <a:rPr lang="en-US" dirty="0" err="1"/>
                  <a:t>tâm</a:t>
                </a:r>
                <a:endParaRPr lang="en-US" dirty="0"/>
              </a:p>
              <a:p>
                <a:pPr lvl="1"/>
                <a:r>
                  <a:rPr lang="en-US" dirty="0" err="1"/>
                  <a:t>Đối</a:t>
                </a:r>
                <a:r>
                  <a:rPr lang="en-US" dirty="0"/>
                  <a:t> </a:t>
                </a:r>
                <a:r>
                  <a:rPr lang="en-US" dirty="0" err="1"/>
                  <a:t>với</a:t>
                </a:r>
                <a:r>
                  <a:rPr lang="en-US" dirty="0"/>
                  <a:t> </a:t>
                </a:r>
                <a:r>
                  <a:rPr lang="en-US" dirty="0" err="1"/>
                  <a:t>mỗi</a:t>
                </a:r>
                <a:r>
                  <a:rPr lang="en-US" dirty="0"/>
                  <a:t> j (j=1,..k) </a:t>
                </a:r>
                <a:r>
                  <a:rPr lang="en-US" dirty="0" err="1"/>
                  <a:t>cập</a:t>
                </a:r>
                <a:r>
                  <a:rPr lang="en-US" dirty="0"/>
                  <a:t> </a:t>
                </a:r>
                <a:r>
                  <a:rPr lang="en-US" dirty="0" err="1"/>
                  <a:t>nhật</a:t>
                </a:r>
                <a:r>
                  <a:rPr lang="en-US" dirty="0"/>
                  <a:t> </a:t>
                </a:r>
                <a:r>
                  <a:rPr lang="en-US" dirty="0" err="1"/>
                  <a:t>lại</a:t>
                </a:r>
                <a:r>
                  <a:rPr lang="en-US" dirty="0"/>
                  <a:t> </a:t>
                </a:r>
                <a:r>
                  <a:rPr lang="en-US" dirty="0" err="1"/>
                  <a:t>trọng</a:t>
                </a:r>
                <a:r>
                  <a:rPr lang="en-US" dirty="0"/>
                  <a:t> </a:t>
                </a:r>
                <a:r>
                  <a:rPr lang="en-US" dirty="0" err="1"/>
                  <a:t>tâm</a:t>
                </a:r>
                <a:r>
                  <a:rPr lang="en-US" dirty="0"/>
                  <a:t> </a:t>
                </a:r>
                <a:r>
                  <a:rPr lang="en-US" dirty="0" err="1"/>
                  <a:t>cụm</a:t>
                </a:r>
                <a:r>
                  <a:rPr lang="en-US" dirty="0"/>
                  <a:t> </a:t>
                </a:r>
                <a:r>
                  <a:rPr lang="en-US" dirty="0" err="1"/>
                  <a:t>mj</a:t>
                </a:r>
                <a:r>
                  <a:rPr lang="en-US" dirty="0"/>
                  <a:t> </a:t>
                </a:r>
                <a:r>
                  <a:rPr lang="en-US" dirty="0" err="1"/>
                  <a:t>bằng</a:t>
                </a:r>
                <a:r>
                  <a:rPr lang="en-US" dirty="0"/>
                  <a:t> </a:t>
                </a:r>
                <a:r>
                  <a:rPr lang="en-US" dirty="0" err="1"/>
                  <a:t>cách</a:t>
                </a:r>
                <a:r>
                  <a:rPr lang="en-US" dirty="0"/>
                  <a:t> </a:t>
                </a:r>
                <a:r>
                  <a:rPr lang="en-US" dirty="0" err="1"/>
                  <a:t>xác</a:t>
                </a:r>
                <a:r>
                  <a:rPr lang="en-US" dirty="0"/>
                  <a:t> </a:t>
                </a:r>
                <a:r>
                  <a:rPr lang="en-US" dirty="0" err="1"/>
                  <a:t>định</a:t>
                </a:r>
                <a:r>
                  <a:rPr lang="en-US" dirty="0"/>
                  <a:t> </a:t>
                </a:r>
                <a:r>
                  <a:rPr lang="en-US" dirty="0" err="1"/>
                  <a:t>trung</a:t>
                </a:r>
                <a:r>
                  <a:rPr lang="en-US" dirty="0"/>
                  <a:t> </a:t>
                </a:r>
                <a:r>
                  <a:rPr lang="en-US" dirty="0" err="1"/>
                  <a:t>bình</a:t>
                </a:r>
                <a:r>
                  <a:rPr lang="en-US" dirty="0"/>
                  <a:t> </a:t>
                </a:r>
                <a:r>
                  <a:rPr lang="en-US" dirty="0" err="1"/>
                  <a:t>cộng</a:t>
                </a:r>
                <a:r>
                  <a:rPr lang="en-US" dirty="0"/>
                  <a:t> </a:t>
                </a:r>
                <a:r>
                  <a:rPr lang="en-US" dirty="0" err="1"/>
                  <a:t>các</a:t>
                </a:r>
                <a:r>
                  <a:rPr lang="en-US" dirty="0"/>
                  <a:t> vector </a:t>
                </a:r>
                <a:r>
                  <a:rPr lang="en-US" dirty="0" err="1"/>
                  <a:t>đối</a:t>
                </a:r>
                <a:r>
                  <a:rPr lang="en-US" dirty="0"/>
                  <a:t> </a:t>
                </a:r>
                <a:r>
                  <a:rPr lang="en-US" dirty="0" err="1"/>
                  <a:t>tượng</a:t>
                </a:r>
                <a:r>
                  <a:rPr lang="en-US" dirty="0"/>
                  <a:t> </a:t>
                </a:r>
                <a:r>
                  <a:rPr lang="en-US" dirty="0" err="1"/>
                  <a:t>dữ</a:t>
                </a:r>
                <a:r>
                  <a:rPr lang="en-US" dirty="0"/>
                  <a:t> </a:t>
                </a:r>
                <a:r>
                  <a:rPr lang="en-US" dirty="0" err="1"/>
                  <a:t>liệu</a:t>
                </a:r>
                <a:r>
                  <a:rPr lang="en-US" dirty="0"/>
                  <a:t>.</a:t>
                </a:r>
              </a:p>
              <a:p>
                <a:pPr lvl="1"/>
                <a:r>
                  <a:rPr lang="en-US" dirty="0" err="1"/>
                  <a:t>Bước</a:t>
                </a:r>
                <a:r>
                  <a:rPr lang="en-US" dirty="0"/>
                  <a:t> 4: </a:t>
                </a:r>
                <a:r>
                  <a:rPr lang="en-US" dirty="0" err="1"/>
                  <a:t>Điều</a:t>
                </a:r>
                <a:r>
                  <a:rPr lang="en-US" dirty="0"/>
                  <a:t> </a:t>
                </a:r>
                <a:r>
                  <a:rPr lang="en-US" dirty="0" err="1"/>
                  <a:t>kiện</a:t>
                </a:r>
                <a:r>
                  <a:rPr lang="en-US" dirty="0"/>
                  <a:t> </a:t>
                </a:r>
                <a:r>
                  <a:rPr lang="en-US" dirty="0" err="1"/>
                  <a:t>dừng</a:t>
                </a:r>
                <a:endParaRPr lang="en-US" dirty="0"/>
              </a:p>
              <a:p>
                <a:pPr lvl="1"/>
                <a:r>
                  <a:rPr lang="en-US" dirty="0" err="1"/>
                  <a:t>Lặp</a:t>
                </a:r>
                <a:r>
                  <a:rPr lang="en-US" dirty="0"/>
                  <a:t> </a:t>
                </a:r>
                <a:r>
                  <a:rPr lang="en-US" dirty="0" err="1"/>
                  <a:t>lại</a:t>
                </a:r>
                <a:r>
                  <a:rPr lang="en-US" dirty="0"/>
                  <a:t> </a:t>
                </a:r>
                <a:r>
                  <a:rPr lang="en-US" dirty="0" err="1"/>
                  <a:t>bước</a:t>
                </a:r>
                <a:r>
                  <a:rPr lang="en-US" dirty="0"/>
                  <a:t> 2 </a:t>
                </a:r>
                <a:r>
                  <a:rPr lang="en-US" dirty="0" err="1"/>
                  <a:t>và</a:t>
                </a:r>
                <a:r>
                  <a:rPr lang="en-US" dirty="0"/>
                  <a:t> 3 </a:t>
                </a:r>
                <a:r>
                  <a:rPr lang="en-US" dirty="0" err="1"/>
                  <a:t>cho</a:t>
                </a:r>
                <a:r>
                  <a:rPr lang="en-US" dirty="0"/>
                  <a:t> </a:t>
                </a:r>
                <a:r>
                  <a:rPr lang="en-US" dirty="0" err="1"/>
                  <a:t>đến</a:t>
                </a:r>
                <a:r>
                  <a:rPr lang="en-US" dirty="0"/>
                  <a:t> </a:t>
                </a:r>
                <a:r>
                  <a:rPr lang="en-US" dirty="0" err="1"/>
                  <a:t>khi</a:t>
                </a:r>
                <a:r>
                  <a:rPr lang="en-US" dirty="0"/>
                  <a:t> </a:t>
                </a:r>
                <a:r>
                  <a:rPr lang="en-US" dirty="0" err="1"/>
                  <a:t>các</a:t>
                </a:r>
                <a:r>
                  <a:rPr lang="en-US" dirty="0"/>
                  <a:t> </a:t>
                </a:r>
                <a:r>
                  <a:rPr lang="en-US" dirty="0" err="1"/>
                  <a:t>trọng</a:t>
                </a:r>
                <a:r>
                  <a:rPr lang="en-US" dirty="0"/>
                  <a:t> </a:t>
                </a:r>
                <a:r>
                  <a:rPr lang="en-US" dirty="0" err="1"/>
                  <a:t>tâm</a:t>
                </a:r>
                <a:r>
                  <a:rPr lang="en-US" dirty="0"/>
                  <a:t> </a:t>
                </a:r>
                <a:r>
                  <a:rPr lang="en-US" dirty="0" err="1"/>
                  <a:t>của</a:t>
                </a:r>
                <a:r>
                  <a:rPr lang="en-US" dirty="0"/>
                  <a:t> </a:t>
                </a:r>
                <a:r>
                  <a:rPr lang="en-US" dirty="0" err="1"/>
                  <a:t>cụm</a:t>
                </a:r>
                <a:r>
                  <a:rPr lang="en-US" dirty="0"/>
                  <a:t> </a:t>
                </a:r>
                <a:r>
                  <a:rPr lang="en-US" dirty="0" err="1"/>
                  <a:t>không</a:t>
                </a:r>
                <a:r>
                  <a:rPr lang="en-US" dirty="0"/>
                  <a:t> </a:t>
                </a:r>
                <a:r>
                  <a:rPr lang="en-US" dirty="0" err="1"/>
                  <a:t>thay</a:t>
                </a:r>
                <a:r>
                  <a:rPr lang="en-US" dirty="0"/>
                  <a:t> </a:t>
                </a:r>
                <a:r>
                  <a:rPr lang="en-US" dirty="0" err="1"/>
                  <a:t>đổi</a:t>
                </a:r>
                <a:r>
                  <a:rPr lang="en-US" dirty="0"/>
                  <a:t>.</a:t>
                </a:r>
              </a:p>
              <a:p>
                <a:r>
                  <a:rPr lang="en-US" dirty="0"/>
                  <a:t>End</a:t>
                </a:r>
              </a:p>
              <a:p>
                <a:endParaRPr lang="en-US" dirty="0"/>
              </a:p>
              <a:p>
                <a:endParaRPr lang="en-US"/>
              </a:p>
            </p:txBody>
          </p:sp>
        </mc:Choice>
        <mc:Fallback xmlns="">
          <p:sp>
            <p:nvSpPr>
              <p:cNvPr id="7" name="Content Placeholder 6">
                <a:extLst>
                  <a:ext uri="{FF2B5EF4-FFF2-40B4-BE49-F238E27FC236}">
                    <a16:creationId xmlns:a16="http://schemas.microsoft.com/office/drawing/2014/main" id="{C1D88211-FA1B-885B-2813-03A0D1676517}"/>
                  </a:ext>
                </a:extLst>
              </p:cNvPr>
              <p:cNvSpPr>
                <a:spLocks noGrp="1" noRot="1" noChangeAspect="1" noMove="1" noResize="1" noEditPoints="1" noAdjustHandles="1" noChangeArrowheads="1" noChangeShapeType="1" noTextEdit="1"/>
              </p:cNvSpPr>
              <p:nvPr>
                <p:ph idx="1"/>
              </p:nvPr>
            </p:nvSpPr>
            <p:spPr>
              <a:xfrm>
                <a:off x="628650" y="1825625"/>
                <a:ext cx="7886700" cy="4351338"/>
              </a:xfrm>
              <a:blipFill>
                <a:blip r:embed="rId2"/>
                <a:stretch>
                  <a:fillRect l="-464" t="-1961" r="-1623"/>
                </a:stretch>
              </a:blipFill>
            </p:spPr>
            <p:txBody>
              <a:bodyPr/>
              <a:lstStyle/>
              <a:p>
                <a:r>
                  <a:rPr lang="en-US">
                    <a:noFill/>
                  </a:rPr>
                  <a:t> </a:t>
                </a:r>
              </a:p>
            </p:txBody>
          </p:sp>
        </mc:Fallback>
      </mc:AlternateContent>
      <p:sp>
        <p:nvSpPr>
          <p:cNvPr id="4" name="object 4"/>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20</a:t>
            </a:fld>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18177" y="848772"/>
            <a:ext cx="2410823" cy="2427828"/>
          </a:xfrm>
          <a:prstGeom prst="rect">
            <a:avLst/>
          </a:prstGeom>
        </p:spPr>
      </p:pic>
      <p:pic>
        <p:nvPicPr>
          <p:cNvPr id="3" name="object 3"/>
          <p:cNvPicPr/>
          <p:nvPr/>
        </p:nvPicPr>
        <p:blipFill>
          <a:blip r:embed="rId3" cstate="print"/>
          <a:stretch>
            <a:fillRect/>
          </a:stretch>
        </p:blipFill>
        <p:spPr>
          <a:xfrm>
            <a:off x="4583519" y="927978"/>
            <a:ext cx="2426882" cy="2462922"/>
          </a:xfrm>
          <a:prstGeom prst="rect">
            <a:avLst/>
          </a:prstGeom>
        </p:spPr>
      </p:pic>
      <p:pic>
        <p:nvPicPr>
          <p:cNvPr id="4" name="object 4"/>
          <p:cNvPicPr/>
          <p:nvPr/>
        </p:nvPicPr>
        <p:blipFill>
          <a:blip r:embed="rId4" cstate="print"/>
          <a:stretch>
            <a:fillRect/>
          </a:stretch>
        </p:blipFill>
        <p:spPr>
          <a:xfrm>
            <a:off x="990804" y="3723443"/>
            <a:ext cx="2361996" cy="2296357"/>
          </a:xfrm>
          <a:prstGeom prst="rect">
            <a:avLst/>
          </a:prstGeom>
        </p:spPr>
      </p:pic>
      <p:pic>
        <p:nvPicPr>
          <p:cNvPr id="5" name="object 5"/>
          <p:cNvPicPr/>
          <p:nvPr/>
        </p:nvPicPr>
        <p:blipFill>
          <a:blip r:embed="rId5" cstate="print"/>
          <a:stretch>
            <a:fillRect/>
          </a:stretch>
        </p:blipFill>
        <p:spPr>
          <a:xfrm>
            <a:off x="4583519" y="3723443"/>
            <a:ext cx="2361891" cy="2209800"/>
          </a:xfrm>
          <a:prstGeom prst="rect">
            <a:avLst/>
          </a:prstGeom>
        </p:spPr>
      </p:pic>
      <p:sp>
        <p:nvSpPr>
          <p:cNvPr id="6" name="object 6"/>
          <p:cNvSpPr txBox="1">
            <a:spLocks noGrp="1"/>
          </p:cNvSpPr>
          <p:nvPr>
            <p:ph type="sldNum" sz="quarter" idx="12"/>
          </p:nvPr>
        </p:nvSpPr>
        <p:spPr>
          <a:prstGeom prst="rect">
            <a:avLst/>
          </a:prstGeom>
        </p:spPr>
        <p:txBody>
          <a:bodyPr vert="horz" wrap="square" lIns="0" tIns="3810" rIns="0" bIns="0" rtlCol="0">
            <a:spAutoFit/>
          </a:bodyPr>
          <a:lstStyle/>
          <a:p>
            <a:pPr marL="38100">
              <a:lnSpc>
                <a:spcPct val="100000"/>
              </a:lnSpc>
              <a:spcBef>
                <a:spcPts val="30"/>
              </a:spcBef>
            </a:pPr>
            <a:fld id="{81D60167-4931-47E6-BA6A-407CBD079E47}" type="slidenum">
              <a:rPr spc="-25" dirty="0"/>
              <a:t>21</a:t>
            </a:fld>
            <a:endParaRPr spc="-2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07570" rIns="0" bIns="0" rtlCol="0">
            <a:spAutoFit/>
          </a:bodyPr>
          <a:lstStyle/>
          <a:p>
            <a:pPr marL="417195">
              <a:lnSpc>
                <a:spcPct val="100000"/>
              </a:lnSpc>
              <a:spcBef>
                <a:spcPts val="100"/>
              </a:spcBef>
            </a:pPr>
            <a:r>
              <a:rPr dirty="0"/>
              <a:t>Thu</a:t>
            </a:r>
            <a:r>
              <a:rPr dirty="0">
                <a:latin typeface="Calibri"/>
                <a:cs typeface="Calibri"/>
              </a:rPr>
              <a:t>ậ</a:t>
            </a:r>
            <a:r>
              <a:rPr dirty="0"/>
              <a:t>t</a:t>
            </a:r>
            <a:r>
              <a:rPr spc="-90" dirty="0"/>
              <a:t> </a:t>
            </a:r>
            <a:r>
              <a:rPr dirty="0"/>
              <a:t>toán</a:t>
            </a:r>
            <a:r>
              <a:rPr spc="-25" dirty="0"/>
              <a:t> </a:t>
            </a:r>
            <a:r>
              <a:rPr spc="-20" dirty="0"/>
              <a:t>k-</a:t>
            </a:r>
            <a:r>
              <a:rPr spc="-10" dirty="0"/>
              <a:t>means…</a:t>
            </a:r>
          </a:p>
        </p:txBody>
      </p:sp>
      <p:sp>
        <p:nvSpPr>
          <p:cNvPr id="4" name="object 4"/>
          <p:cNvSpPr txBox="1">
            <a:spLocks noGrp="1"/>
          </p:cNvSpPr>
          <p:nvPr>
            <p:ph type="sldNum" sz="quarter" idx="12"/>
          </p:nvPr>
        </p:nvSpPr>
        <p:spPr>
          <a:prstGeom prst="rect">
            <a:avLst/>
          </a:prstGeom>
        </p:spPr>
        <p:txBody>
          <a:bodyPr vert="horz" wrap="square" lIns="0" tIns="3810" rIns="0" bIns="0" rtlCol="0">
            <a:spAutoFit/>
          </a:bodyPr>
          <a:lstStyle/>
          <a:p>
            <a:pPr marL="38100">
              <a:lnSpc>
                <a:spcPct val="100000"/>
              </a:lnSpc>
              <a:spcBef>
                <a:spcPts val="30"/>
              </a:spcBef>
            </a:pPr>
            <a:fld id="{81D60167-4931-47E6-BA6A-407CBD079E47}" type="slidenum">
              <a:rPr spc="-25" dirty="0"/>
              <a:t>22</a:t>
            </a:fld>
            <a:endParaRPr spc="-25" dirty="0"/>
          </a:p>
        </p:txBody>
      </p:sp>
      <p:pic>
        <p:nvPicPr>
          <p:cNvPr id="3" name="object 3"/>
          <p:cNvPicPr/>
          <p:nvPr/>
        </p:nvPicPr>
        <p:blipFill>
          <a:blip r:embed="rId2" cstate="print"/>
          <a:srcRect b="9046"/>
          <a:stretch/>
        </p:blipFill>
        <p:spPr>
          <a:xfrm>
            <a:off x="0" y="533400"/>
            <a:ext cx="9144000" cy="47244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609599" y="304800"/>
            <a:ext cx="8323580" cy="6314440"/>
            <a:chOff x="609599" y="304800"/>
            <a:chExt cx="8323580" cy="6314440"/>
          </a:xfrm>
        </p:grpSpPr>
        <p:pic>
          <p:nvPicPr>
            <p:cNvPr id="3" name="object 3"/>
            <p:cNvPicPr/>
            <p:nvPr/>
          </p:nvPicPr>
          <p:blipFill>
            <a:blip r:embed="rId2" cstate="print"/>
            <a:stretch>
              <a:fillRect/>
            </a:stretch>
          </p:blipFill>
          <p:spPr>
            <a:xfrm>
              <a:off x="609600" y="304800"/>
              <a:ext cx="8072405" cy="3962400"/>
            </a:xfrm>
            <a:prstGeom prst="rect">
              <a:avLst/>
            </a:prstGeom>
          </p:spPr>
        </p:pic>
        <p:pic>
          <p:nvPicPr>
            <p:cNvPr id="4" name="object 4"/>
            <p:cNvPicPr/>
            <p:nvPr/>
          </p:nvPicPr>
          <p:blipFill>
            <a:blip r:embed="rId3" cstate="print"/>
            <a:stretch>
              <a:fillRect/>
            </a:stretch>
          </p:blipFill>
          <p:spPr>
            <a:xfrm>
              <a:off x="609599" y="4191000"/>
              <a:ext cx="8153398" cy="2362200"/>
            </a:xfrm>
            <a:prstGeom prst="rect">
              <a:avLst/>
            </a:prstGeom>
          </p:spPr>
        </p:pic>
      </p:grpSp>
      <p:sp>
        <p:nvSpPr>
          <p:cNvPr id="5" name="object 5"/>
          <p:cNvSpPr txBox="1"/>
          <p:nvPr/>
        </p:nvSpPr>
        <p:spPr>
          <a:xfrm>
            <a:off x="764540" y="-27431"/>
            <a:ext cx="1903730" cy="284480"/>
          </a:xfrm>
          <a:prstGeom prst="rect">
            <a:avLst/>
          </a:prstGeom>
        </p:spPr>
        <p:txBody>
          <a:bodyPr vert="horz" wrap="square" lIns="0" tIns="12700" rIns="0" bIns="0" rtlCol="0">
            <a:spAutoFit/>
          </a:bodyPr>
          <a:lstStyle/>
          <a:p>
            <a:pPr marL="12700">
              <a:lnSpc>
                <a:spcPct val="100000"/>
              </a:lnSpc>
              <a:spcBef>
                <a:spcPts val="100"/>
              </a:spcBef>
            </a:pPr>
            <a:r>
              <a:rPr sz="1700" b="1" dirty="0">
                <a:solidFill>
                  <a:srgbClr val="0B1AE3"/>
                </a:solidFill>
                <a:latin typeface="Gill Sans MT Bold"/>
                <a:cs typeface="Gill Sans MT Bold"/>
              </a:rPr>
              <a:t>Thu</a:t>
            </a:r>
            <a:r>
              <a:rPr sz="1700" b="1" dirty="0">
                <a:solidFill>
                  <a:srgbClr val="0B1AE3"/>
                </a:solidFill>
                <a:latin typeface="Calibri"/>
                <a:cs typeface="Calibri"/>
              </a:rPr>
              <a:t>ậ</a:t>
            </a:r>
            <a:r>
              <a:rPr sz="1700" b="1" dirty="0">
                <a:solidFill>
                  <a:srgbClr val="0B1AE3"/>
                </a:solidFill>
                <a:latin typeface="Gill Sans MT Bold"/>
                <a:cs typeface="Gill Sans MT Bold"/>
              </a:rPr>
              <a:t>t</a:t>
            </a:r>
            <a:r>
              <a:rPr sz="1700" b="1" spc="20" dirty="0">
                <a:solidFill>
                  <a:srgbClr val="0B1AE3"/>
                </a:solidFill>
                <a:latin typeface="Gill Sans MT Bold"/>
                <a:cs typeface="Gill Sans MT Bold"/>
              </a:rPr>
              <a:t> </a:t>
            </a:r>
            <a:r>
              <a:rPr sz="1700" b="1" dirty="0">
                <a:solidFill>
                  <a:srgbClr val="0B1AE3"/>
                </a:solidFill>
                <a:latin typeface="Gill Sans MT Bold"/>
                <a:cs typeface="Gill Sans MT Bold"/>
              </a:rPr>
              <a:t>toán</a:t>
            </a:r>
            <a:r>
              <a:rPr sz="1700" b="1" spc="30" dirty="0">
                <a:solidFill>
                  <a:srgbClr val="0B1AE3"/>
                </a:solidFill>
                <a:latin typeface="Gill Sans MT Bold"/>
                <a:cs typeface="Gill Sans MT Bold"/>
              </a:rPr>
              <a:t> </a:t>
            </a:r>
            <a:r>
              <a:rPr sz="1700" b="1" dirty="0">
                <a:solidFill>
                  <a:srgbClr val="0B1AE3"/>
                </a:solidFill>
                <a:latin typeface="Gill Sans MT Bold"/>
                <a:cs typeface="Gill Sans MT Bold"/>
              </a:rPr>
              <a:t>chi</a:t>
            </a:r>
            <a:r>
              <a:rPr sz="1700" b="1" spc="-135" dirty="0">
                <a:solidFill>
                  <a:srgbClr val="0B1AE3"/>
                </a:solidFill>
                <a:latin typeface="Gill Sans MT Bold"/>
                <a:cs typeface="Gill Sans MT Bold"/>
              </a:rPr>
              <a:t> </a:t>
            </a:r>
            <a:r>
              <a:rPr sz="1700" b="1" spc="-20" dirty="0">
                <a:solidFill>
                  <a:srgbClr val="0B1AE3"/>
                </a:solidFill>
                <a:latin typeface="Gill Sans MT Bold"/>
                <a:cs typeface="Gill Sans MT Bold"/>
              </a:rPr>
              <a:t>ti</a:t>
            </a:r>
            <a:r>
              <a:rPr sz="1700" b="1" spc="-20" dirty="0">
                <a:solidFill>
                  <a:srgbClr val="0B1AE3"/>
                </a:solidFill>
                <a:latin typeface="Calibri"/>
                <a:cs typeface="Calibri"/>
              </a:rPr>
              <a:t>ế</a:t>
            </a:r>
            <a:r>
              <a:rPr sz="1700" b="1" spc="-20" dirty="0">
                <a:solidFill>
                  <a:srgbClr val="0B1AE3"/>
                </a:solidFill>
                <a:latin typeface="Gill Sans MT Bold"/>
                <a:cs typeface="Gill Sans MT Bold"/>
              </a:rPr>
              <a:t>t</a:t>
            </a:r>
            <a:endParaRPr sz="1700">
              <a:latin typeface="Gill Sans MT Bold"/>
              <a:cs typeface="Gill Sans MT Bold"/>
            </a:endParaRPr>
          </a:p>
        </p:txBody>
      </p:sp>
      <p:sp>
        <p:nvSpPr>
          <p:cNvPr id="6" name="object 6"/>
          <p:cNvSpPr txBox="1">
            <a:spLocks noGrp="1"/>
          </p:cNvSpPr>
          <p:nvPr>
            <p:ph type="sldNum" sz="quarter" idx="12"/>
          </p:nvPr>
        </p:nvSpPr>
        <p:spPr>
          <a:prstGeom prst="rect">
            <a:avLst/>
          </a:prstGeom>
        </p:spPr>
        <p:txBody>
          <a:bodyPr vert="horz" wrap="square" lIns="0" tIns="3810" rIns="0" bIns="0" rtlCol="0">
            <a:spAutoFit/>
          </a:bodyPr>
          <a:lstStyle/>
          <a:p>
            <a:pPr marL="38100">
              <a:lnSpc>
                <a:spcPct val="100000"/>
              </a:lnSpc>
              <a:spcBef>
                <a:spcPts val="30"/>
              </a:spcBef>
            </a:pPr>
            <a:fld id="{81D60167-4931-47E6-BA6A-407CBD079E47}" type="slidenum">
              <a:rPr spc="-25" dirty="0"/>
              <a:t>23</a:t>
            </a:fld>
            <a:endParaRPr spc="-2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365126"/>
            <a:ext cx="7886700" cy="1325563"/>
          </a:xfrm>
        </p:spPr>
        <p:txBody>
          <a:bodyPr vert="horz" wrap="square" lIns="0" tIns="207570" rIns="0" bIns="0" rtlCol="0">
            <a:spAutoFit/>
          </a:bodyPr>
          <a:lstStyle/>
          <a:p>
            <a:r>
              <a:rPr lang="en-US"/>
              <a:t>k-means</a:t>
            </a:r>
            <a:endParaRPr lang="en-US" dirty="0"/>
          </a:p>
        </p:txBody>
      </p:sp>
      <p:sp>
        <p:nvSpPr>
          <p:cNvPr id="7" name="Content Placeholder 6">
            <a:extLst>
              <a:ext uri="{FF2B5EF4-FFF2-40B4-BE49-F238E27FC236}">
                <a16:creationId xmlns:a16="http://schemas.microsoft.com/office/drawing/2014/main" id="{D74C92F9-432D-3EEF-F141-D05891F59903}"/>
              </a:ext>
            </a:extLst>
          </p:cNvPr>
          <p:cNvSpPr>
            <a:spLocks noGrp="1"/>
          </p:cNvSpPr>
          <p:nvPr>
            <p:ph idx="1"/>
          </p:nvPr>
        </p:nvSpPr>
        <p:spPr/>
        <p:txBody>
          <a:bodyPr>
            <a:normAutofit fontScale="92500" lnSpcReduction="20000"/>
          </a:bodyPr>
          <a:lstStyle/>
          <a:p>
            <a:pPr marL="380365" indent="-342265">
              <a:lnSpc>
                <a:spcPct val="100000"/>
              </a:lnSpc>
              <a:spcBef>
                <a:spcPts val="495"/>
              </a:spcBef>
              <a:buFont typeface="Arial"/>
              <a:buChar char="•"/>
              <a:tabLst>
                <a:tab pos="380365" algn="l"/>
              </a:tabLst>
            </a:pPr>
            <a:r>
              <a:rPr lang="vi-VN" sz="2800">
                <a:latin typeface="Tahoma" panose="020B0604030504040204" pitchFamily="34" charset="0"/>
                <a:ea typeface="Tahoma" panose="020B0604030504040204" pitchFamily="34" charset="0"/>
                <a:cs typeface="Tahoma" panose="020B0604030504040204" pitchFamily="34" charset="0"/>
              </a:rPr>
              <a:t>Thuật toán hội tụ và độ phức tạp:</a:t>
            </a:r>
            <a:r>
              <a:rPr lang="vi-VN" sz="2800">
                <a:solidFill>
                  <a:srgbClr val="FF0066"/>
                </a:solidFill>
                <a:latin typeface="Tahoma" panose="020B0604030504040204" pitchFamily="34" charset="0"/>
                <a:ea typeface="Tahoma" panose="020B0604030504040204" pitchFamily="34" charset="0"/>
                <a:cs typeface="Tahoma" panose="020B0604030504040204" pitchFamily="34" charset="0"/>
              </a:rPr>
              <a:t>O((3nkd)T</a:t>
            </a:r>
            <a:r>
              <a:rPr lang="vi-VN" sz="2850" i="1" baseline="23391">
                <a:solidFill>
                  <a:srgbClr val="FF0066"/>
                </a:solidFill>
                <a:latin typeface="Tahoma" panose="020B0604030504040204" pitchFamily="34" charset="0"/>
                <a:ea typeface="Tahoma" panose="020B0604030504040204" pitchFamily="34" charset="0"/>
                <a:cs typeface="Tahoma" panose="020B0604030504040204" pitchFamily="34" charset="0"/>
              </a:rPr>
              <a:t>flop</a:t>
            </a:r>
            <a:r>
              <a:rPr lang="vi-VN" sz="2800">
                <a:solidFill>
                  <a:srgbClr val="FF0066"/>
                </a:solidFill>
                <a:latin typeface="Tahoma" panose="020B0604030504040204" pitchFamily="34" charset="0"/>
                <a:ea typeface="Tahoma" panose="020B0604030504040204" pitchFamily="34" charset="0"/>
                <a:cs typeface="Tahoma" panose="020B0604030504040204" pitchFamily="34" charset="0"/>
              </a:rPr>
              <a:t>)</a:t>
            </a:r>
            <a:endParaRPr lang="vi-VN" sz="2800">
              <a:latin typeface="Tahoma" panose="020B0604030504040204" pitchFamily="34" charset="0"/>
              <a:ea typeface="Tahoma" panose="020B0604030504040204" pitchFamily="34" charset="0"/>
              <a:cs typeface="Tahoma" panose="020B0604030504040204" pitchFamily="34" charset="0"/>
            </a:endParaRPr>
          </a:p>
          <a:p>
            <a:pPr marL="787400" marR="455295" lvl="1" indent="-393700">
              <a:lnSpc>
                <a:spcPts val="2600"/>
              </a:lnSpc>
              <a:spcBef>
                <a:spcPts val="660"/>
              </a:spcBef>
              <a:buClr>
                <a:srgbClr val="558ED5"/>
              </a:buClr>
              <a:buSzPct val="75000"/>
              <a:buFont typeface="Arial"/>
              <a:buChar char="□"/>
              <a:tabLst>
                <a:tab pos="787400" algn="l"/>
              </a:tabLst>
            </a:pPr>
            <a:r>
              <a:rPr lang="vi-VN" sz="2400">
                <a:latin typeface="Tahoma" panose="020B0604030504040204" pitchFamily="34" charset="0"/>
                <a:ea typeface="Tahoma" panose="020B0604030504040204" pitchFamily="34" charset="0"/>
                <a:cs typeface="Tahoma" panose="020B0604030504040204" pitchFamily="34" charset="0"/>
              </a:rPr>
              <a:t>n là số đối tượng, k là số cụm, d là số chiều,  là số vòng lặp, T</a:t>
            </a:r>
            <a:r>
              <a:rPr lang="vi-VN" sz="2400" i="1" baseline="24305">
                <a:latin typeface="Tahoma" panose="020B0604030504040204" pitchFamily="34" charset="0"/>
                <a:ea typeface="Tahoma" panose="020B0604030504040204" pitchFamily="34" charset="0"/>
                <a:cs typeface="Tahoma" panose="020B0604030504040204" pitchFamily="34" charset="0"/>
              </a:rPr>
              <a:t>flop </a:t>
            </a:r>
            <a:r>
              <a:rPr lang="vi-VN" sz="2400">
                <a:latin typeface="Tahoma" panose="020B0604030504040204" pitchFamily="34" charset="0"/>
                <a:ea typeface="Tahoma" panose="020B0604030504040204" pitchFamily="34" charset="0"/>
                <a:cs typeface="Tahoma" panose="020B0604030504040204" pitchFamily="34" charset="0"/>
              </a:rPr>
              <a:t>là thời gian thực hiện một phép tính cơ sở.</a:t>
            </a:r>
          </a:p>
          <a:p>
            <a:pPr marL="380365" indent="-342265">
              <a:lnSpc>
                <a:spcPct val="100000"/>
              </a:lnSpc>
              <a:spcBef>
                <a:spcPts val="280"/>
              </a:spcBef>
              <a:buFont typeface="Arial"/>
              <a:buChar char="•"/>
              <a:tabLst>
                <a:tab pos="380365" algn="l"/>
              </a:tabLst>
            </a:pPr>
            <a:r>
              <a:rPr lang="vi-VN" sz="2800">
                <a:latin typeface="Tahoma" panose="020B0604030504040204" pitchFamily="34" charset="0"/>
                <a:ea typeface="Tahoma" panose="020B0604030504040204" pitchFamily="34" charset="0"/>
                <a:cs typeface="Tahoma" panose="020B0604030504040204" pitchFamily="34" charset="0"/>
              </a:rPr>
              <a:t>Ưu:</a:t>
            </a:r>
          </a:p>
          <a:p>
            <a:pPr marL="787400" marR="175895" lvl="1" indent="-393700">
              <a:lnSpc>
                <a:spcPts val="2600"/>
              </a:lnSpc>
              <a:spcBef>
                <a:spcPts val="560"/>
              </a:spcBef>
              <a:buClr>
                <a:srgbClr val="558ED5"/>
              </a:buClr>
              <a:buSzPct val="75000"/>
              <a:buFont typeface="Arial"/>
              <a:buChar char="□"/>
              <a:tabLst>
                <a:tab pos="787400" algn="l"/>
              </a:tabLst>
            </a:pPr>
            <a:r>
              <a:rPr lang="vi-VN" sz="2400">
                <a:latin typeface="Tahoma" panose="020B0604030504040204" pitchFamily="34" charset="0"/>
                <a:ea typeface="Tahoma" panose="020B0604030504040204" pitchFamily="34" charset="0"/>
                <a:cs typeface="Tahoma" panose="020B0604030504040204" pitchFamily="34" charset="0"/>
              </a:rPr>
              <a:t>K-means phân tích phân cụm đơn giản có thể áp dụng đối với tập DL lớn.</a:t>
            </a:r>
          </a:p>
          <a:p>
            <a:pPr marL="380365" indent="-342265">
              <a:lnSpc>
                <a:spcPct val="100000"/>
              </a:lnSpc>
              <a:spcBef>
                <a:spcPts val="280"/>
              </a:spcBef>
              <a:buFont typeface="Arial"/>
              <a:buChar char="•"/>
              <a:tabLst>
                <a:tab pos="380365" algn="l"/>
              </a:tabLst>
            </a:pPr>
            <a:r>
              <a:rPr lang="vi-VN" sz="2800">
                <a:latin typeface="Tahoma" panose="020B0604030504040204" pitchFamily="34" charset="0"/>
                <a:ea typeface="Tahoma" panose="020B0604030504040204" pitchFamily="34" charset="0"/>
                <a:cs typeface="Tahoma" panose="020B0604030504040204" pitchFamily="34" charset="0"/>
              </a:rPr>
              <a:t>Nhược:</a:t>
            </a:r>
          </a:p>
          <a:p>
            <a:pPr marL="787400" marR="30480" lvl="1" indent="-393700">
              <a:lnSpc>
                <a:spcPts val="2600"/>
              </a:lnSpc>
              <a:spcBef>
                <a:spcPts val="660"/>
              </a:spcBef>
              <a:buClr>
                <a:srgbClr val="558ED5"/>
              </a:buClr>
              <a:buSzPct val="75000"/>
              <a:buFont typeface="Arial"/>
              <a:buChar char="□"/>
              <a:tabLst>
                <a:tab pos="787400" algn="l"/>
              </a:tabLst>
            </a:pPr>
            <a:r>
              <a:rPr lang="vi-VN" sz="2400">
                <a:latin typeface="Tahoma" panose="020B0604030504040204" pitchFamily="34" charset="0"/>
                <a:ea typeface="Tahoma" panose="020B0604030504040204" pitchFamily="34" charset="0"/>
                <a:cs typeface="Tahoma" panose="020B0604030504040204" pitchFamily="34" charset="0"/>
              </a:rPr>
              <a:t>Có vấn đề khi các cụm khác nhau về kích thước, mật độ và hình dạng không phải hình cầu.</a:t>
            </a:r>
          </a:p>
          <a:p>
            <a:pPr marL="786765" lvl="1" indent="-393065">
              <a:lnSpc>
                <a:spcPct val="100000"/>
              </a:lnSpc>
              <a:spcBef>
                <a:spcPts val="180"/>
              </a:spcBef>
              <a:buClr>
                <a:srgbClr val="558ED5"/>
              </a:buClr>
              <a:buSzPct val="75000"/>
              <a:buFont typeface="Arial"/>
              <a:buChar char="□"/>
              <a:tabLst>
                <a:tab pos="786765" algn="l"/>
              </a:tabLst>
            </a:pPr>
            <a:r>
              <a:rPr lang="vi-VN" sz="2400">
                <a:latin typeface="Tahoma" panose="020B0604030504040204" pitchFamily="34" charset="0"/>
                <a:ea typeface="Tahoma" panose="020B0604030504040204" pitchFamily="34" charset="0"/>
                <a:cs typeface="Tahoma" panose="020B0604030504040204" pitchFamily="34" charset="0"/>
              </a:rPr>
              <a:t>Nhạy cảm với </a:t>
            </a:r>
            <a:r>
              <a:rPr lang="vi-VN" sz="2400">
                <a:solidFill>
                  <a:srgbClr val="FF0066"/>
                </a:solidFill>
                <a:latin typeface="Tahoma" panose="020B0604030504040204" pitchFamily="34" charset="0"/>
                <a:ea typeface="Tahoma" panose="020B0604030504040204" pitchFamily="34" charset="0"/>
                <a:cs typeface="Tahoma" panose="020B0604030504040204" pitchFamily="34" charset="0"/>
              </a:rPr>
              <a:t>nhiễu và các phần tử ngoại lai</a:t>
            </a:r>
            <a:r>
              <a:rPr lang="vi-VN" sz="2400">
                <a:latin typeface="Tahoma" panose="020B0604030504040204" pitchFamily="34" charset="0"/>
                <a:ea typeface="Tahoma" panose="020B0604030504040204" pitchFamily="34" charset="0"/>
                <a:cs typeface="Tahoma" panose="020B0604030504040204" pitchFamily="34" charset="0"/>
              </a:rPr>
              <a:t>.</a:t>
            </a:r>
          </a:p>
          <a:p>
            <a:pPr marL="786765" lvl="1" indent="-393065">
              <a:lnSpc>
                <a:spcPct val="100000"/>
              </a:lnSpc>
              <a:spcBef>
                <a:spcPts val="320"/>
              </a:spcBef>
              <a:buClr>
                <a:srgbClr val="558ED5"/>
              </a:buClr>
              <a:buSzPct val="75000"/>
              <a:buFont typeface="Arial"/>
              <a:buChar char="□"/>
              <a:tabLst>
                <a:tab pos="786765" algn="l"/>
              </a:tabLst>
            </a:pPr>
            <a:r>
              <a:rPr lang="vi-VN" sz="2400">
                <a:latin typeface="Tahoma" panose="020B0604030504040204" pitchFamily="34" charset="0"/>
                <a:ea typeface="Tahoma" panose="020B0604030504040204" pitchFamily="34" charset="0"/>
                <a:cs typeface="Tahoma" panose="020B0604030504040204" pitchFamily="34" charset="0"/>
              </a:rPr>
              <a:t>Cách giải quyết, tăng </a:t>
            </a:r>
            <a:r>
              <a:rPr lang="vi-VN" sz="2400" i="1">
                <a:latin typeface="Tahoma" panose="020B0604030504040204" pitchFamily="34" charset="0"/>
                <a:ea typeface="Tahoma" panose="020B0604030504040204" pitchFamily="34" charset="0"/>
                <a:cs typeface="Tahoma" panose="020B0604030504040204" pitchFamily="34" charset="0"/>
              </a:rPr>
              <a:t>k</a:t>
            </a:r>
            <a:r>
              <a:rPr lang="vi-VN" sz="2400">
                <a:latin typeface="Tahoma" panose="020B0604030504040204" pitchFamily="34" charset="0"/>
                <a:ea typeface="Tahoma" panose="020B0604030504040204" pitchFamily="34" charset="0"/>
                <a:cs typeface="Tahoma" panose="020B0604030504040204" pitchFamily="34" charset="0"/>
              </a:rPr>
              <a:t>, hậu xử lý gộp các cụm?</a:t>
            </a:r>
          </a:p>
          <a:p>
            <a:endParaRPr lang="en-US"/>
          </a:p>
        </p:txBody>
      </p:sp>
      <p:sp>
        <p:nvSpPr>
          <p:cNvPr id="4" name="object 4"/>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24</a:t>
            </a:fld>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12800" y="2273300"/>
            <a:ext cx="7785100" cy="3848100"/>
          </a:xfrm>
          <a:prstGeom prst="rect">
            <a:avLst/>
          </a:prstGeom>
        </p:spPr>
      </p:pic>
      <p:sp>
        <p:nvSpPr>
          <p:cNvPr id="3" name="object 3"/>
          <p:cNvSpPr txBox="1">
            <a:spLocks noGrp="1"/>
          </p:cNvSpPr>
          <p:nvPr>
            <p:ph type="title"/>
          </p:nvPr>
        </p:nvSpPr>
        <p:spPr>
          <a:xfrm>
            <a:off x="628650" y="669193"/>
            <a:ext cx="7886700" cy="717428"/>
          </a:xfrm>
          <a:prstGeom prst="rect">
            <a:avLst/>
          </a:prstGeom>
        </p:spPr>
        <p:txBody>
          <a:bodyPr vert="horz" wrap="square" lIns="0" tIns="207570" rIns="0" bIns="0" rtlCol="0">
            <a:spAutoFit/>
          </a:bodyPr>
          <a:lstStyle/>
          <a:p>
            <a:pPr marL="417195">
              <a:lnSpc>
                <a:spcPct val="100000"/>
              </a:lnSpc>
              <a:spcBef>
                <a:spcPts val="100"/>
              </a:spcBef>
            </a:pPr>
            <a:r>
              <a:rPr spc="-20"/>
              <a:t>k-</a:t>
            </a:r>
            <a:r>
              <a:rPr spc="-10"/>
              <a:t>mean</a:t>
            </a:r>
            <a:r>
              <a:rPr lang="en-US" spc="-10"/>
              <a:t>s</a:t>
            </a:r>
            <a:endParaRPr spc="-10" dirty="0"/>
          </a:p>
        </p:txBody>
      </p:sp>
      <p:sp>
        <p:nvSpPr>
          <p:cNvPr id="5" name="object 5"/>
          <p:cNvSpPr txBox="1">
            <a:spLocks noGrp="1"/>
          </p:cNvSpPr>
          <p:nvPr>
            <p:ph type="sldNum" sz="quarter" idx="12"/>
          </p:nvPr>
        </p:nvSpPr>
        <p:spPr>
          <a:prstGeom prst="rect">
            <a:avLst/>
          </a:prstGeom>
        </p:spPr>
        <p:txBody>
          <a:bodyPr vert="horz" wrap="square" lIns="0" tIns="3810" rIns="0" bIns="0" rtlCol="0">
            <a:spAutoFit/>
          </a:bodyPr>
          <a:lstStyle/>
          <a:p>
            <a:pPr marL="38100">
              <a:lnSpc>
                <a:spcPct val="100000"/>
              </a:lnSpc>
              <a:spcBef>
                <a:spcPts val="30"/>
              </a:spcBef>
            </a:pPr>
            <a:fld id="{81D60167-4931-47E6-BA6A-407CBD079E47}" type="slidenum">
              <a:rPr spc="-25" dirty="0"/>
              <a:t>25</a:t>
            </a:fld>
            <a:endParaRPr spc="-25" dirty="0"/>
          </a:p>
        </p:txBody>
      </p:sp>
      <p:sp>
        <p:nvSpPr>
          <p:cNvPr id="4" name="object 4"/>
          <p:cNvSpPr txBox="1"/>
          <p:nvPr/>
        </p:nvSpPr>
        <p:spPr>
          <a:xfrm>
            <a:off x="535940" y="1557020"/>
            <a:ext cx="4695190" cy="513080"/>
          </a:xfrm>
          <a:prstGeom prst="rect">
            <a:avLst/>
          </a:prstGeom>
        </p:spPr>
        <p:txBody>
          <a:bodyPr vert="horz" wrap="square" lIns="0" tIns="12700" rIns="0" bIns="0" rtlCol="0">
            <a:spAutoFit/>
          </a:bodyPr>
          <a:lstStyle/>
          <a:p>
            <a:pPr marL="354965" indent="-342265">
              <a:lnSpc>
                <a:spcPct val="100000"/>
              </a:lnSpc>
              <a:spcBef>
                <a:spcPts val="100"/>
              </a:spcBef>
              <a:buFont typeface="Arial"/>
              <a:buChar char="•"/>
              <a:tabLst>
                <a:tab pos="354965" algn="l"/>
              </a:tabLst>
            </a:pPr>
            <a:r>
              <a:rPr sz="3200" dirty="0">
                <a:latin typeface="Gill Sans MT"/>
                <a:cs typeface="Gill Sans MT"/>
              </a:rPr>
              <a:t>H</a:t>
            </a:r>
            <a:r>
              <a:rPr sz="3200" dirty="0">
                <a:latin typeface="Calibri"/>
                <a:cs typeface="Calibri"/>
              </a:rPr>
              <a:t>ạ</a:t>
            </a:r>
            <a:r>
              <a:rPr sz="3200" dirty="0">
                <a:latin typeface="Gill Sans MT"/>
                <a:cs typeface="Gill Sans MT"/>
              </a:rPr>
              <a:t>n</a:t>
            </a:r>
            <a:r>
              <a:rPr sz="3200" spc="75" dirty="0">
                <a:latin typeface="Gill Sans MT"/>
                <a:cs typeface="Gill Sans MT"/>
              </a:rPr>
              <a:t> </a:t>
            </a:r>
            <a:r>
              <a:rPr sz="3200" dirty="0">
                <a:latin typeface="Gill Sans MT"/>
                <a:cs typeface="Gill Sans MT"/>
              </a:rPr>
              <a:t>ch</a:t>
            </a:r>
            <a:r>
              <a:rPr sz="3200" dirty="0">
                <a:latin typeface="Calibri"/>
                <a:cs typeface="Calibri"/>
              </a:rPr>
              <a:t>ế</a:t>
            </a:r>
            <a:r>
              <a:rPr sz="3200" spc="50" dirty="0">
                <a:latin typeface="Calibri"/>
                <a:cs typeface="Calibri"/>
              </a:rPr>
              <a:t> </a:t>
            </a:r>
            <a:r>
              <a:rPr sz="3200" dirty="0">
                <a:latin typeface="Gill Sans MT"/>
                <a:cs typeface="Gill Sans MT"/>
              </a:rPr>
              <a:t>-</a:t>
            </a:r>
            <a:r>
              <a:rPr sz="3200" spc="45" dirty="0">
                <a:latin typeface="Gill Sans MT"/>
                <a:cs typeface="Gill Sans MT"/>
              </a:rPr>
              <a:t> </a:t>
            </a:r>
            <a:r>
              <a:rPr sz="3200" dirty="0">
                <a:latin typeface="Gill Sans MT"/>
                <a:cs typeface="Gill Sans MT"/>
              </a:rPr>
              <a:t>kích</a:t>
            </a:r>
            <a:r>
              <a:rPr sz="3200" spc="-20" dirty="0">
                <a:latin typeface="Gill Sans MT"/>
                <a:cs typeface="Gill Sans MT"/>
              </a:rPr>
              <a:t> </a:t>
            </a:r>
            <a:r>
              <a:rPr sz="3200" dirty="0">
                <a:latin typeface="Gill Sans MT"/>
                <a:cs typeface="Gill Sans MT"/>
              </a:rPr>
              <a:t>th</a:t>
            </a:r>
            <a:r>
              <a:rPr sz="3200" dirty="0">
                <a:latin typeface="Calibri"/>
                <a:cs typeface="Calibri"/>
              </a:rPr>
              <a:t>ướ</a:t>
            </a:r>
            <a:r>
              <a:rPr sz="3200" dirty="0">
                <a:latin typeface="Gill Sans MT"/>
                <a:cs typeface="Gill Sans MT"/>
              </a:rPr>
              <a:t>c</a:t>
            </a:r>
            <a:r>
              <a:rPr sz="3200" spc="-125" dirty="0">
                <a:latin typeface="Gill Sans MT"/>
                <a:cs typeface="Gill Sans MT"/>
              </a:rPr>
              <a:t> </a:t>
            </a:r>
            <a:r>
              <a:rPr sz="3200" spc="-20" dirty="0">
                <a:latin typeface="Gill Sans MT"/>
                <a:cs typeface="Gill Sans MT"/>
              </a:rPr>
              <a:t>cu</a:t>
            </a:r>
            <a:r>
              <a:rPr sz="3200" spc="-20" dirty="0">
                <a:latin typeface="Calibri"/>
                <a:cs typeface="Calibri"/>
              </a:rPr>
              <a:t>̣</a:t>
            </a:r>
            <a:r>
              <a:rPr sz="3200" spc="-20" dirty="0">
                <a:latin typeface="Gill Sans MT"/>
                <a:cs typeface="Gill Sans MT"/>
              </a:rPr>
              <a:t>m</a:t>
            </a:r>
            <a:endParaRPr sz="3200">
              <a:latin typeface="Gill Sans MT"/>
              <a:cs typeface="Gill Sans M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49299" y="2298700"/>
            <a:ext cx="7492998" cy="3708400"/>
          </a:xfrm>
          <a:prstGeom prst="rect">
            <a:avLst/>
          </a:prstGeom>
        </p:spPr>
      </p:pic>
      <p:sp>
        <p:nvSpPr>
          <p:cNvPr id="3" name="object 3"/>
          <p:cNvSpPr txBox="1">
            <a:spLocks noGrp="1"/>
          </p:cNvSpPr>
          <p:nvPr>
            <p:ph type="title"/>
          </p:nvPr>
        </p:nvSpPr>
        <p:spPr>
          <a:xfrm>
            <a:off x="628650" y="669193"/>
            <a:ext cx="7886700" cy="717428"/>
          </a:xfrm>
          <a:prstGeom prst="rect">
            <a:avLst/>
          </a:prstGeom>
        </p:spPr>
        <p:txBody>
          <a:bodyPr vert="horz" wrap="square" lIns="0" tIns="207570" rIns="0" bIns="0" rtlCol="0">
            <a:spAutoFit/>
          </a:bodyPr>
          <a:lstStyle/>
          <a:p>
            <a:pPr marL="417195">
              <a:lnSpc>
                <a:spcPct val="100000"/>
              </a:lnSpc>
              <a:spcBef>
                <a:spcPts val="100"/>
              </a:spcBef>
            </a:pPr>
            <a:r>
              <a:rPr dirty="0"/>
              <a:t>Thu</a:t>
            </a:r>
            <a:r>
              <a:rPr dirty="0">
                <a:latin typeface="Calibri"/>
                <a:cs typeface="Calibri"/>
              </a:rPr>
              <a:t>ậ</a:t>
            </a:r>
            <a:r>
              <a:rPr dirty="0"/>
              <a:t>t</a:t>
            </a:r>
            <a:r>
              <a:rPr spc="-90" dirty="0"/>
              <a:t> </a:t>
            </a:r>
            <a:r>
              <a:t>toán</a:t>
            </a:r>
            <a:r>
              <a:rPr spc="-25"/>
              <a:t> </a:t>
            </a:r>
            <a:r>
              <a:rPr spc="-20"/>
              <a:t>k-</a:t>
            </a:r>
            <a:r>
              <a:rPr spc="-10"/>
              <a:t>mean</a:t>
            </a:r>
            <a:endParaRPr spc="-10" dirty="0"/>
          </a:p>
        </p:txBody>
      </p:sp>
      <p:sp>
        <p:nvSpPr>
          <p:cNvPr id="5" name="object 5"/>
          <p:cNvSpPr txBox="1">
            <a:spLocks noGrp="1"/>
          </p:cNvSpPr>
          <p:nvPr>
            <p:ph type="sldNum" sz="quarter" idx="12"/>
          </p:nvPr>
        </p:nvSpPr>
        <p:spPr>
          <a:prstGeom prst="rect">
            <a:avLst/>
          </a:prstGeom>
        </p:spPr>
        <p:txBody>
          <a:bodyPr vert="horz" wrap="square" lIns="0" tIns="3810" rIns="0" bIns="0" rtlCol="0">
            <a:spAutoFit/>
          </a:bodyPr>
          <a:lstStyle/>
          <a:p>
            <a:pPr marL="38100">
              <a:lnSpc>
                <a:spcPct val="100000"/>
              </a:lnSpc>
              <a:spcBef>
                <a:spcPts val="30"/>
              </a:spcBef>
            </a:pPr>
            <a:fld id="{81D60167-4931-47E6-BA6A-407CBD079E47}" type="slidenum">
              <a:rPr spc="-25" dirty="0"/>
              <a:t>26</a:t>
            </a:fld>
            <a:endParaRPr spc="-25" dirty="0"/>
          </a:p>
        </p:txBody>
      </p:sp>
      <p:sp>
        <p:nvSpPr>
          <p:cNvPr id="4" name="object 4"/>
          <p:cNvSpPr txBox="1"/>
          <p:nvPr/>
        </p:nvSpPr>
        <p:spPr>
          <a:xfrm>
            <a:off x="535940" y="1557020"/>
            <a:ext cx="4098290" cy="513080"/>
          </a:xfrm>
          <a:prstGeom prst="rect">
            <a:avLst/>
          </a:prstGeom>
        </p:spPr>
        <p:txBody>
          <a:bodyPr vert="horz" wrap="square" lIns="0" tIns="12700" rIns="0" bIns="0" rtlCol="0">
            <a:spAutoFit/>
          </a:bodyPr>
          <a:lstStyle/>
          <a:p>
            <a:pPr marL="12700" indent="342265">
              <a:lnSpc>
                <a:spcPct val="100000"/>
              </a:lnSpc>
              <a:spcBef>
                <a:spcPts val="100"/>
              </a:spcBef>
              <a:buFont typeface="Arial"/>
              <a:buChar char="•"/>
              <a:tabLst>
                <a:tab pos="354965" algn="l"/>
              </a:tabLst>
            </a:pPr>
            <a:r>
              <a:rPr sz="3200" dirty="0">
                <a:latin typeface="Gill Sans MT"/>
                <a:cs typeface="Gill Sans MT"/>
              </a:rPr>
              <a:t>H</a:t>
            </a:r>
            <a:r>
              <a:rPr sz="3200" dirty="0">
                <a:latin typeface="Calibri"/>
                <a:cs typeface="Calibri"/>
              </a:rPr>
              <a:t>ạ</a:t>
            </a:r>
            <a:r>
              <a:rPr sz="3200" dirty="0">
                <a:latin typeface="Gill Sans MT"/>
                <a:cs typeface="Gill Sans MT"/>
              </a:rPr>
              <a:t>n ch</a:t>
            </a:r>
            <a:r>
              <a:rPr sz="3200" dirty="0">
                <a:latin typeface="Calibri"/>
                <a:cs typeface="Calibri"/>
              </a:rPr>
              <a:t>ế </a:t>
            </a:r>
            <a:r>
              <a:rPr sz="3200" dirty="0">
                <a:latin typeface="Gill Sans MT"/>
                <a:cs typeface="Gill Sans MT"/>
              </a:rPr>
              <a:t>- m</a:t>
            </a:r>
            <a:r>
              <a:rPr sz="3200" dirty="0">
                <a:latin typeface="Calibri"/>
                <a:cs typeface="Calibri"/>
              </a:rPr>
              <a:t>ậ</a:t>
            </a:r>
            <a:r>
              <a:rPr sz="3200" dirty="0">
                <a:latin typeface="Gill Sans MT"/>
                <a:cs typeface="Gill Sans MT"/>
              </a:rPr>
              <a:t>t đ</a:t>
            </a:r>
            <a:r>
              <a:rPr sz="3200" dirty="0">
                <a:latin typeface="Calibri"/>
                <a:cs typeface="Calibri"/>
              </a:rPr>
              <a:t>ộ </a:t>
            </a:r>
            <a:r>
              <a:rPr sz="3200" dirty="0">
                <a:latin typeface="Gill Sans MT"/>
                <a:cs typeface="Gill Sans MT"/>
              </a:rPr>
              <a:t>cu</a:t>
            </a:r>
            <a:r>
              <a:rPr sz="3200" dirty="0">
                <a:latin typeface="Calibri"/>
                <a:cs typeface="Calibri"/>
              </a:rPr>
              <a:t>̣</a:t>
            </a:r>
            <a:r>
              <a:rPr sz="3200" dirty="0">
                <a:latin typeface="Gill Sans MT"/>
                <a:cs typeface="Gill Sans MT"/>
              </a:rPr>
              <a:t>m</a:t>
            </a:r>
            <a:endParaRPr sz="3200">
              <a:latin typeface="Gill Sans MT"/>
              <a:cs typeface="Gill Sans M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31800" y="2324100"/>
            <a:ext cx="7480300" cy="3771900"/>
          </a:xfrm>
          <a:prstGeom prst="rect">
            <a:avLst/>
          </a:prstGeom>
        </p:spPr>
      </p:pic>
      <p:sp>
        <p:nvSpPr>
          <p:cNvPr id="3" name="object 3"/>
          <p:cNvSpPr txBox="1">
            <a:spLocks noGrp="1"/>
          </p:cNvSpPr>
          <p:nvPr>
            <p:ph type="title"/>
          </p:nvPr>
        </p:nvSpPr>
        <p:spPr>
          <a:prstGeom prst="rect">
            <a:avLst/>
          </a:prstGeom>
        </p:spPr>
        <p:txBody>
          <a:bodyPr vert="horz" wrap="square" lIns="0" tIns="207570" rIns="0" bIns="0" rtlCol="0">
            <a:spAutoFit/>
          </a:bodyPr>
          <a:lstStyle/>
          <a:p>
            <a:pPr marL="417195">
              <a:lnSpc>
                <a:spcPct val="100000"/>
              </a:lnSpc>
              <a:spcBef>
                <a:spcPts val="100"/>
              </a:spcBef>
            </a:pPr>
            <a:r>
              <a:rPr dirty="0"/>
              <a:t>Thu</a:t>
            </a:r>
            <a:r>
              <a:rPr dirty="0">
                <a:latin typeface="Calibri"/>
                <a:cs typeface="Calibri"/>
              </a:rPr>
              <a:t>ậ</a:t>
            </a:r>
            <a:r>
              <a:rPr dirty="0"/>
              <a:t>t</a:t>
            </a:r>
            <a:r>
              <a:rPr spc="-90" dirty="0"/>
              <a:t> </a:t>
            </a:r>
            <a:r>
              <a:rPr dirty="0"/>
              <a:t>toán</a:t>
            </a:r>
            <a:r>
              <a:rPr spc="-25" dirty="0"/>
              <a:t> </a:t>
            </a:r>
            <a:r>
              <a:rPr spc="-20" dirty="0"/>
              <a:t>k-</a:t>
            </a:r>
            <a:r>
              <a:rPr spc="-10" dirty="0"/>
              <a:t>means…</a:t>
            </a:r>
          </a:p>
        </p:txBody>
      </p:sp>
      <p:sp>
        <p:nvSpPr>
          <p:cNvPr id="5" name="object 5"/>
          <p:cNvSpPr txBox="1">
            <a:spLocks noGrp="1"/>
          </p:cNvSpPr>
          <p:nvPr>
            <p:ph type="sldNum" sz="quarter" idx="12"/>
          </p:nvPr>
        </p:nvSpPr>
        <p:spPr>
          <a:prstGeom prst="rect">
            <a:avLst/>
          </a:prstGeom>
        </p:spPr>
        <p:txBody>
          <a:bodyPr vert="horz" wrap="square" lIns="0" tIns="3810" rIns="0" bIns="0" rtlCol="0">
            <a:spAutoFit/>
          </a:bodyPr>
          <a:lstStyle/>
          <a:p>
            <a:pPr marL="38100">
              <a:lnSpc>
                <a:spcPct val="100000"/>
              </a:lnSpc>
              <a:spcBef>
                <a:spcPts val="30"/>
              </a:spcBef>
            </a:pPr>
            <a:fld id="{81D60167-4931-47E6-BA6A-407CBD079E47}" type="slidenum">
              <a:rPr spc="-25" dirty="0"/>
              <a:t>27</a:t>
            </a:fld>
            <a:endParaRPr spc="-25" dirty="0"/>
          </a:p>
        </p:txBody>
      </p:sp>
      <p:sp>
        <p:nvSpPr>
          <p:cNvPr id="4" name="object 4"/>
          <p:cNvSpPr txBox="1"/>
          <p:nvPr/>
        </p:nvSpPr>
        <p:spPr>
          <a:xfrm>
            <a:off x="535940" y="1557020"/>
            <a:ext cx="4517390" cy="513080"/>
          </a:xfrm>
          <a:prstGeom prst="rect">
            <a:avLst/>
          </a:prstGeom>
        </p:spPr>
        <p:txBody>
          <a:bodyPr vert="horz" wrap="square" lIns="0" tIns="12700" rIns="0" bIns="0" rtlCol="0">
            <a:spAutoFit/>
          </a:bodyPr>
          <a:lstStyle/>
          <a:p>
            <a:pPr marL="354965" indent="-342265">
              <a:lnSpc>
                <a:spcPct val="100000"/>
              </a:lnSpc>
              <a:spcBef>
                <a:spcPts val="100"/>
              </a:spcBef>
              <a:buFont typeface="Arial"/>
              <a:buChar char="•"/>
              <a:tabLst>
                <a:tab pos="354965" algn="l"/>
              </a:tabLst>
            </a:pPr>
            <a:r>
              <a:rPr sz="3200" dirty="0">
                <a:latin typeface="Gill Sans MT"/>
                <a:cs typeface="Gill Sans MT"/>
              </a:rPr>
              <a:t>H</a:t>
            </a:r>
            <a:r>
              <a:rPr sz="3200" dirty="0">
                <a:latin typeface="Calibri"/>
                <a:cs typeface="Calibri"/>
              </a:rPr>
              <a:t>ạ</a:t>
            </a:r>
            <a:r>
              <a:rPr sz="3200" dirty="0">
                <a:latin typeface="Gill Sans MT"/>
                <a:cs typeface="Gill Sans MT"/>
              </a:rPr>
              <a:t>n</a:t>
            </a:r>
            <a:r>
              <a:rPr sz="3200" spc="55" dirty="0">
                <a:latin typeface="Gill Sans MT"/>
                <a:cs typeface="Gill Sans MT"/>
              </a:rPr>
              <a:t> </a:t>
            </a:r>
            <a:r>
              <a:rPr sz="3200" dirty="0">
                <a:latin typeface="Gill Sans MT"/>
                <a:cs typeface="Gill Sans MT"/>
              </a:rPr>
              <a:t>ch</a:t>
            </a:r>
            <a:r>
              <a:rPr sz="3200" dirty="0">
                <a:latin typeface="Calibri"/>
                <a:cs typeface="Calibri"/>
              </a:rPr>
              <a:t>ế</a:t>
            </a:r>
            <a:r>
              <a:rPr sz="3200" spc="40" dirty="0">
                <a:latin typeface="Calibri"/>
                <a:cs typeface="Calibri"/>
              </a:rPr>
              <a:t> </a:t>
            </a:r>
            <a:r>
              <a:rPr sz="3200" dirty="0">
                <a:latin typeface="Gill Sans MT"/>
                <a:cs typeface="Gill Sans MT"/>
              </a:rPr>
              <a:t>-</a:t>
            </a:r>
            <a:r>
              <a:rPr sz="3200" spc="25" dirty="0">
                <a:latin typeface="Gill Sans MT"/>
                <a:cs typeface="Gill Sans MT"/>
              </a:rPr>
              <a:t> </a:t>
            </a:r>
            <a:r>
              <a:rPr sz="3200" dirty="0">
                <a:latin typeface="Gill Sans MT"/>
                <a:cs typeface="Gill Sans MT"/>
              </a:rPr>
              <a:t>hình</a:t>
            </a:r>
            <a:r>
              <a:rPr sz="3200" spc="-35" dirty="0">
                <a:latin typeface="Gill Sans MT"/>
                <a:cs typeface="Gill Sans MT"/>
              </a:rPr>
              <a:t> </a:t>
            </a:r>
            <a:r>
              <a:rPr sz="3200" dirty="0">
                <a:latin typeface="Gill Sans MT"/>
                <a:cs typeface="Gill Sans MT"/>
              </a:rPr>
              <a:t>d</a:t>
            </a:r>
            <a:r>
              <a:rPr sz="3200" dirty="0">
                <a:latin typeface="Calibri"/>
                <a:cs typeface="Calibri"/>
              </a:rPr>
              <a:t>ạ</a:t>
            </a:r>
            <a:r>
              <a:rPr sz="3200" dirty="0">
                <a:latin typeface="Gill Sans MT"/>
                <a:cs typeface="Gill Sans MT"/>
              </a:rPr>
              <a:t>ng</a:t>
            </a:r>
            <a:r>
              <a:rPr sz="3200" spc="-10" dirty="0">
                <a:latin typeface="Gill Sans MT"/>
                <a:cs typeface="Gill Sans MT"/>
              </a:rPr>
              <a:t> </a:t>
            </a:r>
            <a:r>
              <a:rPr sz="3200" spc="-20" dirty="0">
                <a:latin typeface="Gill Sans MT"/>
                <a:cs typeface="Gill Sans MT"/>
              </a:rPr>
              <a:t>cu</a:t>
            </a:r>
            <a:r>
              <a:rPr sz="3200" spc="-20" dirty="0">
                <a:latin typeface="Calibri"/>
                <a:cs typeface="Calibri"/>
              </a:rPr>
              <a:t>̣</a:t>
            </a:r>
            <a:r>
              <a:rPr sz="3200" spc="-20" dirty="0">
                <a:latin typeface="Gill Sans MT"/>
                <a:cs typeface="Gill Sans MT"/>
              </a:rPr>
              <a:t>m</a:t>
            </a:r>
            <a:endParaRPr sz="3200">
              <a:latin typeface="Gill Sans MT"/>
              <a:cs typeface="Gill Sans MT"/>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365126"/>
            <a:ext cx="7886700" cy="1325563"/>
          </a:xfrm>
        </p:spPr>
        <p:txBody>
          <a:bodyPr/>
          <a:lstStyle/>
          <a:p>
            <a:r>
              <a:rPr lang="en-US"/>
              <a:t>Thuật toán k-means…</a:t>
            </a:r>
            <a:endParaRPr lang="en-US" dirty="0"/>
          </a:p>
        </p:txBody>
      </p:sp>
      <p:sp>
        <p:nvSpPr>
          <p:cNvPr id="7" name="Content Placeholder 6"/>
          <p:cNvSpPr>
            <a:spLocks noGrp="1"/>
          </p:cNvSpPr>
          <p:nvPr>
            <p:ph idx="1"/>
          </p:nvPr>
        </p:nvSpPr>
        <p:spPr>
          <a:xfrm>
            <a:off x="628650" y="1825625"/>
            <a:ext cx="7886700" cy="4351338"/>
          </a:xfrm>
        </p:spPr>
        <p:txBody>
          <a:bodyPr>
            <a:normAutofit fontScale="92500" lnSpcReduction="20000"/>
          </a:bodyPr>
          <a:lstStyle/>
          <a:p>
            <a:r>
              <a:rPr lang="vi-VN"/>
              <a:t>Vấn đề khởi tạo các tâm cụm</a:t>
            </a:r>
          </a:p>
          <a:p>
            <a:r>
              <a:rPr lang="vi-VN"/>
              <a:t>Cách chọn tâm ban đầu ảnh hướng lớn tới kết quả phân cụm, thường được chọn ngẫu nhiên.</a:t>
            </a:r>
          </a:p>
          <a:p>
            <a:r>
              <a:rPr lang="vi-VN"/>
              <a:t>Một số giải pháp:</a:t>
            </a:r>
          </a:p>
          <a:p>
            <a:pPr lvl="1"/>
            <a:r>
              <a:rPr lang="vi-VN"/>
              <a:t>Chạy nhiều lần (tuy nhiên không thể thử hết mọi cách chạy)</a:t>
            </a:r>
            <a:r>
              <a:rPr lang="en-US"/>
              <a:t> </a:t>
            </a:r>
            <a:r>
              <a:rPr lang="vi-VN"/>
              <a:t>mẫu và dùng phương pháp phân cấp để xác định các tâm khởi tạo</a:t>
            </a:r>
          </a:p>
          <a:p>
            <a:pPr lvl="1"/>
            <a:r>
              <a:rPr lang="vi-VN"/>
              <a:t>Chọn nhiều hơn k tâm rồi lựa chọn thu gọn k tâm tách biệt</a:t>
            </a:r>
          </a:p>
          <a:p>
            <a:pPr lvl="1"/>
            <a:r>
              <a:rPr lang="vi-VN"/>
              <a:t>Phân cụm với số cụm lớn rồi thực hiện phân cụm phân cấp</a:t>
            </a:r>
          </a:p>
          <a:p>
            <a:r>
              <a:rPr lang="vi-VN"/>
              <a:t>Thực tế chưa có một giải pháp tối ưu nào để chọn các tham số đầu vào</a:t>
            </a:r>
          </a:p>
          <a:p>
            <a:endParaRPr lang="en-US"/>
          </a:p>
          <a:p>
            <a:endParaRPr lang="en-US"/>
          </a:p>
        </p:txBody>
      </p:sp>
      <p:sp>
        <p:nvSpPr>
          <p:cNvPr id="4" name="object 4"/>
          <p:cNvSpPr txBox="1">
            <a:spLocks noGrp="1"/>
          </p:cNvSpPr>
          <p:nvPr>
            <p:ph type="sldNum" sz="quarter" idx="12"/>
          </p:nvPr>
        </p:nvSpPr>
        <p:spPr>
          <a:xfrm>
            <a:off x="6457950" y="6356351"/>
            <a:ext cx="2057400" cy="365125"/>
          </a:xfrm>
        </p:spPr>
        <p:txBody>
          <a:bodyPr/>
          <a:lstStyle/>
          <a:p>
            <a:fld id="{81D60167-4931-47E6-BA6A-407CBD079E47}" type="slidenum">
              <a:rPr lang="en-US" smtClean="0"/>
              <a:pPr/>
              <a:t>28</a:t>
            </a:fld>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277"/>
        <p:cNvGrpSpPr/>
        <p:nvPr/>
      </p:nvGrpSpPr>
      <p:grpSpPr>
        <a:xfrm>
          <a:off x="0" y="0"/>
          <a:ext cx="0" cy="0"/>
          <a:chOff x="0" y="0"/>
          <a:chExt cx="0" cy="0"/>
        </a:xfrm>
      </p:grpSpPr>
      <p:sp>
        <p:nvSpPr>
          <p:cNvPr id="8" name="Title 7"/>
          <p:cNvSpPr>
            <a:spLocks noGrp="1"/>
          </p:cNvSpPr>
          <p:nvPr>
            <p:ph type="title"/>
          </p:nvPr>
        </p:nvSpPr>
        <p:spPr/>
        <p:txBody>
          <a:bodyPr/>
          <a:lstStyle/>
          <a:p>
            <a:r>
              <a:rPr lang="en-US"/>
              <a:t>Cách khắc phục những hạn chế của K-means</a:t>
            </a:r>
          </a:p>
        </p:txBody>
      </p:sp>
      <p:sp>
        <p:nvSpPr>
          <p:cNvPr id="2280" name="Google Shape;2280;p40"/>
          <p:cNvSpPr txBox="1">
            <a:spLocks noGrp="1"/>
          </p:cNvSpPr>
          <p:nvPr>
            <p:ph idx="1"/>
          </p:nvPr>
        </p:nvSpPr>
        <p:spPr/>
        <p:txBody>
          <a:bodyPr/>
          <a:lstStyle/>
          <a:p>
            <a:r>
              <a:rPr lang="en-US"/>
              <a:t>Lựa chọn cụm ban đầu:</a:t>
            </a:r>
          </a:p>
          <a:p>
            <a:r>
              <a:rPr lang="en-US"/>
              <a:t>M</a:t>
            </a:r>
            <a:r>
              <a:rPr lang="vi-VN"/>
              <a:t>ột số phương pháp khởi tạo có độ phức tạp tuyến tính với N (số điểm dữ liệu).</a:t>
            </a:r>
            <a:endParaRPr lang="en-US"/>
          </a:p>
          <a:p>
            <a:r>
              <a:rPr lang="en-US" b="1"/>
              <a:t> P</a:t>
            </a:r>
            <a:r>
              <a:rPr lang="vi-VN" b="1"/>
              <a:t>hương pháp Maximin (MM): </a:t>
            </a:r>
            <a:endParaRPr lang="en-US" b="1"/>
          </a:p>
          <a:p>
            <a:pPr lvl="1"/>
            <a:r>
              <a:rPr lang="en-US"/>
              <a:t>C</a:t>
            </a:r>
            <a:r>
              <a:rPr lang="vi-VN"/>
              <a:t>họn tùy ý tâm đầu tiên </a:t>
            </a:r>
            <a:r>
              <a:rPr lang="en-US"/>
              <a:t>C</a:t>
            </a:r>
            <a:r>
              <a:rPr lang="en-US" baseline="-25000"/>
              <a:t>1</a:t>
            </a:r>
            <a:r>
              <a:rPr lang="vi-VN"/>
              <a:t> từ các điểm dữ liệu. </a:t>
            </a:r>
            <a:endParaRPr lang="en-US"/>
          </a:p>
          <a:p>
            <a:pPr lvl="1"/>
            <a:r>
              <a:rPr lang="vi-VN"/>
              <a:t>(K-1) tâm còn lại được chọn lần lượt</a:t>
            </a:r>
            <a:r>
              <a:rPr lang="en-US"/>
              <a:t>: </a:t>
            </a:r>
            <a:r>
              <a:rPr lang="vi-VN"/>
              <a:t>Trong lần lặp i (I</a:t>
            </a:r>
            <a:r>
              <a:rPr lang="en-US"/>
              <a:t> =2,..k</a:t>
            </a:r>
            <a:r>
              <a:rPr lang="vi-VN"/>
              <a:t>) tâm thứ i </a:t>
            </a:r>
            <a:r>
              <a:rPr lang="en-US"/>
              <a:t>C</a:t>
            </a:r>
            <a:r>
              <a:rPr lang="en-US" baseline="-25000"/>
              <a:t>i</a:t>
            </a:r>
            <a:r>
              <a:rPr lang="vi-VN"/>
              <a:t> được chọn là điểm có khoảng cách norm 2 nhỏ nhất đến (i-1) tâm đã được chọn trước đó.</a:t>
            </a:r>
            <a:endParaRPr lang="en-US"/>
          </a:p>
        </p:txBody>
      </p:sp>
    </p:spTree>
    <p:extLst>
      <p:ext uri="{BB962C8B-B14F-4D97-AF65-F5344CB8AC3E}">
        <p14:creationId xmlns:p14="http://schemas.microsoft.com/office/powerpoint/2010/main" val="29992451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277"/>
        <p:cNvGrpSpPr/>
        <p:nvPr/>
      </p:nvGrpSpPr>
      <p:grpSpPr>
        <a:xfrm>
          <a:off x="0" y="0"/>
          <a:ext cx="0" cy="0"/>
          <a:chOff x="0" y="0"/>
          <a:chExt cx="0" cy="0"/>
        </a:xfrm>
      </p:grpSpPr>
      <p:pic>
        <p:nvPicPr>
          <p:cNvPr id="5" name="Picture 4" descr="A math equation with black lines&#10;&#10;Description automatically generated with medium confidence">
            <a:extLst>
              <a:ext uri="{FF2B5EF4-FFF2-40B4-BE49-F238E27FC236}">
                <a16:creationId xmlns:a16="http://schemas.microsoft.com/office/drawing/2014/main" id="{CF841667-71C3-89CA-406A-7E7CD511FFDD}"/>
              </a:ext>
            </a:extLst>
          </p:cNvPr>
          <p:cNvPicPr>
            <a:picLocks noChangeAspect="1"/>
          </p:cNvPicPr>
          <p:nvPr/>
        </p:nvPicPr>
        <p:blipFill>
          <a:blip r:embed="rId3"/>
          <a:stretch>
            <a:fillRect/>
          </a:stretch>
        </p:blipFill>
        <p:spPr>
          <a:xfrm>
            <a:off x="3818280" y="4554530"/>
            <a:ext cx="4409754" cy="1055415"/>
          </a:xfrm>
          <a:prstGeom prst="rect">
            <a:avLst/>
          </a:prstGeom>
        </p:spPr>
      </p:pic>
      <p:sp>
        <p:nvSpPr>
          <p:cNvPr id="6" name="Title 5"/>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2280" name="Google Shape;2280;p40"/>
              <p:cNvSpPr txBox="1">
                <a:spLocks noGrp="1"/>
              </p:cNvSpPr>
              <p:nvPr>
                <p:ph idx="1"/>
              </p:nvPr>
            </p:nvSpPr>
            <p:spPr>
              <a:prstGeom prst="rect">
                <a:avLst/>
              </a:prstGeom>
            </p:spPr>
            <p:txBody>
              <a:bodyPr spcFirstLastPara="1" wrap="square" lIns="91425" tIns="91425" rIns="91425" bIns="91425" anchor="t" anchorCtr="0">
                <a:noAutofit/>
              </a:bodyPr>
              <a:lstStyle/>
              <a:p>
                <a:pPr algn="just"/>
                <a:r>
                  <a:rPr lang="vi-VN" sz="1800" dirty="0">
                    <a:latin typeface="Tahoma" panose="020B0604030504040204" pitchFamily="34" charset="0"/>
                    <a:ea typeface="Tahoma" panose="020B0604030504040204" pitchFamily="34" charset="0"/>
                    <a:cs typeface="Tahoma" panose="020B0604030504040204" pitchFamily="34" charset="0"/>
                  </a:rPr>
                  <a:t>B1</a:t>
                </a:r>
                <a:r>
                  <a:rPr lang="vi-VN" sz="1800">
                    <a:latin typeface="Tahoma" panose="020B0604030504040204" pitchFamily="34" charset="0"/>
                    <a:ea typeface="Tahoma" panose="020B0604030504040204" pitchFamily="34" charset="0"/>
                    <a:cs typeface="Tahoma" panose="020B0604030504040204" pitchFamily="34" charset="0"/>
                  </a:rPr>
                  <a:t>: </a:t>
                </a:r>
                <a:r>
                  <a:rPr lang="en-US" sz="1800">
                    <a:latin typeface="Tahoma" panose="020B0604030504040204" pitchFamily="34" charset="0"/>
                    <a:ea typeface="Tahoma" panose="020B0604030504040204" pitchFamily="34" charset="0"/>
                    <a:cs typeface="Tahoma" panose="020B0604030504040204" pitchFamily="34" charset="0"/>
                  </a:rPr>
                  <a:t>C</a:t>
                </a:r>
                <a:r>
                  <a:rPr lang="vi-VN" sz="1800">
                    <a:latin typeface="Tahoma" panose="020B0604030504040204" pitchFamily="34" charset="0"/>
                    <a:ea typeface="Tahoma" panose="020B0604030504040204" pitchFamily="34" charset="0"/>
                    <a:cs typeface="Tahoma" panose="020B0604030504040204" pitchFamily="34" charset="0"/>
                  </a:rPr>
                  <a:t>họn tâm </a:t>
                </a:r>
                <a:r>
                  <a:rPr lang="en-US" sz="1800"/>
                  <a:t>C</a:t>
                </a:r>
                <a:r>
                  <a:rPr lang="en-US" sz="1800" baseline="-25000"/>
                  <a:t>1</a:t>
                </a:r>
                <a:r>
                  <a:rPr lang="vi-VN" sz="1800">
                    <a:latin typeface="Tahoma" panose="020B0604030504040204" pitchFamily="34" charset="0"/>
                    <a:ea typeface="Tahoma" panose="020B0604030504040204" pitchFamily="34" charset="0"/>
                    <a:cs typeface="Tahoma" panose="020B0604030504040204" pitchFamily="34" charset="0"/>
                  </a:rPr>
                  <a:t> </a:t>
                </a:r>
                <a:r>
                  <a:rPr lang="vi-VN" sz="1800" dirty="0">
                    <a:latin typeface="Tahoma" panose="020B0604030504040204" pitchFamily="34" charset="0"/>
                    <a:ea typeface="Tahoma" panose="020B0604030504040204" pitchFamily="34" charset="0"/>
                    <a:cs typeface="Tahoma" panose="020B0604030504040204" pitchFamily="34" charset="0"/>
                  </a:rPr>
                  <a:t>đầu tiên 1 cách ngẫu nhiên từ tập dữ liệu</a:t>
                </a:r>
                <a:endParaRPr lang="en-US" sz="1800" dirty="0">
                  <a:latin typeface="Tahoma" panose="020B0604030504040204" pitchFamily="34" charset="0"/>
                  <a:ea typeface="Tahoma" panose="020B0604030504040204" pitchFamily="34" charset="0"/>
                  <a:cs typeface="Tahoma" panose="020B0604030504040204" pitchFamily="34" charset="0"/>
                </a:endParaRPr>
              </a:p>
              <a:p>
                <a:pPr algn="just"/>
                <a:r>
                  <a:rPr lang="en-US" sz="1800" dirty="0">
                    <a:latin typeface="Tahoma" panose="020B0604030504040204" pitchFamily="34" charset="0"/>
                    <a:ea typeface="Tahoma" panose="020B0604030504040204" pitchFamily="34" charset="0"/>
                    <a:cs typeface="Tahoma" panose="020B0604030504040204" pitchFamily="34" charset="0"/>
                  </a:rPr>
                  <a:t>B2: </a:t>
                </a:r>
                <a:r>
                  <a:rPr lang="en-US" sz="1800" dirty="0" err="1">
                    <a:latin typeface="Tahoma" panose="020B0604030504040204" pitchFamily="34" charset="0"/>
                    <a:ea typeface="Tahoma" panose="020B0604030504040204" pitchFamily="34" charset="0"/>
                    <a:cs typeface="Tahoma" panose="020B0604030504040204" pitchFamily="34" charset="0"/>
                  </a:rPr>
                  <a:t>chọn</a:t>
                </a:r>
                <a:r>
                  <a:rPr lang="en-US" sz="1800" dirty="0">
                    <a:latin typeface="Tahoma" panose="020B0604030504040204" pitchFamily="34" charset="0"/>
                    <a:ea typeface="Tahoma" panose="020B0604030504040204" pitchFamily="34" charset="0"/>
                    <a:cs typeface="Tahoma" panose="020B0604030504040204" pitchFamily="34" charset="0"/>
                  </a:rPr>
                  <a:t> </a:t>
                </a:r>
                <a:r>
                  <a:rPr lang="en-US" sz="1800" err="1">
                    <a:latin typeface="Tahoma" panose="020B0604030504040204" pitchFamily="34" charset="0"/>
                    <a:ea typeface="Tahoma" panose="020B0604030504040204" pitchFamily="34" charset="0"/>
                    <a:cs typeface="Tahoma" panose="020B0604030504040204" pitchFamily="34" charset="0"/>
                  </a:rPr>
                  <a:t>tâm</a:t>
                </a:r>
                <a:r>
                  <a:rPr lang="en-US" sz="1800">
                    <a:latin typeface="Tahoma" panose="020B0604030504040204" pitchFamily="34" charset="0"/>
                    <a:ea typeface="Tahoma" panose="020B0604030504040204" pitchFamily="34" charset="0"/>
                    <a:cs typeface="Tahoma" panose="020B0604030504040204" pitchFamily="34" charset="0"/>
                  </a:rPr>
                  <a:t> C</a:t>
                </a:r>
                <a:r>
                  <a:rPr lang="en-US" sz="1800" baseline="-25000">
                    <a:latin typeface="Tahoma" panose="020B0604030504040204" pitchFamily="34" charset="0"/>
                    <a:ea typeface="Tahoma" panose="020B0604030504040204" pitchFamily="34" charset="0"/>
                    <a:cs typeface="Tahoma" panose="020B0604030504040204" pitchFamily="34" charset="0"/>
                  </a:rPr>
                  <a:t>i</a:t>
                </a:r>
                <a:r>
                  <a:rPr lang="en-US" sz="1800">
                    <a:latin typeface="Tahoma" panose="020B0604030504040204" pitchFamily="34" charset="0"/>
                    <a:ea typeface="Tahoma" panose="020B0604030504040204" pitchFamily="34" charset="0"/>
                    <a:cs typeface="Tahoma" panose="020B0604030504040204" pitchFamily="34" charset="0"/>
                  </a:rPr>
                  <a:t> </a:t>
                </a:r>
                <a:r>
                  <a:rPr lang="en-US" sz="1800" dirty="0" err="1">
                    <a:latin typeface="Tahoma" panose="020B0604030504040204" pitchFamily="34" charset="0"/>
                    <a:ea typeface="Tahoma" panose="020B0604030504040204" pitchFamily="34" charset="0"/>
                    <a:cs typeface="Tahoma" panose="020B0604030504040204" pitchFamily="34" charset="0"/>
                  </a:rPr>
                  <a:t>tiếp</a:t>
                </a:r>
                <a:r>
                  <a:rPr lang="en-US" sz="1800" dirty="0">
                    <a:latin typeface="Tahoma" panose="020B0604030504040204" pitchFamily="34" charset="0"/>
                    <a:ea typeface="Tahoma" panose="020B0604030504040204" pitchFamily="34" charset="0"/>
                    <a:cs typeface="Tahoma" panose="020B0604030504040204" pitchFamily="34" charset="0"/>
                  </a:rPr>
                  <a:t> </a:t>
                </a:r>
                <a:r>
                  <a:rPr lang="en-US" sz="1800" dirty="0" err="1">
                    <a:latin typeface="Tahoma" panose="020B0604030504040204" pitchFamily="34" charset="0"/>
                    <a:ea typeface="Tahoma" panose="020B0604030504040204" pitchFamily="34" charset="0"/>
                    <a:cs typeface="Tahoma" panose="020B0604030504040204" pitchFamily="34" charset="0"/>
                  </a:rPr>
                  <a:t>theo</a:t>
                </a:r>
                <a:r>
                  <a:rPr lang="en-US" sz="1800" dirty="0">
                    <a:latin typeface="Tahoma" panose="020B0604030504040204" pitchFamily="34" charset="0"/>
                    <a:ea typeface="Tahoma" panose="020B0604030504040204" pitchFamily="34" charset="0"/>
                    <a:cs typeface="Tahoma" panose="020B0604030504040204" pitchFamily="34" charset="0"/>
                  </a:rPr>
                  <a:t> </a:t>
                </a:r>
                <a:r>
                  <a:rPr lang="en-US" sz="1800" err="1">
                    <a:latin typeface="Tahoma" panose="020B0604030504040204" pitchFamily="34" charset="0"/>
                    <a:ea typeface="Tahoma" panose="020B0604030504040204" pitchFamily="34" charset="0"/>
                    <a:cs typeface="Tahoma" panose="020B0604030504040204" pitchFamily="34" charset="0"/>
                  </a:rPr>
                  <a:t>là</a:t>
                </a:r>
                <a:r>
                  <a:rPr lang="en-US" sz="1800">
                    <a:latin typeface="Tahoma" panose="020B0604030504040204" pitchFamily="34" charset="0"/>
                    <a:ea typeface="Tahoma" panose="020B0604030504040204" pitchFamily="34" charset="0"/>
                    <a:cs typeface="Tahoma" panose="020B0604030504040204" pitchFamily="34" charset="0"/>
                  </a:rPr>
                  <a:t> điểm </a:t>
                </a:r>
                <a14:m>
                  <m:oMath xmlns:m="http://schemas.openxmlformats.org/officeDocument/2006/math">
                    <m:sSub>
                      <m:sSubPr>
                        <m:ctrlPr>
                          <a:rPr lang="en-US" sz="1800" i="1" smtClean="0">
                            <a:latin typeface="Cambria Math" panose="02040503050406030204" pitchFamily="18" charset="0"/>
                            <a:ea typeface="Tahoma" panose="020B0604030504040204" pitchFamily="34" charset="0"/>
                            <a:cs typeface="Tahoma" panose="020B0604030504040204" pitchFamily="34" charset="0"/>
                          </a:rPr>
                        </m:ctrlPr>
                      </m:sSubPr>
                      <m:e>
                        <m:r>
                          <a:rPr lang="en-US" sz="1800" b="0" i="1" smtClean="0">
                            <a:latin typeface="Cambria Math" panose="02040503050406030204" pitchFamily="18" charset="0"/>
                            <a:ea typeface="Tahoma" panose="020B0604030504040204" pitchFamily="34" charset="0"/>
                            <a:cs typeface="Tahoma" panose="020B0604030504040204" pitchFamily="34" charset="0"/>
                          </a:rPr>
                          <m:t>𝑋</m:t>
                        </m:r>
                      </m:e>
                      <m:sub>
                        <m:acc>
                          <m:accPr>
                            <m:chr m:val="̂"/>
                            <m:ctrlPr>
                              <a:rPr lang="en-US" sz="1800" i="1" smtClean="0">
                                <a:latin typeface="Cambria Math" panose="02040503050406030204" pitchFamily="18" charset="0"/>
                                <a:ea typeface="Tahoma" panose="020B0604030504040204" pitchFamily="34" charset="0"/>
                                <a:cs typeface="Tahoma" panose="020B0604030504040204" pitchFamily="34" charset="0"/>
                              </a:rPr>
                            </m:ctrlPr>
                          </m:accPr>
                          <m:e>
                            <m:r>
                              <a:rPr lang="en-US" sz="1800" b="0" i="1" smtClean="0">
                                <a:latin typeface="Cambria Math" panose="02040503050406030204" pitchFamily="18" charset="0"/>
                                <a:ea typeface="Tahoma" panose="020B0604030504040204" pitchFamily="34" charset="0"/>
                                <a:cs typeface="Tahoma" panose="020B0604030504040204" pitchFamily="34" charset="0"/>
                              </a:rPr>
                              <m:t>𝑗</m:t>
                            </m:r>
                          </m:e>
                        </m:acc>
                      </m:sub>
                    </m:sSub>
                  </m:oMath>
                </a14:m>
                <a:r>
                  <a:rPr lang="en-US" sz="1800">
                    <a:latin typeface="Tahoma" panose="020B0604030504040204" pitchFamily="34" charset="0"/>
                    <a:ea typeface="Tahoma" panose="020B0604030504040204" pitchFamily="34" charset="0"/>
                    <a:cs typeface="Tahoma" panose="020B0604030504040204" pitchFamily="34" charset="0"/>
                  </a:rPr>
                  <a:t> </a:t>
                </a:r>
                <a:r>
                  <a:rPr lang="en-US" sz="1800" dirty="0">
                    <a:latin typeface="Tahoma" panose="020B0604030504040204" pitchFamily="34" charset="0"/>
                    <a:ea typeface="Tahoma" panose="020B0604030504040204" pitchFamily="34" charset="0"/>
                    <a:cs typeface="Tahoma" panose="020B0604030504040204" pitchFamily="34" charset="0"/>
                  </a:rPr>
                  <a:t>thỏa </a:t>
                </a:r>
                <a:r>
                  <a:rPr lang="en-US" sz="1800" dirty="0" err="1">
                    <a:latin typeface="Tahoma" panose="020B0604030504040204" pitchFamily="34" charset="0"/>
                    <a:ea typeface="Tahoma" panose="020B0604030504040204" pitchFamily="34" charset="0"/>
                    <a:cs typeface="Tahoma" panose="020B0604030504040204" pitchFamily="34" charset="0"/>
                  </a:rPr>
                  <a:t>mãn</a:t>
                </a:r>
                <a:r>
                  <a:rPr lang="en-US" sz="1800">
                    <a:latin typeface="Tahoma" panose="020B0604030504040204" pitchFamily="34" charset="0"/>
                    <a:ea typeface="Tahoma" panose="020B0604030504040204" pitchFamily="34" charset="0"/>
                    <a:cs typeface="Tahoma" panose="020B0604030504040204" pitchFamily="34" charset="0"/>
                  </a:rPr>
                  <a:t>: </a:t>
                </a:r>
              </a:p>
              <a:p>
                <a:pPr algn="just"/>
                <a14:m>
                  <m:oMath xmlns:m="http://schemas.openxmlformats.org/officeDocument/2006/math">
                    <m:acc>
                      <m:accPr>
                        <m:chr m:val="̂"/>
                        <m:ctrlPr>
                          <a:rPr lang="en-US" sz="1800" i="1" smtClean="0">
                            <a:latin typeface="Cambria Math" panose="02040503050406030204" pitchFamily="18" charset="0"/>
                            <a:ea typeface="Tahoma" panose="020B0604030504040204" pitchFamily="34" charset="0"/>
                            <a:cs typeface="Tahoma" panose="020B0604030504040204" pitchFamily="34" charset="0"/>
                          </a:rPr>
                        </m:ctrlPr>
                      </m:accPr>
                      <m:e>
                        <m:r>
                          <a:rPr lang="en-US" sz="1800" b="0" i="1" smtClean="0">
                            <a:latin typeface="Cambria Math" panose="02040503050406030204" pitchFamily="18" charset="0"/>
                            <a:ea typeface="Tahoma" panose="020B0604030504040204" pitchFamily="34" charset="0"/>
                            <a:cs typeface="Tahoma" panose="020B0604030504040204" pitchFamily="34" charset="0"/>
                          </a:rPr>
                          <m:t>𝑗</m:t>
                        </m:r>
                      </m:e>
                    </m:acc>
                  </m:oMath>
                </a14:m>
                <a:r>
                  <a:rPr lang="en-US" sz="180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a:fld id="{825F15A7-03F4-43D7-82C5-3E23DA2F108C}" type="mathplaceholder">
                      <a:rPr lang="en-US" sz="1800" i="0" smtClean="0">
                        <a:latin typeface="Cambria Math" panose="02040503050406030204" pitchFamily="18" charset="0"/>
                        <a:ea typeface="Tahoma" panose="020B0604030504040204" pitchFamily="34" charset="0"/>
                        <a:cs typeface="Tahoma" panose="020B0604030504040204" pitchFamily="34" charset="0"/>
                      </a:rPr>
                      <a:t>Type equation here.</a:t>
                    </a:fld>
                  </m:oMath>
                </a14:m>
                <a:endParaRPr lang="en-US" sz="1800" dirty="0">
                  <a:latin typeface="Tahoma" panose="020B0604030504040204" pitchFamily="34" charset="0"/>
                  <a:ea typeface="Tahoma" panose="020B0604030504040204" pitchFamily="34" charset="0"/>
                  <a:cs typeface="Tahoma" panose="020B0604030504040204" pitchFamily="34" charset="0"/>
                </a:endParaRPr>
              </a:p>
              <a:p>
                <a:pPr algn="just"/>
                <a:endParaRPr lang="en-US" sz="1800" dirty="0">
                  <a:latin typeface="Tahoma" panose="020B0604030504040204" pitchFamily="34" charset="0"/>
                  <a:ea typeface="Tahoma" panose="020B0604030504040204" pitchFamily="34" charset="0"/>
                  <a:cs typeface="Tahoma" panose="020B0604030504040204" pitchFamily="34" charset="0"/>
                </a:endParaRPr>
              </a:p>
              <a:p>
                <a:pPr algn="just"/>
                <a:endParaRPr lang="en-US" sz="1800" dirty="0">
                  <a:latin typeface="Tahoma" panose="020B0604030504040204" pitchFamily="34" charset="0"/>
                  <a:ea typeface="Tahoma" panose="020B0604030504040204" pitchFamily="34" charset="0"/>
                  <a:cs typeface="Tahoma" panose="020B0604030504040204" pitchFamily="34" charset="0"/>
                </a:endParaRPr>
              </a:p>
              <a:p>
                <a:pPr algn="just"/>
                <a:endParaRPr lang="en-US" sz="1800" dirty="0">
                  <a:latin typeface="Tahoma" panose="020B0604030504040204" pitchFamily="34" charset="0"/>
                  <a:ea typeface="Tahoma" panose="020B0604030504040204" pitchFamily="34" charset="0"/>
                  <a:cs typeface="Tahoma" panose="020B0604030504040204" pitchFamily="34" charset="0"/>
                </a:endParaRPr>
              </a:p>
              <a:p>
                <a:pPr algn="just"/>
                <a:endParaRPr lang="en-US" sz="1800" dirty="0">
                  <a:latin typeface="Tahoma" panose="020B0604030504040204" pitchFamily="34" charset="0"/>
                  <a:ea typeface="Tahoma" panose="020B0604030504040204" pitchFamily="34" charset="0"/>
                  <a:cs typeface="Tahoma" panose="020B0604030504040204" pitchFamily="34" charset="0"/>
                </a:endParaRPr>
              </a:p>
              <a:p>
                <a:pPr algn="just"/>
                <a:r>
                  <a:rPr lang="vi-VN" sz="1800" dirty="0">
                    <a:latin typeface="Tahoma" panose="020B0604030504040204" pitchFamily="34" charset="0"/>
                    <a:ea typeface="Tahoma" panose="020B0604030504040204" pitchFamily="34" charset="0"/>
                    <a:cs typeface="Tahoma" panose="020B0604030504040204" pitchFamily="34" charset="0"/>
                  </a:rPr>
                  <a:t>B3: lặp lại B2 (k-1) lần.</a:t>
                </a:r>
              </a:p>
              <a:p>
                <a:pPr algn="just"/>
                <a:r>
                  <a:rPr lang="en-US" sz="1800" dirty="0">
                    <a:latin typeface="Tahoma" panose="020B0604030504040204" pitchFamily="34" charset="0"/>
                    <a:ea typeface="Tahoma" panose="020B0604030504040204" pitchFamily="34" charset="0"/>
                    <a:cs typeface="Tahoma" panose="020B0604030504040204" pitchFamily="34" charset="0"/>
                  </a:rPr>
                  <a:t>=&gt; </a:t>
                </a:r>
                <a:r>
                  <a:rPr lang="vi-VN" sz="1800" dirty="0">
                    <a:latin typeface="Tahoma" panose="020B0604030504040204" pitchFamily="34" charset="0"/>
                    <a:ea typeface="Tahoma" panose="020B0604030504040204" pitchFamily="34" charset="0"/>
                    <a:cs typeface="Tahoma" panose="020B0604030504040204" pitchFamily="34" charset="0"/>
                  </a:rPr>
                  <a:t>Có một số cách chọn tâm c1 ban đầu như:</a:t>
                </a:r>
              </a:p>
              <a:p>
                <a:pPr algn="just"/>
                <a:r>
                  <a:rPr lang="vi-VN" sz="1800" dirty="0">
                    <a:latin typeface="Tahoma" panose="020B0604030504040204" pitchFamily="34" charset="0"/>
                    <a:ea typeface="Tahoma" panose="020B0604030504040204" pitchFamily="34" charset="0"/>
                    <a:cs typeface="Tahoma" panose="020B0604030504040204" pitchFamily="34" charset="0"/>
                  </a:rPr>
                  <a:t>+ </a:t>
                </a:r>
                <a:r>
                  <a:rPr lang="en-US" sz="1800" dirty="0">
                    <a:latin typeface="Tahoma" panose="020B0604030504040204" pitchFamily="34" charset="0"/>
                    <a:ea typeface="Tahoma" panose="020B0604030504040204" pitchFamily="34" charset="0"/>
                    <a:cs typeface="Tahoma" panose="020B0604030504040204" pitchFamily="34" charset="0"/>
                  </a:rPr>
                  <a:t>C</a:t>
                </a:r>
                <a:r>
                  <a:rPr lang="vi-VN" sz="1800" dirty="0">
                    <a:latin typeface="Tahoma" panose="020B0604030504040204" pitchFamily="34" charset="0"/>
                    <a:ea typeface="Tahoma" panose="020B0604030504040204" pitchFamily="34" charset="0"/>
                    <a:cs typeface="Tahoma" panose="020B0604030504040204" pitchFamily="34" charset="0"/>
                  </a:rPr>
                  <a:t>họn trọng tâm của tập dữ liệu:</a:t>
                </a:r>
                <a:endParaRPr lang="en-US" sz="1800" dirty="0">
                  <a:latin typeface="Tahoma" panose="020B0604030504040204" pitchFamily="34" charset="0"/>
                  <a:ea typeface="Tahoma" panose="020B0604030504040204" pitchFamily="34" charset="0"/>
                  <a:cs typeface="Tahoma" panose="020B0604030504040204" pitchFamily="34" charset="0"/>
                </a:endParaRPr>
              </a:p>
              <a:p>
                <a:pPr algn="just"/>
                <a:endParaRPr lang="en-US" sz="1800" dirty="0">
                  <a:latin typeface="Tahoma" panose="020B0604030504040204" pitchFamily="34" charset="0"/>
                  <a:ea typeface="Tahoma" panose="020B0604030504040204" pitchFamily="34" charset="0"/>
                  <a:cs typeface="Tahoma" panose="020B0604030504040204" pitchFamily="34" charset="0"/>
                </a:endParaRPr>
              </a:p>
              <a:p>
                <a:pPr algn="just"/>
                <a:endParaRPr lang="en-US" sz="1800" dirty="0">
                  <a:latin typeface="Tahoma" panose="020B0604030504040204" pitchFamily="34" charset="0"/>
                  <a:ea typeface="Tahoma" panose="020B0604030504040204" pitchFamily="34" charset="0"/>
                  <a:cs typeface="Tahoma" panose="020B0604030504040204" pitchFamily="34" charset="0"/>
                </a:endParaRPr>
              </a:p>
              <a:p>
                <a:pPr algn="just"/>
                <a:endParaRPr lang="en-US" sz="1800" dirty="0">
                  <a:latin typeface="Tahoma" panose="020B0604030504040204" pitchFamily="34" charset="0"/>
                  <a:ea typeface="Tahoma" panose="020B0604030504040204" pitchFamily="34" charset="0"/>
                  <a:cs typeface="Tahoma" panose="020B0604030504040204" pitchFamily="34" charset="0"/>
                </a:endParaRPr>
              </a:p>
              <a:p>
                <a:pPr algn="just"/>
                <a:r>
                  <a:rPr lang="en-US" sz="1800" dirty="0">
                    <a:latin typeface="Tahoma" panose="020B0604030504040204" pitchFamily="34" charset="0"/>
                    <a:ea typeface="Tahoma" panose="020B0604030504040204" pitchFamily="34" charset="0"/>
                    <a:cs typeface="Tahoma" panose="020B0604030504040204" pitchFamily="34" charset="0"/>
                  </a:rPr>
                  <a:t>+ </a:t>
                </a:r>
                <a:r>
                  <a:rPr lang="en-US" sz="1800" dirty="0" err="1">
                    <a:latin typeface="Tahoma" panose="020B0604030504040204" pitchFamily="34" charset="0"/>
                    <a:ea typeface="Tahoma" panose="020B0604030504040204" pitchFamily="34" charset="0"/>
                    <a:cs typeface="Tahoma" panose="020B0604030504040204" pitchFamily="34" charset="0"/>
                  </a:rPr>
                  <a:t>Chọn</a:t>
                </a:r>
                <a:r>
                  <a:rPr lang="en-US" sz="1800" dirty="0">
                    <a:latin typeface="Tahoma" panose="020B0604030504040204" pitchFamily="34" charset="0"/>
                    <a:ea typeface="Tahoma" panose="020B0604030504040204" pitchFamily="34" charset="0"/>
                    <a:cs typeface="Tahoma" panose="020B0604030504040204" pitchFamily="34" charset="0"/>
                  </a:rPr>
                  <a:t> </a:t>
                </a:r>
                <a:r>
                  <a:rPr lang="en-US" sz="1800" dirty="0" err="1">
                    <a:latin typeface="Tahoma" panose="020B0604030504040204" pitchFamily="34" charset="0"/>
                    <a:ea typeface="Tahoma" panose="020B0604030504040204" pitchFamily="34" charset="0"/>
                    <a:cs typeface="Tahoma" panose="020B0604030504040204" pitchFamily="34" charset="0"/>
                  </a:rPr>
                  <a:t>điểm</a:t>
                </a:r>
                <a:r>
                  <a:rPr lang="en-US" sz="1800" dirty="0">
                    <a:latin typeface="Tahoma" panose="020B0604030504040204" pitchFamily="34" charset="0"/>
                    <a:ea typeface="Tahoma" panose="020B0604030504040204" pitchFamily="34" charset="0"/>
                    <a:cs typeface="Tahoma" panose="020B0604030504040204" pitchFamily="34" charset="0"/>
                  </a:rPr>
                  <a:t> xa </a:t>
                </a:r>
                <a:r>
                  <a:rPr lang="en-US" sz="1800" dirty="0" err="1">
                    <a:latin typeface="Tahoma" panose="020B0604030504040204" pitchFamily="34" charset="0"/>
                    <a:ea typeface="Tahoma" panose="020B0604030504040204" pitchFamily="34" charset="0"/>
                    <a:cs typeface="Tahoma" panose="020B0604030504040204" pitchFamily="34" charset="0"/>
                  </a:rPr>
                  <a:t>nhất</a:t>
                </a:r>
                <a:r>
                  <a:rPr lang="en-US" sz="1800" dirty="0">
                    <a:latin typeface="Tahoma" panose="020B0604030504040204" pitchFamily="34" charset="0"/>
                    <a:ea typeface="Tahoma" panose="020B0604030504040204" pitchFamily="34" charset="0"/>
                    <a:cs typeface="Tahoma" panose="020B0604030504040204" pitchFamily="34" charset="0"/>
                  </a:rPr>
                  <a:t>:</a:t>
                </a:r>
              </a:p>
              <a:p>
                <a:pPr algn="just"/>
                <a:endParaRPr lang="en-US" sz="1800" dirty="0">
                  <a:latin typeface="Tahoma" panose="020B0604030504040204" pitchFamily="34" charset="0"/>
                  <a:ea typeface="Tahoma" panose="020B0604030504040204" pitchFamily="34" charset="0"/>
                  <a:cs typeface="Tahoma" panose="020B0604030504040204" pitchFamily="34" charset="0"/>
                </a:endParaRPr>
              </a:p>
              <a:p>
                <a:pPr algn="just"/>
                <a:endParaRPr lang="vi-VN" sz="1800" dirty="0">
                  <a:latin typeface="Tahoma" panose="020B0604030504040204" pitchFamily="34" charset="0"/>
                  <a:ea typeface="Tahoma" panose="020B0604030504040204" pitchFamily="34" charset="0"/>
                  <a:cs typeface="Tahoma" panose="020B0604030504040204" pitchFamily="34" charset="0"/>
                </a:endParaRPr>
              </a:p>
              <a:p>
                <a:pPr algn="just"/>
                <a:endParaRPr lang="en-US" sz="1800" dirty="0">
                  <a:latin typeface="Tahoma" panose="020B0604030504040204" pitchFamily="34" charset="0"/>
                  <a:ea typeface="Tahoma" panose="020B0604030504040204" pitchFamily="34" charset="0"/>
                  <a:cs typeface="Tahoma" panose="020B0604030504040204" pitchFamily="34" charset="0"/>
                </a:endParaRPr>
              </a:p>
              <a:p>
                <a:pPr algn="just"/>
                <a:endParaRPr lang="en-US" sz="1800"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280" name="Google Shape;2280;p40"/>
              <p:cNvSpPr txBox="1">
                <a:spLocks noGrp="1" noRot="1" noChangeAspect="1" noMove="1" noResize="1" noEditPoints="1" noAdjustHandles="1" noChangeArrowheads="1" noChangeShapeType="1" noTextEdit="1"/>
              </p:cNvSpPr>
              <p:nvPr>
                <p:ph idx="1"/>
              </p:nvPr>
            </p:nvSpPr>
            <p:spPr>
              <a:prstGeom prst="rect">
                <a:avLst/>
              </a:prstGeom>
              <a:blipFill>
                <a:blip r:embed="rId4"/>
                <a:stretch>
                  <a:fillRect l="-464" b="-18067"/>
                </a:stretch>
              </a:blipFill>
            </p:spPr>
            <p:txBody>
              <a:bodyPr/>
              <a:lstStyle/>
              <a:p>
                <a:r>
                  <a:rPr lang="en-US">
                    <a:noFill/>
                  </a:rPr>
                  <a:t> </a:t>
                </a:r>
              </a:p>
            </p:txBody>
          </p:sp>
        </mc:Fallback>
      </mc:AlternateContent>
      <p:pic>
        <p:nvPicPr>
          <p:cNvPr id="3" name="Picture 2" descr="A black text with a white background&#10;&#10;Description automatically generated">
            <a:extLst>
              <a:ext uri="{FF2B5EF4-FFF2-40B4-BE49-F238E27FC236}">
                <a16:creationId xmlns:a16="http://schemas.microsoft.com/office/drawing/2014/main" id="{3987DFEC-C5CB-98B8-EED0-D377FE5D7D67}"/>
              </a:ext>
            </a:extLst>
          </p:cNvPr>
          <p:cNvPicPr>
            <a:picLocks noChangeAspect="1"/>
          </p:cNvPicPr>
          <p:nvPr/>
        </p:nvPicPr>
        <p:blipFill>
          <a:blip r:embed="rId5"/>
          <a:stretch>
            <a:fillRect/>
          </a:stretch>
        </p:blipFill>
        <p:spPr>
          <a:xfrm>
            <a:off x="1524000" y="5047295"/>
            <a:ext cx="4849628" cy="846159"/>
          </a:xfrm>
          <a:prstGeom prst="rect">
            <a:avLst/>
          </a:prstGeom>
        </p:spPr>
      </p:pic>
      <p:pic>
        <p:nvPicPr>
          <p:cNvPr id="4" name="Picture 3" descr="A number and equation with numbers and symbols&#10;&#10;Description automatically generated with medium confidence">
            <a:extLst>
              <a:ext uri="{FF2B5EF4-FFF2-40B4-BE49-F238E27FC236}">
                <a16:creationId xmlns:a16="http://schemas.microsoft.com/office/drawing/2014/main" id="{274348A4-54EB-C8C7-227C-17E5A33E738E}"/>
              </a:ext>
            </a:extLst>
          </p:cNvPr>
          <p:cNvPicPr>
            <a:picLocks noChangeAspect="1"/>
          </p:cNvPicPr>
          <p:nvPr/>
        </p:nvPicPr>
        <p:blipFill>
          <a:blip r:embed="rId6"/>
          <a:stretch>
            <a:fillRect/>
          </a:stretch>
        </p:blipFill>
        <p:spPr>
          <a:xfrm>
            <a:off x="5249014" y="3783179"/>
            <a:ext cx="1514475" cy="762000"/>
          </a:xfrm>
          <a:prstGeom prst="rect">
            <a:avLst/>
          </a:prstGeom>
        </p:spPr>
      </p:pic>
    </p:spTree>
    <p:extLst>
      <p:ext uri="{BB962C8B-B14F-4D97-AF65-F5344CB8AC3E}">
        <p14:creationId xmlns:p14="http://schemas.microsoft.com/office/powerpoint/2010/main" val="41404779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277"/>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2280" name="Google Shape;2280;p40"/>
          <p:cNvSpPr txBox="1">
            <a:spLocks noGrp="1"/>
          </p:cNvSpPr>
          <p:nvPr>
            <p:ph idx="1"/>
          </p:nvPr>
        </p:nvSpPr>
        <p:spPr>
          <a:prstGeom prst="rect">
            <a:avLst/>
          </a:prstGeom>
        </p:spPr>
        <p:txBody>
          <a:bodyPr spcFirstLastPara="1" wrap="square" lIns="91425" tIns="91425" rIns="91425" bIns="91425" anchor="t" anchorCtr="0">
            <a:noAutofit/>
          </a:bodyPr>
          <a:lstStyle/>
          <a:p>
            <a:pPr marL="285750" indent="-285750" algn="just">
              <a:buFont typeface="Arial" panose="020B0604020202020204" pitchFamily="34" charset="0"/>
              <a:buChar char="•"/>
            </a:pPr>
            <a:r>
              <a:rPr lang="vi-VN" sz="1800" dirty="0">
                <a:latin typeface="Tahoma" panose="020B0604030504040204" pitchFamily="34" charset="0"/>
                <a:ea typeface="Tahoma" panose="020B0604030504040204" pitchFamily="34" charset="0"/>
                <a:cs typeface="Tahoma" panose="020B0604030504040204" pitchFamily="34" charset="0"/>
              </a:rPr>
              <a:t>Phương pháp maxisum (MS): được điều chỉnh </a:t>
            </a:r>
            <a:r>
              <a:rPr lang="vi-VN" sz="1800">
                <a:latin typeface="Tahoma" panose="020B0604030504040204" pitchFamily="34" charset="0"/>
                <a:ea typeface="Tahoma" panose="020B0604030504040204" pitchFamily="34" charset="0"/>
                <a:cs typeface="Tahoma" panose="020B0604030504040204" pitchFamily="34" charset="0"/>
              </a:rPr>
              <a:t>từ MM</a:t>
            </a:r>
            <a:endParaRPr lang="en-US" sz="1800" dirty="0">
              <a:latin typeface="Tahoma" panose="020B0604030504040204" pitchFamily="34" charset="0"/>
              <a:ea typeface="Tahoma" panose="020B0604030504040204" pitchFamily="34" charset="0"/>
              <a:cs typeface="Tahoma" panose="020B0604030504040204" pitchFamily="34" charset="0"/>
            </a:endParaRPr>
          </a:p>
          <a:p>
            <a:pPr algn="just"/>
            <a:r>
              <a:rPr lang="en-US" sz="1800">
                <a:latin typeface="Tahoma" panose="020B0604030504040204" pitchFamily="34" charset="0"/>
                <a:ea typeface="Tahoma" panose="020B0604030504040204" pitchFamily="34" charset="0"/>
                <a:cs typeface="Tahoma" panose="020B0604030504040204" pitchFamily="34" charset="0"/>
              </a:rPr>
              <a:t>B1</a:t>
            </a:r>
            <a:r>
              <a:rPr lang="en-US" sz="1800" dirty="0">
                <a:latin typeface="Tahoma" panose="020B0604030504040204" pitchFamily="34" charset="0"/>
                <a:ea typeface="Tahoma" panose="020B0604030504040204" pitchFamily="34" charset="0"/>
                <a:cs typeface="Tahoma" panose="020B0604030504040204" pitchFamily="34" charset="0"/>
              </a:rPr>
              <a:t>: </a:t>
            </a:r>
            <a:r>
              <a:rPr lang="en-US" sz="1800" dirty="0" err="1">
                <a:latin typeface="Tahoma" panose="020B0604030504040204" pitchFamily="34" charset="0"/>
                <a:ea typeface="Tahoma" panose="020B0604030504040204" pitchFamily="34" charset="0"/>
                <a:cs typeface="Tahoma" panose="020B0604030504040204" pitchFamily="34" charset="0"/>
              </a:rPr>
              <a:t>Xác</a:t>
            </a:r>
            <a:r>
              <a:rPr lang="en-US" sz="1800" dirty="0">
                <a:latin typeface="Tahoma" panose="020B0604030504040204" pitchFamily="34" charset="0"/>
                <a:ea typeface="Tahoma" panose="020B0604030504040204" pitchFamily="34" charset="0"/>
                <a:cs typeface="Tahoma" panose="020B0604030504040204" pitchFamily="34" charset="0"/>
              </a:rPr>
              <a:t> </a:t>
            </a:r>
            <a:r>
              <a:rPr lang="en-US" sz="1800" dirty="0" err="1">
                <a:latin typeface="Tahoma" panose="020B0604030504040204" pitchFamily="34" charset="0"/>
                <a:ea typeface="Tahoma" panose="020B0604030504040204" pitchFamily="34" charset="0"/>
                <a:cs typeface="Tahoma" panose="020B0604030504040204" pitchFamily="34" charset="0"/>
              </a:rPr>
              <a:t>định</a:t>
            </a:r>
            <a:r>
              <a:rPr lang="en-US" sz="1800" dirty="0">
                <a:latin typeface="Tahoma" panose="020B0604030504040204" pitchFamily="34" charset="0"/>
                <a:ea typeface="Tahoma" panose="020B0604030504040204" pitchFamily="34" charset="0"/>
                <a:cs typeface="Tahoma" panose="020B0604030504040204" pitchFamily="34" charset="0"/>
              </a:rPr>
              <a:t> </a:t>
            </a:r>
            <a:r>
              <a:rPr lang="en-US" sz="1800" dirty="0" err="1">
                <a:latin typeface="Tahoma" panose="020B0604030504040204" pitchFamily="34" charset="0"/>
                <a:ea typeface="Tahoma" panose="020B0604030504040204" pitchFamily="34" charset="0"/>
                <a:cs typeface="Tahoma" panose="020B0604030504040204" pitchFamily="34" charset="0"/>
              </a:rPr>
              <a:t>thuộc</a:t>
            </a:r>
            <a:r>
              <a:rPr lang="en-US" sz="1800" dirty="0">
                <a:latin typeface="Tahoma" panose="020B0604030504040204" pitchFamily="34" charset="0"/>
                <a:ea typeface="Tahoma" panose="020B0604030504040204" pitchFamily="34" charset="0"/>
                <a:cs typeface="Tahoma" panose="020B0604030504040204" pitchFamily="34" charset="0"/>
              </a:rPr>
              <a:t> </a:t>
            </a:r>
            <a:r>
              <a:rPr lang="en-US" sz="1800" dirty="0" err="1">
                <a:latin typeface="Tahoma" panose="020B0604030504040204" pitchFamily="34" charset="0"/>
                <a:ea typeface="Tahoma" panose="020B0604030504040204" pitchFamily="34" charset="0"/>
                <a:cs typeface="Tahoma" panose="020B0604030504040204" pitchFamily="34" charset="0"/>
              </a:rPr>
              <a:t>tính</a:t>
            </a:r>
            <a:r>
              <a:rPr lang="en-US" sz="1800" dirty="0">
                <a:latin typeface="Tahoma" panose="020B0604030504040204" pitchFamily="34" charset="0"/>
                <a:ea typeface="Tahoma" panose="020B0604030504040204" pitchFamily="34" charset="0"/>
                <a:cs typeface="Tahoma" panose="020B0604030504040204" pitchFamily="34" charset="0"/>
              </a:rPr>
              <a:t> </a:t>
            </a:r>
            <a:r>
              <a:rPr lang="en-US" sz="1800" dirty="0" err="1">
                <a:latin typeface="Tahoma" panose="020B0604030504040204" pitchFamily="34" charset="0"/>
                <a:ea typeface="Tahoma" panose="020B0604030504040204" pitchFamily="34" charset="0"/>
                <a:cs typeface="Tahoma" panose="020B0604030504040204" pitchFamily="34" charset="0"/>
              </a:rPr>
              <a:t>có</a:t>
            </a:r>
            <a:r>
              <a:rPr lang="en-US" sz="1800" dirty="0">
                <a:latin typeface="Tahoma" panose="020B0604030504040204" pitchFamily="34" charset="0"/>
                <a:ea typeface="Tahoma" panose="020B0604030504040204" pitchFamily="34" charset="0"/>
                <a:cs typeface="Tahoma" panose="020B0604030504040204" pitchFamily="34" charset="0"/>
              </a:rPr>
              <a:t> </a:t>
            </a:r>
            <a:r>
              <a:rPr lang="en-US" sz="1800" dirty="0" err="1">
                <a:latin typeface="Tahoma" panose="020B0604030504040204" pitchFamily="34" charset="0"/>
                <a:ea typeface="Tahoma" panose="020B0604030504040204" pitchFamily="34" charset="0"/>
                <a:cs typeface="Tahoma" panose="020B0604030504040204" pitchFamily="34" charset="0"/>
              </a:rPr>
              <a:t>hệ</a:t>
            </a:r>
            <a:r>
              <a:rPr lang="en-US" sz="1800" dirty="0">
                <a:latin typeface="Tahoma" panose="020B0604030504040204" pitchFamily="34" charset="0"/>
                <a:ea typeface="Tahoma" panose="020B0604030504040204" pitchFamily="34" charset="0"/>
                <a:cs typeface="Tahoma" panose="020B0604030504040204" pitchFamily="34" charset="0"/>
              </a:rPr>
              <a:t> </a:t>
            </a:r>
            <a:r>
              <a:rPr lang="en-US" sz="1800" dirty="0" err="1">
                <a:latin typeface="Tahoma" panose="020B0604030504040204" pitchFamily="34" charset="0"/>
                <a:ea typeface="Tahoma" panose="020B0604030504040204" pitchFamily="34" charset="0"/>
                <a:cs typeface="Tahoma" panose="020B0604030504040204" pitchFamily="34" charset="0"/>
              </a:rPr>
              <a:t>số</a:t>
            </a:r>
            <a:r>
              <a:rPr lang="en-US" sz="1800" dirty="0">
                <a:latin typeface="Tahoma" panose="020B0604030504040204" pitchFamily="34" charset="0"/>
                <a:ea typeface="Tahoma" panose="020B0604030504040204" pitchFamily="34" charset="0"/>
                <a:cs typeface="Tahoma" panose="020B0604030504040204" pitchFamily="34" charset="0"/>
              </a:rPr>
              <a:t> </a:t>
            </a:r>
            <a:r>
              <a:rPr lang="en-US" sz="1800" dirty="0" err="1">
                <a:latin typeface="Tahoma" panose="020B0604030504040204" pitchFamily="34" charset="0"/>
                <a:ea typeface="Tahoma" panose="020B0604030504040204" pitchFamily="34" charset="0"/>
                <a:cs typeface="Tahoma" panose="020B0604030504040204" pitchFamily="34" charset="0"/>
              </a:rPr>
              <a:t>biến</a:t>
            </a:r>
            <a:r>
              <a:rPr lang="en-US" sz="1800" dirty="0">
                <a:latin typeface="Tahoma" panose="020B0604030504040204" pitchFamily="34" charset="0"/>
                <a:ea typeface="Tahoma" panose="020B0604030504040204" pitchFamily="34" charset="0"/>
                <a:cs typeface="Tahoma" panose="020B0604030504040204" pitchFamily="34" charset="0"/>
              </a:rPr>
              <a:t> </a:t>
            </a:r>
            <a:r>
              <a:rPr lang="en-US" sz="1800" dirty="0" err="1">
                <a:latin typeface="Tahoma" panose="020B0604030504040204" pitchFamily="34" charset="0"/>
                <a:ea typeface="Tahoma" panose="020B0604030504040204" pitchFamily="34" charset="0"/>
                <a:cs typeface="Tahoma" panose="020B0604030504040204" pitchFamily="34" charset="0"/>
              </a:rPr>
              <a:t>thiên</a:t>
            </a:r>
            <a:r>
              <a:rPr lang="en-US" sz="1800" dirty="0">
                <a:latin typeface="Tahoma" panose="020B0604030504040204" pitchFamily="34" charset="0"/>
                <a:ea typeface="Tahoma" panose="020B0604030504040204" pitchFamily="34" charset="0"/>
                <a:cs typeface="Tahoma" panose="020B0604030504040204" pitchFamily="34" charset="0"/>
              </a:rPr>
              <a:t> </a:t>
            </a:r>
            <a:r>
              <a:rPr lang="en-US" sz="1800" dirty="0" err="1">
                <a:latin typeface="Tahoma" panose="020B0604030504040204" pitchFamily="34" charset="0"/>
                <a:ea typeface="Tahoma" panose="020B0604030504040204" pitchFamily="34" charset="0"/>
                <a:cs typeface="Tahoma" panose="020B0604030504040204" pitchFamily="34" charset="0"/>
              </a:rPr>
              <a:t>tuyệt</a:t>
            </a:r>
            <a:r>
              <a:rPr lang="en-US" sz="1800" dirty="0">
                <a:latin typeface="Tahoma" panose="020B0604030504040204" pitchFamily="34" charset="0"/>
                <a:ea typeface="Tahoma" panose="020B0604030504040204" pitchFamily="34" charset="0"/>
                <a:cs typeface="Tahoma" panose="020B0604030504040204" pitchFamily="34" charset="0"/>
              </a:rPr>
              <a:t> </a:t>
            </a:r>
            <a:r>
              <a:rPr lang="en-US" sz="1800" dirty="0" err="1">
                <a:latin typeface="Tahoma" panose="020B0604030504040204" pitchFamily="34" charset="0"/>
                <a:ea typeface="Tahoma" panose="020B0604030504040204" pitchFamily="34" charset="0"/>
                <a:cs typeface="Tahoma" panose="020B0604030504040204" pitchFamily="34" charset="0"/>
              </a:rPr>
              <a:t>đối</a:t>
            </a:r>
            <a:r>
              <a:rPr lang="en-US" sz="1800" dirty="0">
                <a:latin typeface="Tahoma" panose="020B0604030504040204" pitchFamily="34" charset="0"/>
                <a:ea typeface="Tahoma" panose="020B0604030504040204" pitchFamily="34" charset="0"/>
                <a:cs typeface="Tahoma" panose="020B0604030504040204" pitchFamily="34" charset="0"/>
              </a:rPr>
              <a:t> </a:t>
            </a:r>
            <a:r>
              <a:rPr lang="en-US" sz="1800" dirty="0" err="1">
                <a:latin typeface="Tahoma" panose="020B0604030504040204" pitchFamily="34" charset="0"/>
                <a:ea typeface="Tahoma" panose="020B0604030504040204" pitchFamily="34" charset="0"/>
                <a:cs typeface="Tahoma" panose="020B0604030504040204" pitchFamily="34" charset="0"/>
              </a:rPr>
              <a:t>lớn</a:t>
            </a:r>
            <a:r>
              <a:rPr lang="en-US" sz="1800" dirty="0">
                <a:latin typeface="Tahoma" panose="020B0604030504040204" pitchFamily="34" charset="0"/>
                <a:ea typeface="Tahoma" panose="020B0604030504040204" pitchFamily="34" charset="0"/>
                <a:cs typeface="Tahoma" panose="020B0604030504040204" pitchFamily="34" charset="0"/>
              </a:rPr>
              <a:t> </a:t>
            </a:r>
            <a:r>
              <a:rPr lang="en-US" sz="1800" dirty="0" err="1">
                <a:latin typeface="Tahoma" panose="020B0604030504040204" pitchFamily="34" charset="0"/>
                <a:ea typeface="Tahoma" panose="020B0604030504040204" pitchFamily="34" charset="0"/>
                <a:cs typeface="Tahoma" panose="020B0604030504040204" pitchFamily="34" charset="0"/>
              </a:rPr>
              <a:t>nhất</a:t>
            </a:r>
            <a:r>
              <a:rPr lang="en-US" sz="1800" dirty="0">
                <a:latin typeface="Tahoma" panose="020B0604030504040204" pitchFamily="34" charset="0"/>
                <a:ea typeface="Tahoma" panose="020B0604030504040204" pitchFamily="34" charset="0"/>
                <a:cs typeface="Tahoma" panose="020B0604030504040204" pitchFamily="34" charset="0"/>
              </a:rPr>
              <a:t> (</a:t>
            </a:r>
            <a:r>
              <a:rPr lang="en-US" sz="1800" dirty="0" err="1">
                <a:latin typeface="Tahoma" panose="020B0604030504040204" pitchFamily="34" charset="0"/>
                <a:ea typeface="Tahoma" panose="020B0604030504040204" pitchFamily="34" charset="0"/>
                <a:cs typeface="Tahoma" panose="020B0604030504040204" pitchFamily="34" charset="0"/>
              </a:rPr>
              <a:t>tỷ</a:t>
            </a:r>
            <a:r>
              <a:rPr lang="en-US" sz="1800" dirty="0">
                <a:latin typeface="Tahoma" panose="020B0604030504040204" pitchFamily="34" charset="0"/>
                <a:ea typeface="Tahoma" panose="020B0604030504040204" pitchFamily="34" charset="0"/>
                <a:cs typeface="Tahoma" panose="020B0604030504040204" pitchFamily="34" charset="0"/>
              </a:rPr>
              <a:t> </a:t>
            </a:r>
            <a:r>
              <a:rPr lang="en-US" sz="1800" dirty="0" err="1">
                <a:latin typeface="Tahoma" panose="020B0604030504040204" pitchFamily="34" charset="0"/>
                <a:ea typeface="Tahoma" panose="020B0604030504040204" pitchFamily="34" charset="0"/>
                <a:cs typeface="Tahoma" panose="020B0604030504040204" pitchFamily="34" charset="0"/>
              </a:rPr>
              <a:t>lệ</a:t>
            </a:r>
            <a:r>
              <a:rPr lang="en-US" sz="1800" dirty="0">
                <a:latin typeface="Tahoma" panose="020B0604030504040204" pitchFamily="34" charset="0"/>
                <a:ea typeface="Tahoma" panose="020B0604030504040204" pitchFamily="34" charset="0"/>
                <a:cs typeface="Tahoma" panose="020B0604030504040204" pitchFamily="34" charset="0"/>
              </a:rPr>
              <a:t> </a:t>
            </a:r>
            <a:r>
              <a:rPr lang="en-US" sz="1800" dirty="0" err="1">
                <a:latin typeface="Tahoma" panose="020B0604030504040204" pitchFamily="34" charset="0"/>
                <a:ea typeface="Tahoma" panose="020B0604030504040204" pitchFamily="34" charset="0"/>
                <a:cs typeface="Tahoma" panose="020B0604030504040204" pitchFamily="34" charset="0"/>
              </a:rPr>
              <a:t>của</a:t>
            </a:r>
            <a:r>
              <a:rPr lang="en-US" sz="1800" dirty="0">
                <a:latin typeface="Tahoma" panose="020B0604030504040204" pitchFamily="34" charset="0"/>
                <a:ea typeface="Tahoma" panose="020B0604030504040204" pitchFamily="34" charset="0"/>
                <a:cs typeface="Tahoma" panose="020B0604030504040204" pitchFamily="34" charset="0"/>
              </a:rPr>
              <a:t> </a:t>
            </a:r>
            <a:r>
              <a:rPr lang="en-US" sz="1800" dirty="0" err="1">
                <a:latin typeface="Tahoma" panose="020B0604030504040204" pitchFamily="34" charset="0"/>
                <a:ea typeface="Tahoma" panose="020B0604030504040204" pitchFamily="34" charset="0"/>
                <a:cs typeface="Tahoma" panose="020B0604030504040204" pitchFamily="34" charset="0"/>
              </a:rPr>
              <a:t>độ</a:t>
            </a:r>
            <a:r>
              <a:rPr lang="en-US" sz="1800" dirty="0">
                <a:latin typeface="Tahoma" panose="020B0604030504040204" pitchFamily="34" charset="0"/>
                <a:ea typeface="Tahoma" panose="020B0604030504040204" pitchFamily="34" charset="0"/>
                <a:cs typeface="Tahoma" panose="020B0604030504040204" pitchFamily="34" charset="0"/>
              </a:rPr>
              <a:t> </a:t>
            </a:r>
            <a:r>
              <a:rPr lang="en-US" sz="1800" dirty="0" err="1">
                <a:latin typeface="Tahoma" panose="020B0604030504040204" pitchFamily="34" charset="0"/>
                <a:ea typeface="Tahoma" panose="020B0604030504040204" pitchFamily="34" charset="0"/>
                <a:cs typeface="Tahoma" panose="020B0604030504040204" pitchFamily="34" charset="0"/>
              </a:rPr>
              <a:t>lệch</a:t>
            </a:r>
            <a:r>
              <a:rPr lang="en-US" sz="1800" dirty="0">
                <a:latin typeface="Tahoma" panose="020B0604030504040204" pitchFamily="34" charset="0"/>
                <a:ea typeface="Tahoma" panose="020B0604030504040204" pitchFamily="34" charset="0"/>
                <a:cs typeface="Tahoma" panose="020B0604030504040204" pitchFamily="34" charset="0"/>
              </a:rPr>
              <a:t> </a:t>
            </a:r>
            <a:r>
              <a:rPr lang="en-US" sz="1800" dirty="0" err="1">
                <a:latin typeface="Tahoma" panose="020B0604030504040204" pitchFamily="34" charset="0"/>
                <a:ea typeface="Tahoma" panose="020B0604030504040204" pitchFamily="34" charset="0"/>
                <a:cs typeface="Tahoma" panose="020B0604030504040204" pitchFamily="34" charset="0"/>
              </a:rPr>
              <a:t>chuẩn</a:t>
            </a:r>
            <a:r>
              <a:rPr lang="en-US" sz="1800" dirty="0">
                <a:latin typeface="Tahoma" panose="020B0604030504040204" pitchFamily="34" charset="0"/>
                <a:ea typeface="Tahoma" panose="020B0604030504040204" pitchFamily="34" charset="0"/>
                <a:cs typeface="Tahoma" panose="020B0604030504040204" pitchFamily="34" charset="0"/>
              </a:rPr>
              <a:t> so </a:t>
            </a:r>
            <a:r>
              <a:rPr lang="en-US" sz="1800" dirty="0" err="1">
                <a:latin typeface="Tahoma" panose="020B0604030504040204" pitchFamily="34" charset="0"/>
                <a:ea typeface="Tahoma" panose="020B0604030504040204" pitchFamily="34" charset="0"/>
                <a:cs typeface="Tahoma" panose="020B0604030504040204" pitchFamily="34" charset="0"/>
              </a:rPr>
              <a:t>với</a:t>
            </a:r>
            <a:r>
              <a:rPr lang="en-US" sz="1800" dirty="0">
                <a:latin typeface="Tahoma" panose="020B0604030504040204" pitchFamily="34" charset="0"/>
                <a:ea typeface="Tahoma" panose="020B0604030504040204" pitchFamily="34" charset="0"/>
                <a:cs typeface="Tahoma" panose="020B0604030504040204" pitchFamily="34" charset="0"/>
              </a:rPr>
              <a:t> </a:t>
            </a:r>
            <a:r>
              <a:rPr lang="en-US" sz="1800" dirty="0" err="1">
                <a:latin typeface="Tahoma" panose="020B0604030504040204" pitchFamily="34" charset="0"/>
                <a:ea typeface="Tahoma" panose="020B0604030504040204" pitchFamily="34" charset="0"/>
                <a:cs typeface="Tahoma" panose="020B0604030504040204" pitchFamily="34" charset="0"/>
              </a:rPr>
              <a:t>giá</a:t>
            </a:r>
            <a:r>
              <a:rPr lang="en-US" sz="1800" dirty="0">
                <a:latin typeface="Tahoma" panose="020B0604030504040204" pitchFamily="34" charset="0"/>
                <a:ea typeface="Tahoma" panose="020B0604030504040204" pitchFamily="34" charset="0"/>
                <a:cs typeface="Tahoma" panose="020B0604030504040204" pitchFamily="34" charset="0"/>
              </a:rPr>
              <a:t> </a:t>
            </a:r>
            <a:r>
              <a:rPr lang="en-US" sz="1800" dirty="0" err="1">
                <a:latin typeface="Tahoma" panose="020B0604030504040204" pitchFamily="34" charset="0"/>
                <a:ea typeface="Tahoma" panose="020B0604030504040204" pitchFamily="34" charset="0"/>
                <a:cs typeface="Tahoma" panose="020B0604030504040204" pitchFamily="34" charset="0"/>
              </a:rPr>
              <a:t>trị</a:t>
            </a:r>
            <a:r>
              <a:rPr lang="en-US" sz="1800" dirty="0">
                <a:latin typeface="Tahoma" panose="020B0604030504040204" pitchFamily="34" charset="0"/>
                <a:ea typeface="Tahoma" panose="020B0604030504040204" pitchFamily="34" charset="0"/>
                <a:cs typeface="Tahoma" panose="020B0604030504040204" pitchFamily="34" charset="0"/>
              </a:rPr>
              <a:t> </a:t>
            </a:r>
            <a:r>
              <a:rPr lang="en-US" sz="1800" dirty="0" err="1">
                <a:latin typeface="Tahoma" panose="020B0604030504040204" pitchFamily="34" charset="0"/>
                <a:ea typeface="Tahoma" panose="020B0604030504040204" pitchFamily="34" charset="0"/>
                <a:cs typeface="Tahoma" panose="020B0604030504040204" pitchFamily="34" charset="0"/>
              </a:rPr>
              <a:t>trung</a:t>
            </a:r>
            <a:r>
              <a:rPr lang="en-US" sz="1800" dirty="0">
                <a:latin typeface="Tahoma" panose="020B0604030504040204" pitchFamily="34" charset="0"/>
                <a:ea typeface="Tahoma" panose="020B0604030504040204" pitchFamily="34" charset="0"/>
                <a:cs typeface="Tahoma" panose="020B0604030504040204" pitchFamily="34" charset="0"/>
              </a:rPr>
              <a:t> </a:t>
            </a:r>
            <a:r>
              <a:rPr lang="en-US" sz="1800" dirty="0" err="1">
                <a:latin typeface="Tahoma" panose="020B0604030504040204" pitchFamily="34" charset="0"/>
                <a:ea typeface="Tahoma" panose="020B0604030504040204" pitchFamily="34" charset="0"/>
                <a:cs typeface="Tahoma" panose="020B0604030504040204" pitchFamily="34" charset="0"/>
              </a:rPr>
              <a:t>bình</a:t>
            </a:r>
            <a:r>
              <a:rPr lang="en-US" sz="1800" dirty="0">
                <a:latin typeface="Tahoma" panose="020B0604030504040204" pitchFamily="34" charset="0"/>
                <a:ea typeface="Tahoma" panose="020B0604030504040204" pitchFamily="34" charset="0"/>
                <a:cs typeface="Tahoma" panose="020B0604030504040204" pitchFamily="34" charset="0"/>
              </a:rPr>
              <a:t>), </a:t>
            </a:r>
            <a:r>
              <a:rPr lang="en-US" sz="1800" dirty="0" err="1">
                <a:latin typeface="Tahoma" panose="020B0604030504040204" pitchFamily="34" charset="0"/>
                <a:ea typeface="Tahoma" panose="020B0604030504040204" pitchFamily="34" charset="0"/>
                <a:cs typeface="Tahoma" panose="020B0604030504040204" pitchFamily="34" charset="0"/>
              </a:rPr>
              <a:t>tức</a:t>
            </a:r>
            <a:r>
              <a:rPr lang="en-US" sz="1800" dirty="0">
                <a:latin typeface="Tahoma" panose="020B0604030504040204" pitchFamily="34" charset="0"/>
                <a:ea typeface="Tahoma" panose="020B0604030504040204" pitchFamily="34" charset="0"/>
                <a:cs typeface="Tahoma" panose="020B0604030504040204" pitchFamily="34" charset="0"/>
              </a:rPr>
              <a:t> </a:t>
            </a:r>
            <a:r>
              <a:rPr lang="en-US" sz="1800" dirty="0" err="1">
                <a:latin typeface="Tahoma" panose="020B0604030504040204" pitchFamily="34" charset="0"/>
                <a:ea typeface="Tahoma" panose="020B0604030504040204" pitchFamily="34" charset="0"/>
                <a:cs typeface="Tahoma" panose="020B0604030504040204" pitchFamily="34" charset="0"/>
              </a:rPr>
              <a:t>là</a:t>
            </a:r>
            <a:r>
              <a:rPr lang="en-US" sz="1800" dirty="0">
                <a:latin typeface="Tahoma" panose="020B0604030504040204" pitchFamily="34" charset="0"/>
                <a:ea typeface="Tahoma" panose="020B0604030504040204" pitchFamily="34" charset="0"/>
                <a:cs typeface="Tahoma" panose="020B0604030504040204" pitchFamily="34" charset="0"/>
              </a:rPr>
              <a:t> </a:t>
            </a:r>
            <a:r>
              <a:rPr lang="en-US" sz="1800" dirty="0" err="1">
                <a:latin typeface="Tahoma" panose="020B0604030504040204" pitchFamily="34" charset="0"/>
                <a:ea typeface="Tahoma" panose="020B0604030504040204" pitchFamily="34" charset="0"/>
                <a:cs typeface="Tahoma" panose="020B0604030504040204" pitchFamily="34" charset="0"/>
              </a:rPr>
              <a:t>thuộc</a:t>
            </a:r>
            <a:r>
              <a:rPr lang="en-US" sz="1800" dirty="0">
                <a:latin typeface="Tahoma" panose="020B0604030504040204" pitchFamily="34" charset="0"/>
                <a:ea typeface="Tahoma" panose="020B0604030504040204" pitchFamily="34" charset="0"/>
                <a:cs typeface="Tahoma" panose="020B0604030504040204" pitchFamily="34" charset="0"/>
              </a:rPr>
              <a:t> </a:t>
            </a:r>
            <a:r>
              <a:rPr lang="en-US" sz="1800" dirty="0" err="1">
                <a:latin typeface="Tahoma" panose="020B0604030504040204" pitchFamily="34" charset="0"/>
                <a:ea typeface="Tahoma" panose="020B0604030504040204" pitchFamily="34" charset="0"/>
                <a:cs typeface="Tahoma" panose="020B0604030504040204" pitchFamily="34" charset="0"/>
              </a:rPr>
              <a:t>tính</a:t>
            </a:r>
            <a:r>
              <a:rPr lang="en-US" sz="1800" dirty="0">
                <a:latin typeface="Tahoma" panose="020B0604030504040204" pitchFamily="34" charset="0"/>
                <a:ea typeface="Tahoma" panose="020B0604030504040204" pitchFamily="34" charset="0"/>
                <a:cs typeface="Tahoma" panose="020B0604030504040204" pitchFamily="34" charset="0"/>
              </a:rPr>
              <a:t> x.d1 </a:t>
            </a:r>
            <a:r>
              <a:rPr lang="en-US" sz="1800" dirty="0" err="1">
                <a:latin typeface="Tahoma" panose="020B0604030504040204" pitchFamily="34" charset="0"/>
                <a:ea typeface="Tahoma" panose="020B0604030504040204" pitchFamily="34" charset="0"/>
                <a:cs typeface="Tahoma" panose="020B0604030504040204" pitchFamily="34" charset="0"/>
              </a:rPr>
              <a:t>thỏa</a:t>
            </a:r>
            <a:r>
              <a:rPr lang="en-US" sz="1800" dirty="0">
                <a:latin typeface="Tahoma" panose="020B0604030504040204" pitchFamily="34" charset="0"/>
                <a:ea typeface="Tahoma" panose="020B0604030504040204" pitchFamily="34" charset="0"/>
                <a:cs typeface="Tahoma" panose="020B0604030504040204" pitchFamily="34" charset="0"/>
              </a:rPr>
              <a:t> </a:t>
            </a:r>
            <a:r>
              <a:rPr lang="en-US" sz="1800" dirty="0" err="1">
                <a:latin typeface="Tahoma" panose="020B0604030504040204" pitchFamily="34" charset="0"/>
                <a:ea typeface="Tahoma" panose="020B0604030504040204" pitchFamily="34" charset="0"/>
                <a:cs typeface="Tahoma" panose="020B0604030504040204" pitchFamily="34" charset="0"/>
              </a:rPr>
              <a:t>mãn</a:t>
            </a:r>
            <a:r>
              <a:rPr lang="en-US" sz="1800" dirty="0">
                <a:latin typeface="Tahoma" panose="020B0604030504040204" pitchFamily="34" charset="0"/>
                <a:ea typeface="Tahoma" panose="020B0604030504040204" pitchFamily="34" charset="0"/>
                <a:cs typeface="Tahoma" panose="020B0604030504040204" pitchFamily="34" charset="0"/>
              </a:rPr>
              <a:t>:</a:t>
            </a:r>
          </a:p>
        </p:txBody>
      </p:sp>
      <p:pic>
        <p:nvPicPr>
          <p:cNvPr id="7" name="Picture 6" descr="A group of mathematical equations&#10;&#10;Description automatically generated">
            <a:extLst>
              <a:ext uri="{FF2B5EF4-FFF2-40B4-BE49-F238E27FC236}">
                <a16:creationId xmlns:a16="http://schemas.microsoft.com/office/drawing/2014/main" id="{7C402167-D591-41E9-B7DD-CF473C82774A}"/>
              </a:ext>
            </a:extLst>
          </p:cNvPr>
          <p:cNvPicPr>
            <a:picLocks noChangeAspect="1"/>
          </p:cNvPicPr>
          <p:nvPr/>
        </p:nvPicPr>
        <p:blipFill>
          <a:blip r:embed="rId3"/>
          <a:stretch>
            <a:fillRect/>
          </a:stretch>
        </p:blipFill>
        <p:spPr>
          <a:xfrm>
            <a:off x="2895600" y="3429000"/>
            <a:ext cx="5442453" cy="3079986"/>
          </a:xfrm>
          <a:prstGeom prst="rect">
            <a:avLst/>
          </a:prstGeom>
        </p:spPr>
      </p:pic>
    </p:spTree>
    <p:extLst>
      <p:ext uri="{BB962C8B-B14F-4D97-AF65-F5344CB8AC3E}">
        <p14:creationId xmlns:p14="http://schemas.microsoft.com/office/powerpoint/2010/main" val="23123020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277"/>
        <p:cNvGrpSpPr/>
        <p:nvPr/>
      </p:nvGrpSpPr>
      <p:grpSpPr>
        <a:xfrm>
          <a:off x="0" y="0"/>
          <a:ext cx="0" cy="0"/>
          <a:chOff x="0" y="0"/>
          <a:chExt cx="0" cy="0"/>
        </a:xfrm>
      </p:grpSpPr>
      <p:sp>
        <p:nvSpPr>
          <p:cNvPr id="5" name="Title 4"/>
          <p:cNvSpPr>
            <a:spLocks noGrp="1"/>
          </p:cNvSpPr>
          <p:nvPr>
            <p:ph type="title"/>
          </p:nvPr>
        </p:nvSpPr>
        <p:spPr/>
        <p:txBody>
          <a:bodyPr/>
          <a:lstStyle/>
          <a:p>
            <a:endParaRPr lang="en-US"/>
          </a:p>
        </p:txBody>
      </p:sp>
      <p:sp>
        <p:nvSpPr>
          <p:cNvPr id="2280" name="Google Shape;2280;p40"/>
          <p:cNvSpPr txBox="1">
            <a:spLocks noGrp="1"/>
          </p:cNvSpPr>
          <p:nvPr>
            <p:ph idx="1"/>
          </p:nvPr>
        </p:nvSpPr>
        <p:spPr>
          <a:prstGeom prst="rect">
            <a:avLst/>
          </a:prstGeom>
        </p:spPr>
        <p:txBody>
          <a:bodyPr spcFirstLastPara="1" wrap="square" lIns="91425" tIns="91425" rIns="91425" bIns="91425" anchor="t" anchorCtr="0">
            <a:noAutofit/>
          </a:bodyPr>
          <a:lstStyle/>
          <a:p>
            <a:pPr algn="just"/>
            <a:r>
              <a:rPr lang="vi-VN" sz="1800">
                <a:latin typeface="Tahoma" panose="020B0604030504040204" pitchFamily="34" charset="0"/>
                <a:ea typeface="Tahoma" panose="020B0604030504040204" pitchFamily="34" charset="0"/>
                <a:cs typeface="Tahoma" panose="020B0604030504040204" pitchFamily="34" charset="0"/>
              </a:rPr>
              <a:t>B2</a:t>
            </a:r>
            <a:r>
              <a:rPr lang="vi-VN" sz="1800" dirty="0">
                <a:latin typeface="Tahoma" panose="020B0604030504040204" pitchFamily="34" charset="0"/>
                <a:ea typeface="Tahoma" panose="020B0604030504040204" pitchFamily="34" charset="0"/>
                <a:cs typeface="Tahoma" panose="020B0604030504040204" pitchFamily="34" charset="0"/>
              </a:rPr>
              <a:t>: Xác định thuộc tính có Pearson product-moment correlation cới x.d1 nhỏ nhất, tức là x.d2 thỏa:</a:t>
            </a:r>
            <a:endParaRPr lang="en-US" sz="1800" dirty="0">
              <a:latin typeface="Tahoma" panose="020B0604030504040204" pitchFamily="34" charset="0"/>
              <a:ea typeface="Tahoma" panose="020B0604030504040204" pitchFamily="34" charset="0"/>
              <a:cs typeface="Tahoma" panose="020B0604030504040204" pitchFamily="34" charset="0"/>
            </a:endParaRPr>
          </a:p>
        </p:txBody>
      </p:sp>
      <p:pic>
        <p:nvPicPr>
          <p:cNvPr id="2" name="Picture 1" descr="A black and white math equations&#10;&#10;Description automatically generated with medium confidence">
            <a:extLst>
              <a:ext uri="{FF2B5EF4-FFF2-40B4-BE49-F238E27FC236}">
                <a16:creationId xmlns:a16="http://schemas.microsoft.com/office/drawing/2014/main" id="{8A705820-D59A-40EF-A9A3-1E0C9E86D850}"/>
              </a:ext>
            </a:extLst>
          </p:cNvPr>
          <p:cNvPicPr>
            <a:picLocks noChangeAspect="1"/>
          </p:cNvPicPr>
          <p:nvPr/>
        </p:nvPicPr>
        <p:blipFill>
          <a:blip r:embed="rId3"/>
          <a:stretch>
            <a:fillRect/>
          </a:stretch>
        </p:blipFill>
        <p:spPr>
          <a:xfrm>
            <a:off x="2973682" y="2547884"/>
            <a:ext cx="5680242" cy="1635344"/>
          </a:xfrm>
          <a:prstGeom prst="rect">
            <a:avLst/>
          </a:prstGeom>
        </p:spPr>
      </p:pic>
      <p:sp>
        <p:nvSpPr>
          <p:cNvPr id="3" name="Google Shape;2280;p40">
            <a:extLst>
              <a:ext uri="{FF2B5EF4-FFF2-40B4-BE49-F238E27FC236}">
                <a16:creationId xmlns:a16="http://schemas.microsoft.com/office/drawing/2014/main" id="{1AA8C81E-555A-3C19-6646-D74EE69549C4}"/>
              </a:ext>
            </a:extLst>
          </p:cNvPr>
          <p:cNvSpPr txBox="1">
            <a:spLocks/>
          </p:cNvSpPr>
          <p:nvPr/>
        </p:nvSpPr>
        <p:spPr>
          <a:xfrm>
            <a:off x="1360428" y="3884547"/>
            <a:ext cx="7280919" cy="70266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Varela Round"/>
              <a:buNone/>
              <a:defRPr sz="1400" b="0" i="0" u="none" strike="noStrike" cap="none">
                <a:solidFill>
                  <a:schemeClr val="dk1"/>
                </a:solidFill>
                <a:latin typeface="Varela Round"/>
                <a:ea typeface="Varela Round"/>
                <a:cs typeface="Varela Round"/>
                <a:sym typeface="Varela Round"/>
              </a:defRPr>
            </a:lvl1pPr>
            <a:lvl2pPr marL="914400" marR="0" lvl="1" indent="-317500" algn="ctr" rtl="0">
              <a:lnSpc>
                <a:spcPct val="100000"/>
              </a:lnSpc>
              <a:spcBef>
                <a:spcPts val="0"/>
              </a:spcBef>
              <a:spcAft>
                <a:spcPts val="0"/>
              </a:spcAft>
              <a:buClr>
                <a:schemeClr val="dk1"/>
              </a:buClr>
              <a:buSzPts val="1400"/>
              <a:buFont typeface="Varela Round"/>
              <a:buNone/>
              <a:defRPr sz="1400" b="0" i="0" u="none" strike="noStrike" cap="none">
                <a:solidFill>
                  <a:schemeClr val="dk1"/>
                </a:solidFill>
                <a:latin typeface="Varela Round"/>
                <a:ea typeface="Varela Round"/>
                <a:cs typeface="Varela Round"/>
                <a:sym typeface="Varela Round"/>
              </a:defRPr>
            </a:lvl2pPr>
            <a:lvl3pPr marL="1371600" marR="0" lvl="2" indent="-317500" algn="ctr" rtl="0">
              <a:lnSpc>
                <a:spcPct val="100000"/>
              </a:lnSpc>
              <a:spcBef>
                <a:spcPts val="0"/>
              </a:spcBef>
              <a:spcAft>
                <a:spcPts val="0"/>
              </a:spcAft>
              <a:buClr>
                <a:schemeClr val="dk1"/>
              </a:buClr>
              <a:buSzPts val="1400"/>
              <a:buFont typeface="Varela Round"/>
              <a:buNone/>
              <a:defRPr sz="1400" b="0" i="0" u="none" strike="noStrike" cap="none">
                <a:solidFill>
                  <a:schemeClr val="dk1"/>
                </a:solidFill>
                <a:latin typeface="Varela Round"/>
                <a:ea typeface="Varela Round"/>
                <a:cs typeface="Varela Round"/>
                <a:sym typeface="Varela Round"/>
              </a:defRPr>
            </a:lvl3pPr>
            <a:lvl4pPr marL="1828800" marR="0" lvl="3" indent="-317500" algn="ctr" rtl="0">
              <a:lnSpc>
                <a:spcPct val="100000"/>
              </a:lnSpc>
              <a:spcBef>
                <a:spcPts val="0"/>
              </a:spcBef>
              <a:spcAft>
                <a:spcPts val="0"/>
              </a:spcAft>
              <a:buClr>
                <a:schemeClr val="dk1"/>
              </a:buClr>
              <a:buSzPts val="1400"/>
              <a:buFont typeface="Varela Round"/>
              <a:buNone/>
              <a:defRPr sz="1400" b="0" i="0" u="none" strike="noStrike" cap="none">
                <a:solidFill>
                  <a:schemeClr val="dk1"/>
                </a:solidFill>
                <a:latin typeface="Varela Round"/>
                <a:ea typeface="Varela Round"/>
                <a:cs typeface="Varela Round"/>
                <a:sym typeface="Varela Round"/>
              </a:defRPr>
            </a:lvl4pPr>
            <a:lvl5pPr marL="2286000" marR="0" lvl="4" indent="-317500" algn="ctr" rtl="0">
              <a:lnSpc>
                <a:spcPct val="100000"/>
              </a:lnSpc>
              <a:spcBef>
                <a:spcPts val="0"/>
              </a:spcBef>
              <a:spcAft>
                <a:spcPts val="0"/>
              </a:spcAft>
              <a:buClr>
                <a:schemeClr val="dk1"/>
              </a:buClr>
              <a:buSzPts val="1400"/>
              <a:buFont typeface="Varela Round"/>
              <a:buNone/>
              <a:defRPr sz="1400" b="0" i="0" u="none" strike="noStrike" cap="none">
                <a:solidFill>
                  <a:schemeClr val="dk1"/>
                </a:solidFill>
                <a:latin typeface="Varela Round"/>
                <a:ea typeface="Varela Round"/>
                <a:cs typeface="Varela Round"/>
                <a:sym typeface="Varela Round"/>
              </a:defRPr>
            </a:lvl5pPr>
            <a:lvl6pPr marL="2743200" marR="0" lvl="5" indent="-317500" algn="ctr" rtl="0">
              <a:lnSpc>
                <a:spcPct val="100000"/>
              </a:lnSpc>
              <a:spcBef>
                <a:spcPts val="0"/>
              </a:spcBef>
              <a:spcAft>
                <a:spcPts val="0"/>
              </a:spcAft>
              <a:buClr>
                <a:schemeClr val="dk1"/>
              </a:buClr>
              <a:buSzPts val="1400"/>
              <a:buFont typeface="Varela Round"/>
              <a:buNone/>
              <a:defRPr sz="1400" b="0" i="0" u="none" strike="noStrike" cap="none">
                <a:solidFill>
                  <a:schemeClr val="dk1"/>
                </a:solidFill>
                <a:latin typeface="Varela Round"/>
                <a:ea typeface="Varela Round"/>
                <a:cs typeface="Varela Round"/>
                <a:sym typeface="Varela Round"/>
              </a:defRPr>
            </a:lvl6pPr>
            <a:lvl7pPr marL="3200400" marR="0" lvl="6" indent="-317500" algn="ctr" rtl="0">
              <a:lnSpc>
                <a:spcPct val="100000"/>
              </a:lnSpc>
              <a:spcBef>
                <a:spcPts val="0"/>
              </a:spcBef>
              <a:spcAft>
                <a:spcPts val="0"/>
              </a:spcAft>
              <a:buClr>
                <a:schemeClr val="dk1"/>
              </a:buClr>
              <a:buSzPts val="1400"/>
              <a:buFont typeface="Varela Round"/>
              <a:buNone/>
              <a:defRPr sz="1400" b="0" i="0" u="none" strike="noStrike" cap="none">
                <a:solidFill>
                  <a:schemeClr val="dk1"/>
                </a:solidFill>
                <a:latin typeface="Varela Round"/>
                <a:ea typeface="Varela Round"/>
                <a:cs typeface="Varela Round"/>
                <a:sym typeface="Varela Round"/>
              </a:defRPr>
            </a:lvl7pPr>
            <a:lvl8pPr marL="3657600" marR="0" lvl="7" indent="-317500" algn="ctr" rtl="0">
              <a:lnSpc>
                <a:spcPct val="100000"/>
              </a:lnSpc>
              <a:spcBef>
                <a:spcPts val="0"/>
              </a:spcBef>
              <a:spcAft>
                <a:spcPts val="0"/>
              </a:spcAft>
              <a:buClr>
                <a:schemeClr val="dk1"/>
              </a:buClr>
              <a:buSzPts val="1400"/>
              <a:buFont typeface="Varela Round"/>
              <a:buNone/>
              <a:defRPr sz="1400" b="0" i="0" u="none" strike="noStrike" cap="none">
                <a:solidFill>
                  <a:schemeClr val="dk1"/>
                </a:solidFill>
                <a:latin typeface="Varela Round"/>
                <a:ea typeface="Varela Round"/>
                <a:cs typeface="Varela Round"/>
                <a:sym typeface="Varela Round"/>
              </a:defRPr>
            </a:lvl8pPr>
            <a:lvl9pPr marL="4114800" marR="0" lvl="8" indent="-317500" algn="ctr" rtl="0">
              <a:lnSpc>
                <a:spcPct val="100000"/>
              </a:lnSpc>
              <a:spcBef>
                <a:spcPts val="0"/>
              </a:spcBef>
              <a:spcAft>
                <a:spcPts val="0"/>
              </a:spcAft>
              <a:buClr>
                <a:schemeClr val="dk1"/>
              </a:buClr>
              <a:buSzPts val="1400"/>
              <a:buFont typeface="Varela Round"/>
              <a:buNone/>
              <a:defRPr sz="1400" b="0" i="0" u="none" strike="noStrike" cap="none">
                <a:solidFill>
                  <a:schemeClr val="dk1"/>
                </a:solidFill>
                <a:latin typeface="Varela Round"/>
                <a:ea typeface="Varela Round"/>
                <a:cs typeface="Varela Round"/>
                <a:sym typeface="Varela Round"/>
              </a:defRPr>
            </a:lvl9pPr>
          </a:lstStyle>
          <a:p>
            <a:pPr marL="0" indent="0" algn="just">
              <a:lnSpc>
                <a:spcPct val="100000"/>
              </a:lnSpc>
            </a:pPr>
            <a:r>
              <a:rPr lang="en-US" sz="1800" dirty="0" err="1">
                <a:latin typeface="Varela Round" panose="00000500000000000000" pitchFamily="2" charset="-79"/>
                <a:ea typeface="Aptos" panose="020B0004020202020204" pitchFamily="34" charset="0"/>
                <a:cs typeface="Varela Round" panose="00000500000000000000" pitchFamily="2" charset="-79"/>
              </a:rPr>
              <a:t>Viết</a:t>
            </a:r>
            <a:r>
              <a:rPr lang="en-US" sz="1800" dirty="0">
                <a:latin typeface="Varela Round" panose="00000500000000000000" pitchFamily="2" charset="-79"/>
                <a:ea typeface="Aptos" panose="020B0004020202020204" pitchFamily="34" charset="0"/>
                <a:cs typeface="Varela Round" panose="00000500000000000000" pitchFamily="2" charset="-79"/>
              </a:rPr>
              <a:t> </a:t>
            </a:r>
            <a:r>
              <a:rPr lang="en-US" sz="1800" dirty="0" err="1">
                <a:latin typeface="Varela Round" panose="00000500000000000000" pitchFamily="2" charset="-79"/>
                <a:ea typeface="Aptos" panose="020B0004020202020204" pitchFamily="34" charset="0"/>
                <a:cs typeface="Varela Round" panose="00000500000000000000" pitchFamily="2" charset="-79"/>
              </a:rPr>
              <a:t>gọn</a:t>
            </a:r>
            <a:r>
              <a:rPr lang="en-US" sz="1800" dirty="0">
                <a:latin typeface="Varela Round" panose="00000500000000000000" pitchFamily="2" charset="-79"/>
                <a:ea typeface="Aptos" panose="020B0004020202020204" pitchFamily="34" charset="0"/>
                <a:cs typeface="Varela Round" panose="00000500000000000000" pitchFamily="2" charset="-79"/>
              </a:rPr>
              <a:t> </a:t>
            </a:r>
            <a:r>
              <a:rPr lang="en-US" sz="1800" dirty="0" err="1">
                <a:latin typeface="Varela Round" panose="00000500000000000000" pitchFamily="2" charset="-79"/>
                <a:ea typeface="Aptos" panose="020B0004020202020204" pitchFamily="34" charset="0"/>
                <a:cs typeface="Varela Round" panose="00000500000000000000" pitchFamily="2" charset="-79"/>
              </a:rPr>
              <a:t>lại</a:t>
            </a:r>
            <a:r>
              <a:rPr lang="en-US" sz="1800" dirty="0">
                <a:latin typeface="Varela Round" panose="00000500000000000000" pitchFamily="2" charset="-79"/>
                <a:ea typeface="Aptos" panose="020B0004020202020204" pitchFamily="34" charset="0"/>
                <a:cs typeface="Varela Round" panose="00000500000000000000" pitchFamily="2" charset="-79"/>
              </a:rPr>
              <a:t>: </a:t>
            </a:r>
          </a:p>
        </p:txBody>
      </p:sp>
      <p:pic>
        <p:nvPicPr>
          <p:cNvPr id="4" name="Picture 3">
            <a:extLst>
              <a:ext uri="{FF2B5EF4-FFF2-40B4-BE49-F238E27FC236}">
                <a16:creationId xmlns:a16="http://schemas.microsoft.com/office/drawing/2014/main" id="{7D5BB210-290F-2A54-C19D-7EFF1EC9D19B}"/>
              </a:ext>
            </a:extLst>
          </p:cNvPr>
          <p:cNvPicPr>
            <a:picLocks noChangeAspect="1"/>
          </p:cNvPicPr>
          <p:nvPr/>
        </p:nvPicPr>
        <p:blipFill>
          <a:blip r:embed="rId4"/>
          <a:stretch>
            <a:fillRect/>
          </a:stretch>
        </p:blipFill>
        <p:spPr>
          <a:xfrm>
            <a:off x="1904301" y="4461928"/>
            <a:ext cx="5680242" cy="952661"/>
          </a:xfrm>
          <a:prstGeom prst="rect">
            <a:avLst/>
          </a:prstGeom>
        </p:spPr>
      </p:pic>
    </p:spTree>
    <p:extLst>
      <p:ext uri="{BB962C8B-B14F-4D97-AF65-F5344CB8AC3E}">
        <p14:creationId xmlns:p14="http://schemas.microsoft.com/office/powerpoint/2010/main" val="8754584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277"/>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7" name="Subtitle 6">
            <a:extLst>
              <a:ext uri="{FF2B5EF4-FFF2-40B4-BE49-F238E27FC236}">
                <a16:creationId xmlns:a16="http://schemas.microsoft.com/office/drawing/2014/main" id="{C8F78E01-00B4-DB09-DDC8-4066AFC02666}"/>
              </a:ext>
            </a:extLst>
          </p:cNvPr>
          <p:cNvSpPr>
            <a:spLocks noGrp="1"/>
          </p:cNvSpPr>
          <p:nvPr>
            <p:ph idx="1"/>
          </p:nvPr>
        </p:nvSpPr>
        <p:spPr>
          <a:xfrm>
            <a:off x="1257300" y="1546813"/>
            <a:ext cx="7886700" cy="4351338"/>
          </a:xfrm>
        </p:spPr>
        <p:txBody>
          <a:bodyPr/>
          <a:lstStyle/>
          <a:p>
            <a:pPr algn="l"/>
            <a:r>
              <a:rPr lang="en-US" sz="1800" dirty="0"/>
              <a:t>-  B3:                                              </a:t>
            </a:r>
            <a:r>
              <a:rPr lang="en-US" sz="1800" dirty="0" err="1"/>
              <a:t>là</a:t>
            </a:r>
            <a:r>
              <a:rPr lang="en-US" sz="1800" dirty="0"/>
              <a:t> </a:t>
            </a:r>
            <a:r>
              <a:rPr lang="en-US" sz="1800" dirty="0" err="1"/>
              <a:t>hình</a:t>
            </a:r>
            <a:r>
              <a:rPr lang="en-US" sz="1800" dirty="0"/>
              <a:t> </a:t>
            </a:r>
            <a:r>
              <a:rPr lang="en-US" sz="1800" dirty="0" err="1"/>
              <a:t>chiếu</a:t>
            </a:r>
            <a:r>
              <a:rPr lang="en-US" sz="1800" dirty="0"/>
              <a:t> </a:t>
            </a:r>
            <a:r>
              <a:rPr lang="en-US" sz="1800" dirty="0" err="1"/>
              <a:t>của</a:t>
            </a:r>
            <a:endParaRPr lang="en-US" sz="1800" dirty="0"/>
          </a:p>
          <a:p>
            <a:pPr algn="l"/>
            <a:r>
              <a:rPr lang="vi-VN" sz="1800" dirty="0"/>
              <a:t>trên mặt phẳng 2 chiều được xác định ở bước 1 và 2.</a:t>
            </a:r>
            <a:endParaRPr lang="en-US" sz="1800" dirty="0"/>
          </a:p>
          <a:p>
            <a:pPr algn="l"/>
            <a:endParaRPr lang="en-US" sz="1800" dirty="0"/>
          </a:p>
          <a:p>
            <a:pPr algn="l"/>
            <a:endParaRPr lang="en-US" sz="1800" dirty="0"/>
          </a:p>
          <a:p>
            <a:pPr algn="l"/>
            <a:r>
              <a:rPr lang="en-US" sz="1800" dirty="0"/>
              <a:t>-  B4 : </a:t>
            </a:r>
            <a:r>
              <a:rPr lang="en-US" sz="1800" dirty="0" err="1"/>
              <a:t>Chọn</a:t>
            </a:r>
            <a:r>
              <a:rPr lang="en-US" sz="1800" dirty="0"/>
              <a:t> </a:t>
            </a:r>
            <a:r>
              <a:rPr lang="en-US" sz="1800" dirty="0" err="1"/>
              <a:t>tâm</a:t>
            </a:r>
            <a:r>
              <a:rPr lang="en-US" sz="1800" dirty="0"/>
              <a:t> </a:t>
            </a:r>
            <a:r>
              <a:rPr lang="en-US" sz="1800" dirty="0" err="1"/>
              <a:t>đầu</a:t>
            </a:r>
            <a:r>
              <a:rPr lang="en-US" sz="1800" dirty="0"/>
              <a:t> </a:t>
            </a:r>
            <a:r>
              <a:rPr lang="en-US" sz="1800" dirty="0" err="1"/>
              <a:t>tiên</a:t>
            </a:r>
            <a:r>
              <a:rPr lang="en-US" sz="1800" dirty="0"/>
              <a:t> c1 </a:t>
            </a:r>
            <a:r>
              <a:rPr lang="en-US" sz="1800" dirty="0" err="1"/>
              <a:t>làm</a:t>
            </a:r>
            <a:r>
              <a:rPr lang="en-US" sz="1800" dirty="0"/>
              <a:t> </a:t>
            </a:r>
            <a:r>
              <a:rPr lang="en-US" sz="1800" dirty="0" err="1"/>
              <a:t>điểm</a:t>
            </a:r>
            <a:r>
              <a:rPr lang="en-US" sz="1800" dirty="0"/>
              <a:t> xa </a:t>
            </a:r>
            <a:r>
              <a:rPr lang="en-US" sz="1800" dirty="0" err="1"/>
              <a:t>nhất</a:t>
            </a:r>
            <a:r>
              <a:rPr lang="en-US" sz="1800" dirty="0"/>
              <a:t> so </a:t>
            </a:r>
            <a:r>
              <a:rPr lang="en-US" sz="1800" dirty="0" err="1"/>
              <a:t>với</a:t>
            </a:r>
            <a:r>
              <a:rPr lang="en-US" sz="1800" dirty="0"/>
              <a:t> </a:t>
            </a:r>
            <a:r>
              <a:rPr lang="en-US" sz="1800" dirty="0" err="1"/>
              <a:t>trọng</a:t>
            </a:r>
            <a:r>
              <a:rPr lang="en-US" sz="1800" dirty="0"/>
              <a:t> </a:t>
            </a:r>
            <a:r>
              <a:rPr lang="en-US" sz="1800" dirty="0" err="1"/>
              <a:t>tâm</a:t>
            </a:r>
            <a:r>
              <a:rPr lang="en-US" sz="1800" dirty="0"/>
              <a:t> </a:t>
            </a:r>
          </a:p>
          <a:p>
            <a:pPr algn="l"/>
            <a:r>
              <a:rPr lang="vi-VN" sz="1800" dirty="0"/>
              <a:t>của Y với khoảng cách L2, tức là điểm</a:t>
            </a:r>
            <a:r>
              <a:rPr lang="en-US" sz="1800" dirty="0"/>
              <a:t> </a:t>
            </a:r>
            <a:r>
              <a:rPr lang="vi-VN" sz="1800" dirty="0"/>
              <a:t> </a:t>
            </a:r>
            <a:r>
              <a:rPr lang="en-US" sz="1800" dirty="0"/>
              <a:t>       </a:t>
            </a:r>
            <a:r>
              <a:rPr lang="en-US" sz="1800" dirty="0" err="1"/>
              <a:t>thỏa</a:t>
            </a:r>
            <a:r>
              <a:rPr lang="en-US" sz="1800" dirty="0"/>
              <a:t> </a:t>
            </a:r>
            <a:r>
              <a:rPr lang="en-US" sz="1800" dirty="0" err="1"/>
              <a:t>mãn</a:t>
            </a:r>
            <a:endParaRPr lang="en-US" sz="1800" dirty="0"/>
          </a:p>
        </p:txBody>
      </p:sp>
      <p:pic>
        <p:nvPicPr>
          <p:cNvPr id="8" name="Picture 7">
            <a:extLst>
              <a:ext uri="{FF2B5EF4-FFF2-40B4-BE49-F238E27FC236}">
                <a16:creationId xmlns:a16="http://schemas.microsoft.com/office/drawing/2014/main" id="{597384C3-0FA4-8549-45E9-507A141A87D4}"/>
              </a:ext>
            </a:extLst>
          </p:cNvPr>
          <p:cNvPicPr>
            <a:picLocks noChangeAspect="1"/>
          </p:cNvPicPr>
          <p:nvPr/>
        </p:nvPicPr>
        <p:blipFill>
          <a:blip r:embed="rId3"/>
          <a:stretch>
            <a:fillRect/>
          </a:stretch>
        </p:blipFill>
        <p:spPr>
          <a:xfrm>
            <a:off x="1656297" y="1545764"/>
            <a:ext cx="2640521" cy="412234"/>
          </a:xfrm>
          <a:prstGeom prst="rect">
            <a:avLst/>
          </a:prstGeom>
        </p:spPr>
      </p:pic>
      <p:pic>
        <p:nvPicPr>
          <p:cNvPr id="9" name="Picture 8">
            <a:extLst>
              <a:ext uri="{FF2B5EF4-FFF2-40B4-BE49-F238E27FC236}">
                <a16:creationId xmlns:a16="http://schemas.microsoft.com/office/drawing/2014/main" id="{913BBA6F-3371-B6E5-C941-430A6D04A3FE}"/>
              </a:ext>
            </a:extLst>
          </p:cNvPr>
          <p:cNvPicPr>
            <a:picLocks noChangeAspect="1"/>
          </p:cNvPicPr>
          <p:nvPr/>
        </p:nvPicPr>
        <p:blipFill>
          <a:blip r:embed="rId4"/>
          <a:stretch>
            <a:fillRect/>
          </a:stretch>
        </p:blipFill>
        <p:spPr>
          <a:xfrm>
            <a:off x="6189289" y="1556019"/>
            <a:ext cx="2585800" cy="375358"/>
          </a:xfrm>
          <a:prstGeom prst="rect">
            <a:avLst/>
          </a:prstGeom>
        </p:spPr>
      </p:pic>
      <p:pic>
        <p:nvPicPr>
          <p:cNvPr id="10" name="Picture 9">
            <a:extLst>
              <a:ext uri="{FF2B5EF4-FFF2-40B4-BE49-F238E27FC236}">
                <a16:creationId xmlns:a16="http://schemas.microsoft.com/office/drawing/2014/main" id="{B50644F1-7C46-C65D-75B5-1DF5CCC7703E}"/>
              </a:ext>
            </a:extLst>
          </p:cNvPr>
          <p:cNvPicPr>
            <a:picLocks noChangeAspect="1"/>
          </p:cNvPicPr>
          <p:nvPr/>
        </p:nvPicPr>
        <p:blipFill>
          <a:blip r:embed="rId5"/>
          <a:stretch>
            <a:fillRect/>
          </a:stretch>
        </p:blipFill>
        <p:spPr>
          <a:xfrm>
            <a:off x="1898966" y="2236273"/>
            <a:ext cx="5156229" cy="489612"/>
          </a:xfrm>
          <a:prstGeom prst="rect">
            <a:avLst/>
          </a:prstGeom>
        </p:spPr>
      </p:pic>
      <p:pic>
        <p:nvPicPr>
          <p:cNvPr id="11" name="Picture 10">
            <a:extLst>
              <a:ext uri="{FF2B5EF4-FFF2-40B4-BE49-F238E27FC236}">
                <a16:creationId xmlns:a16="http://schemas.microsoft.com/office/drawing/2014/main" id="{0DDA0580-08DE-8A02-CCBD-42439C840BBB}"/>
              </a:ext>
            </a:extLst>
          </p:cNvPr>
          <p:cNvPicPr>
            <a:picLocks noChangeAspect="1"/>
          </p:cNvPicPr>
          <p:nvPr/>
        </p:nvPicPr>
        <p:blipFill>
          <a:blip r:embed="rId6"/>
          <a:stretch>
            <a:fillRect/>
          </a:stretch>
        </p:blipFill>
        <p:spPr>
          <a:xfrm>
            <a:off x="7848470" y="2783020"/>
            <a:ext cx="299847" cy="395253"/>
          </a:xfrm>
          <a:prstGeom prst="rect">
            <a:avLst/>
          </a:prstGeom>
        </p:spPr>
      </p:pic>
      <p:pic>
        <p:nvPicPr>
          <p:cNvPr id="12" name="Picture 11">
            <a:extLst>
              <a:ext uri="{FF2B5EF4-FFF2-40B4-BE49-F238E27FC236}">
                <a16:creationId xmlns:a16="http://schemas.microsoft.com/office/drawing/2014/main" id="{662EFCDD-89C1-8E47-6F19-162437468270}"/>
              </a:ext>
            </a:extLst>
          </p:cNvPr>
          <p:cNvPicPr>
            <a:picLocks noChangeAspect="1"/>
          </p:cNvPicPr>
          <p:nvPr/>
        </p:nvPicPr>
        <p:blipFill>
          <a:blip r:embed="rId7"/>
          <a:stretch>
            <a:fillRect/>
          </a:stretch>
        </p:blipFill>
        <p:spPr>
          <a:xfrm>
            <a:off x="8622088" y="3198248"/>
            <a:ext cx="306002" cy="395253"/>
          </a:xfrm>
          <a:prstGeom prst="rect">
            <a:avLst/>
          </a:prstGeom>
        </p:spPr>
      </p:pic>
      <p:pic>
        <p:nvPicPr>
          <p:cNvPr id="13" name="Picture 12" descr="A black text on a white background&#10;&#10;Description automatically generated">
            <a:extLst>
              <a:ext uri="{FF2B5EF4-FFF2-40B4-BE49-F238E27FC236}">
                <a16:creationId xmlns:a16="http://schemas.microsoft.com/office/drawing/2014/main" id="{D627B5A3-81C0-C55E-C742-5E4A54E48194}"/>
              </a:ext>
            </a:extLst>
          </p:cNvPr>
          <p:cNvPicPr>
            <a:picLocks noChangeAspect="1"/>
          </p:cNvPicPr>
          <p:nvPr/>
        </p:nvPicPr>
        <p:blipFill>
          <a:blip r:embed="rId8"/>
          <a:stretch>
            <a:fillRect/>
          </a:stretch>
        </p:blipFill>
        <p:spPr>
          <a:xfrm>
            <a:off x="1040291" y="4893789"/>
            <a:ext cx="3531709" cy="1015018"/>
          </a:xfrm>
          <a:prstGeom prst="rect">
            <a:avLst/>
          </a:prstGeom>
        </p:spPr>
      </p:pic>
    </p:spTree>
    <p:extLst>
      <p:ext uri="{BB962C8B-B14F-4D97-AF65-F5344CB8AC3E}">
        <p14:creationId xmlns:p14="http://schemas.microsoft.com/office/powerpoint/2010/main" val="4891306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277"/>
        <p:cNvGrpSpPr/>
        <p:nvPr/>
      </p:nvGrpSpPr>
      <p:grpSpPr>
        <a:xfrm>
          <a:off x="0" y="0"/>
          <a:ext cx="0" cy="0"/>
          <a:chOff x="0" y="0"/>
          <a:chExt cx="0" cy="0"/>
        </a:xfrm>
      </p:grpSpPr>
      <p:sp>
        <p:nvSpPr>
          <p:cNvPr id="4" name="Title 3"/>
          <p:cNvSpPr>
            <a:spLocks noGrp="1"/>
          </p:cNvSpPr>
          <p:nvPr>
            <p:ph type="title"/>
          </p:nvPr>
        </p:nvSpPr>
        <p:spPr/>
        <p:txBody>
          <a:bodyPr/>
          <a:lstStyle/>
          <a:p>
            <a:endParaRPr lang="en-US"/>
          </a:p>
        </p:txBody>
      </p:sp>
      <p:sp>
        <p:nvSpPr>
          <p:cNvPr id="7" name="Subtitle 6">
            <a:extLst>
              <a:ext uri="{FF2B5EF4-FFF2-40B4-BE49-F238E27FC236}">
                <a16:creationId xmlns:a16="http://schemas.microsoft.com/office/drawing/2014/main" id="{C8F78E01-00B4-DB09-DDC8-4066AFC02666}"/>
              </a:ext>
            </a:extLst>
          </p:cNvPr>
          <p:cNvSpPr>
            <a:spLocks noGrp="1"/>
          </p:cNvSpPr>
          <p:nvPr>
            <p:ph idx="1"/>
          </p:nvPr>
        </p:nvSpPr>
        <p:spPr>
          <a:xfrm>
            <a:off x="798135" y="1905000"/>
            <a:ext cx="7886700" cy="4351338"/>
          </a:xfrm>
        </p:spPr>
        <p:txBody>
          <a:bodyPr/>
          <a:lstStyle/>
          <a:p>
            <a:pPr algn="l"/>
            <a:r>
              <a:rPr lang="en-US" sz="1800" dirty="0"/>
              <a:t>-  B5: </a:t>
            </a:r>
            <a:r>
              <a:rPr lang="en-US" sz="1800" dirty="0" err="1"/>
              <a:t>chọn</a:t>
            </a:r>
            <a:r>
              <a:rPr lang="en-US" sz="1800" dirty="0"/>
              <a:t> </a:t>
            </a:r>
            <a:r>
              <a:rPr lang="en-US" sz="1800" dirty="0" err="1"/>
              <a:t>tâm</a:t>
            </a:r>
            <a:r>
              <a:rPr lang="en-US" sz="1800" dirty="0"/>
              <a:t> ci </a:t>
            </a:r>
            <a:r>
              <a:rPr lang="en-US" sz="1800" dirty="0" err="1"/>
              <a:t>tiếp</a:t>
            </a:r>
            <a:r>
              <a:rPr lang="en-US" sz="1800" dirty="0"/>
              <a:t> </a:t>
            </a:r>
            <a:r>
              <a:rPr lang="en-US" sz="1800" dirty="0" err="1"/>
              <a:t>theo</a:t>
            </a:r>
            <a:r>
              <a:rPr lang="en-US" sz="1800" dirty="0"/>
              <a:t> </a:t>
            </a:r>
            <a:r>
              <a:rPr lang="en-US" sz="1800" dirty="0" err="1"/>
              <a:t>là</a:t>
            </a:r>
            <a:r>
              <a:rPr lang="en-US" sz="1800" dirty="0"/>
              <a:t> </a:t>
            </a:r>
            <a:r>
              <a:rPr lang="en-US" sz="1800" dirty="0" err="1"/>
              <a:t>điểm</a:t>
            </a:r>
            <a:r>
              <a:rPr lang="en-US" sz="1800" dirty="0"/>
              <a:t> </a:t>
            </a:r>
            <a:r>
              <a:rPr lang="en-US" sz="1800" dirty="0" err="1"/>
              <a:t>có</a:t>
            </a:r>
            <a:r>
              <a:rPr lang="en-US" sz="1800" dirty="0"/>
              <a:t> </a:t>
            </a:r>
            <a:r>
              <a:rPr lang="en-US" sz="1800" dirty="0" err="1"/>
              <a:t>khoảng</a:t>
            </a:r>
            <a:r>
              <a:rPr lang="en-US" sz="1800" dirty="0"/>
              <a:t> </a:t>
            </a:r>
            <a:r>
              <a:rPr lang="en-US" sz="1800" dirty="0" err="1"/>
              <a:t>cách</a:t>
            </a:r>
            <a:r>
              <a:rPr lang="en-US" sz="1800" dirty="0"/>
              <a:t> L2 </a:t>
            </a:r>
            <a:r>
              <a:rPr lang="en-US" sz="1800" dirty="0" err="1"/>
              <a:t>đến</a:t>
            </a:r>
            <a:r>
              <a:rPr lang="en-US" sz="1800" dirty="0"/>
              <a:t> (i-1) </a:t>
            </a:r>
            <a:r>
              <a:rPr lang="en-US" sz="1800" dirty="0" err="1"/>
              <a:t>tâm</a:t>
            </a:r>
            <a:r>
              <a:rPr lang="en-US" sz="1800" dirty="0"/>
              <a:t> </a:t>
            </a:r>
            <a:r>
              <a:rPr lang="en-US" sz="1800" dirty="0" err="1"/>
              <a:t>đã</a:t>
            </a:r>
            <a:r>
              <a:rPr lang="en-US" sz="1800" dirty="0"/>
              <a:t> </a:t>
            </a:r>
            <a:r>
              <a:rPr lang="en-US" sz="1800" dirty="0" err="1"/>
              <a:t>xác</a:t>
            </a:r>
            <a:r>
              <a:rPr lang="en-US" sz="1800" dirty="0"/>
              <a:t> </a:t>
            </a:r>
            <a:r>
              <a:rPr lang="en-US" sz="1800" dirty="0" err="1"/>
              <a:t>định</a:t>
            </a:r>
            <a:r>
              <a:rPr lang="en-US" sz="1800" dirty="0"/>
              <a:t> </a:t>
            </a:r>
            <a:r>
              <a:rPr lang="en-US" sz="1800" dirty="0" err="1"/>
              <a:t>tích</a:t>
            </a:r>
            <a:r>
              <a:rPr lang="en-US" sz="1800" dirty="0"/>
              <a:t> </a:t>
            </a:r>
            <a:r>
              <a:rPr lang="en-US" sz="1800" dirty="0" err="1"/>
              <a:t>lũy</a:t>
            </a:r>
            <a:r>
              <a:rPr lang="en-US" sz="1800" dirty="0"/>
              <a:t> </a:t>
            </a:r>
            <a:r>
              <a:rPr lang="en-US" sz="1800" dirty="0" err="1"/>
              <a:t>lớn</a:t>
            </a:r>
            <a:r>
              <a:rPr lang="en-US" sz="1800" dirty="0"/>
              <a:t> </a:t>
            </a:r>
            <a:r>
              <a:rPr lang="en-US" sz="1800" dirty="0" err="1"/>
              <a:t>nhất</a:t>
            </a:r>
            <a:r>
              <a:rPr lang="en-US" sz="1800" dirty="0"/>
              <a:t>. </a:t>
            </a:r>
            <a:r>
              <a:rPr lang="en-US" sz="1800" dirty="0" err="1"/>
              <a:t>Là</a:t>
            </a:r>
            <a:r>
              <a:rPr lang="en-US" sz="1800" dirty="0"/>
              <a:t> </a:t>
            </a:r>
            <a:r>
              <a:rPr lang="en-US" sz="1800" dirty="0" err="1"/>
              <a:t>điểm</a:t>
            </a:r>
            <a:r>
              <a:rPr lang="en-US" sz="1800" dirty="0"/>
              <a:t> </a:t>
            </a:r>
            <a:r>
              <a:rPr lang="en-US" sz="1800" dirty="0" err="1"/>
              <a:t>thỏa</a:t>
            </a:r>
            <a:r>
              <a:rPr lang="en-US" sz="1800" dirty="0"/>
              <a:t>:</a:t>
            </a:r>
          </a:p>
          <a:p>
            <a:pPr algn="l"/>
            <a:endParaRPr lang="en-US" sz="1800" dirty="0"/>
          </a:p>
          <a:p>
            <a:pPr algn="l"/>
            <a:endParaRPr lang="en-US" sz="1800" dirty="0"/>
          </a:p>
          <a:p>
            <a:pPr algn="l"/>
            <a:endParaRPr lang="en-US" sz="1800" dirty="0"/>
          </a:p>
          <a:p>
            <a:pPr algn="l"/>
            <a:endParaRPr lang="en-US" sz="1800" dirty="0"/>
          </a:p>
          <a:p>
            <a:pPr algn="l"/>
            <a:endParaRPr lang="en-US" sz="1800" dirty="0"/>
          </a:p>
          <a:p>
            <a:pPr algn="l"/>
            <a:r>
              <a:rPr lang="en-US" sz="1800" dirty="0"/>
              <a:t>- B6: </a:t>
            </a:r>
            <a:r>
              <a:rPr lang="en-US" sz="1800" dirty="0" err="1"/>
              <a:t>Lặp</a:t>
            </a:r>
            <a:r>
              <a:rPr lang="en-US" sz="1800" dirty="0"/>
              <a:t> </a:t>
            </a:r>
            <a:r>
              <a:rPr lang="en-US" sz="1800" dirty="0" err="1"/>
              <a:t>lại</a:t>
            </a:r>
            <a:r>
              <a:rPr lang="en-US" sz="1800" dirty="0"/>
              <a:t> B5 (k-1) </a:t>
            </a:r>
            <a:r>
              <a:rPr lang="en-US" sz="1800" dirty="0" err="1"/>
              <a:t>lần</a:t>
            </a:r>
            <a:endParaRPr lang="en-US" sz="1800" dirty="0"/>
          </a:p>
          <a:p>
            <a:pPr algn="l"/>
            <a:r>
              <a:rPr lang="en-US" sz="1800" dirty="0"/>
              <a:t> </a:t>
            </a:r>
          </a:p>
        </p:txBody>
      </p:sp>
      <p:pic>
        <p:nvPicPr>
          <p:cNvPr id="2" name="Picture 1">
            <a:extLst>
              <a:ext uri="{FF2B5EF4-FFF2-40B4-BE49-F238E27FC236}">
                <a16:creationId xmlns:a16="http://schemas.microsoft.com/office/drawing/2014/main" id="{7DF9FD95-C407-A15A-19D6-0D3E65A67EAF}"/>
              </a:ext>
            </a:extLst>
          </p:cNvPr>
          <p:cNvPicPr>
            <a:picLocks noChangeAspect="1"/>
          </p:cNvPicPr>
          <p:nvPr/>
        </p:nvPicPr>
        <p:blipFill>
          <a:blip r:embed="rId3"/>
          <a:stretch>
            <a:fillRect/>
          </a:stretch>
        </p:blipFill>
        <p:spPr>
          <a:xfrm>
            <a:off x="6331784" y="2371523"/>
            <a:ext cx="467162" cy="389724"/>
          </a:xfrm>
          <a:prstGeom prst="rect">
            <a:avLst/>
          </a:prstGeom>
        </p:spPr>
      </p:pic>
      <p:pic>
        <p:nvPicPr>
          <p:cNvPr id="3" name="Picture 2" descr="A black and white math symbols&#10;&#10;Description automatically generated with medium confidence">
            <a:extLst>
              <a:ext uri="{FF2B5EF4-FFF2-40B4-BE49-F238E27FC236}">
                <a16:creationId xmlns:a16="http://schemas.microsoft.com/office/drawing/2014/main" id="{3C88BD58-14C4-BC5C-5400-16217CA228B2}"/>
              </a:ext>
            </a:extLst>
          </p:cNvPr>
          <p:cNvPicPr>
            <a:picLocks noChangeAspect="1"/>
          </p:cNvPicPr>
          <p:nvPr/>
        </p:nvPicPr>
        <p:blipFill>
          <a:blip r:embed="rId4"/>
          <a:stretch>
            <a:fillRect/>
          </a:stretch>
        </p:blipFill>
        <p:spPr>
          <a:xfrm>
            <a:off x="2521339" y="2810805"/>
            <a:ext cx="4440293" cy="1357542"/>
          </a:xfrm>
          <a:prstGeom prst="rect">
            <a:avLst/>
          </a:prstGeom>
        </p:spPr>
      </p:pic>
    </p:spTree>
    <p:extLst>
      <p:ext uri="{BB962C8B-B14F-4D97-AF65-F5344CB8AC3E}">
        <p14:creationId xmlns:p14="http://schemas.microsoft.com/office/powerpoint/2010/main" val="11861809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714"/>
        <p:cNvGrpSpPr/>
        <p:nvPr/>
      </p:nvGrpSpPr>
      <p:grpSpPr>
        <a:xfrm>
          <a:off x="0" y="0"/>
          <a:ext cx="0" cy="0"/>
          <a:chOff x="0" y="0"/>
          <a:chExt cx="0" cy="0"/>
        </a:xfrm>
      </p:grpSpPr>
      <p:sp>
        <p:nvSpPr>
          <p:cNvPr id="2715" name="Google Shape;2715;p51"/>
          <p:cNvSpPr txBox="1">
            <a:spLocks noGrp="1"/>
          </p:cNvSpPr>
          <p:nvPr>
            <p:ph type="title"/>
          </p:nvPr>
        </p:nvSpPr>
        <p:spPr>
          <a:prstGeom prst="rect">
            <a:avLst/>
          </a:prstGeom>
        </p:spPr>
        <p:txBody>
          <a:bodyPr spcFirstLastPara="1" wrap="square" lIns="91425" tIns="91425" rIns="91425" bIns="91425" anchor="t" anchorCtr="0">
            <a:noAutofit/>
          </a:bodyPr>
          <a:lstStyle/>
          <a:p>
            <a:pPr rtl="0"/>
            <a:r>
              <a:rPr lang="vi-VN" sz="2500" b="0" dirty="0"/>
              <a:t>Sự khác biệt giữa 2 phương pháp MM và MS như sau:</a:t>
            </a:r>
            <a:endParaRPr lang="en" sz="2500" b="0" dirty="0"/>
          </a:p>
        </p:txBody>
      </p:sp>
      <p:sp>
        <p:nvSpPr>
          <p:cNvPr id="2" name="Content Placeholder 1"/>
          <p:cNvSpPr>
            <a:spLocks noGrp="1"/>
          </p:cNvSpPr>
          <p:nvPr>
            <p:ph idx="1"/>
          </p:nvPr>
        </p:nvSpPr>
        <p:spPr/>
        <p:txBody>
          <a:bodyPr/>
          <a:lstStyle/>
          <a:p>
            <a:pPr algn="l"/>
            <a:r>
              <a:rPr lang="vi-VN" sz="2400" b="0">
                <a:solidFill>
                  <a:schemeClr val="tx1"/>
                </a:solidFill>
              </a:rPr>
              <a:t>MM chọn trung tâm đầu tiên một cách tùy ý từ các điểm dữ liệu, trong khi MS chọn điểm xa nhất so với giá trị trung bình của tập dữ liệu dự kiến</a:t>
            </a:r>
          </a:p>
          <a:p>
            <a:pPr algn="l"/>
            <a:r>
              <a:rPr lang="vi-VN" sz="2400" b="0">
                <a:solidFill>
                  <a:schemeClr val="tx1"/>
                </a:solidFill>
              </a:rPr>
              <a:t>MM chọn lặp đi lặp lại (k-1) tâm còn lại dựa trên khoảng cách tối thiểu của chúng với các trung tâm đã chọn trước đó, trong khi MS sử dụng tiêu chí khoảng cách tích lũy. </a:t>
            </a:r>
          </a:p>
          <a:p>
            <a:pPr algn="l"/>
            <a:endParaRPr lang="vi-VN" sz="2400" b="0">
              <a:solidFill>
                <a:schemeClr val="tx1"/>
              </a:solidFill>
            </a:endParaRPr>
          </a:p>
          <a:p>
            <a:endParaRPr lang="en-US"/>
          </a:p>
        </p:txBody>
      </p:sp>
      <p:sp>
        <p:nvSpPr>
          <p:cNvPr id="4" name="Google Shape;2924;p57">
            <a:extLst>
              <a:ext uri="{FF2B5EF4-FFF2-40B4-BE49-F238E27FC236}">
                <a16:creationId xmlns:a16="http://schemas.microsoft.com/office/drawing/2014/main" id="{2FD64EB1-0776-307E-3727-2A9BD39542EC}"/>
              </a:ext>
            </a:extLst>
          </p:cNvPr>
          <p:cNvSpPr txBox="1">
            <a:spLocks/>
          </p:cNvSpPr>
          <p:nvPr/>
        </p:nvSpPr>
        <p:spPr>
          <a:xfrm>
            <a:off x="1213731" y="2767368"/>
            <a:ext cx="6629358" cy="186001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600"/>
              <a:buFont typeface="Varela Round"/>
              <a:buNone/>
              <a:defRPr sz="1900" b="0" i="0" u="none" strike="noStrike" cap="none">
                <a:solidFill>
                  <a:schemeClr val="dk1"/>
                </a:solidFill>
                <a:highlight>
                  <a:schemeClr val="dk2"/>
                </a:highlight>
                <a:latin typeface="Varela Round"/>
                <a:ea typeface="Varela Round"/>
                <a:cs typeface="Varela Round"/>
                <a:sym typeface="Varela Round"/>
              </a:defRPr>
            </a:lvl1pPr>
            <a:lvl2pPr marL="914400" marR="0" lvl="1" indent="-317500" algn="ctr" rtl="0">
              <a:lnSpc>
                <a:spcPct val="100000"/>
              </a:lnSpc>
              <a:spcBef>
                <a:spcPts val="0"/>
              </a:spcBef>
              <a:spcAft>
                <a:spcPts val="0"/>
              </a:spcAft>
              <a:buClr>
                <a:schemeClr val="dk1"/>
              </a:buClr>
              <a:buSzPts val="1600"/>
              <a:buFont typeface="Varela Round"/>
              <a:buNone/>
              <a:defRPr sz="1600" b="0" i="0" u="none" strike="noStrike" cap="none">
                <a:solidFill>
                  <a:schemeClr val="dk1"/>
                </a:solidFill>
                <a:latin typeface="Varela Round"/>
                <a:ea typeface="Varela Round"/>
                <a:cs typeface="Varela Round"/>
                <a:sym typeface="Varela Round"/>
              </a:defRPr>
            </a:lvl2pPr>
            <a:lvl3pPr marL="1371600" marR="0" lvl="2" indent="-317500" algn="ctr" rtl="0">
              <a:lnSpc>
                <a:spcPct val="100000"/>
              </a:lnSpc>
              <a:spcBef>
                <a:spcPts val="0"/>
              </a:spcBef>
              <a:spcAft>
                <a:spcPts val="0"/>
              </a:spcAft>
              <a:buClr>
                <a:schemeClr val="dk1"/>
              </a:buClr>
              <a:buSzPts val="1600"/>
              <a:buFont typeface="Varela Round"/>
              <a:buNone/>
              <a:defRPr sz="1600" b="0" i="0" u="none" strike="noStrike" cap="none">
                <a:solidFill>
                  <a:schemeClr val="dk1"/>
                </a:solidFill>
                <a:latin typeface="Varela Round"/>
                <a:ea typeface="Varela Round"/>
                <a:cs typeface="Varela Round"/>
                <a:sym typeface="Varela Round"/>
              </a:defRPr>
            </a:lvl3pPr>
            <a:lvl4pPr marL="1828800" marR="0" lvl="3" indent="-317500" algn="ctr" rtl="0">
              <a:lnSpc>
                <a:spcPct val="100000"/>
              </a:lnSpc>
              <a:spcBef>
                <a:spcPts val="0"/>
              </a:spcBef>
              <a:spcAft>
                <a:spcPts val="0"/>
              </a:spcAft>
              <a:buClr>
                <a:schemeClr val="dk1"/>
              </a:buClr>
              <a:buSzPts val="1600"/>
              <a:buFont typeface="Varela Round"/>
              <a:buNone/>
              <a:defRPr sz="1600" b="0" i="0" u="none" strike="noStrike" cap="none">
                <a:solidFill>
                  <a:schemeClr val="dk1"/>
                </a:solidFill>
                <a:latin typeface="Varela Round"/>
                <a:ea typeface="Varela Round"/>
                <a:cs typeface="Varela Round"/>
                <a:sym typeface="Varela Round"/>
              </a:defRPr>
            </a:lvl4pPr>
            <a:lvl5pPr marL="2286000" marR="0" lvl="4" indent="-317500" algn="ctr" rtl="0">
              <a:lnSpc>
                <a:spcPct val="100000"/>
              </a:lnSpc>
              <a:spcBef>
                <a:spcPts val="0"/>
              </a:spcBef>
              <a:spcAft>
                <a:spcPts val="0"/>
              </a:spcAft>
              <a:buClr>
                <a:schemeClr val="dk1"/>
              </a:buClr>
              <a:buSzPts val="1600"/>
              <a:buFont typeface="Varela Round"/>
              <a:buNone/>
              <a:defRPr sz="1600" b="0" i="0" u="none" strike="noStrike" cap="none">
                <a:solidFill>
                  <a:schemeClr val="dk1"/>
                </a:solidFill>
                <a:latin typeface="Varela Round"/>
                <a:ea typeface="Varela Round"/>
                <a:cs typeface="Varela Round"/>
                <a:sym typeface="Varela Round"/>
              </a:defRPr>
            </a:lvl5pPr>
            <a:lvl6pPr marL="2743200" marR="0" lvl="5" indent="-317500" algn="ctr" rtl="0">
              <a:lnSpc>
                <a:spcPct val="100000"/>
              </a:lnSpc>
              <a:spcBef>
                <a:spcPts val="0"/>
              </a:spcBef>
              <a:spcAft>
                <a:spcPts val="0"/>
              </a:spcAft>
              <a:buClr>
                <a:schemeClr val="dk1"/>
              </a:buClr>
              <a:buSzPts val="1600"/>
              <a:buFont typeface="Varela Round"/>
              <a:buNone/>
              <a:defRPr sz="1600" b="0" i="0" u="none" strike="noStrike" cap="none">
                <a:solidFill>
                  <a:schemeClr val="dk1"/>
                </a:solidFill>
                <a:latin typeface="Varela Round"/>
                <a:ea typeface="Varela Round"/>
                <a:cs typeface="Varela Round"/>
                <a:sym typeface="Varela Round"/>
              </a:defRPr>
            </a:lvl6pPr>
            <a:lvl7pPr marL="3200400" marR="0" lvl="6" indent="-317500" algn="ctr" rtl="0">
              <a:lnSpc>
                <a:spcPct val="100000"/>
              </a:lnSpc>
              <a:spcBef>
                <a:spcPts val="0"/>
              </a:spcBef>
              <a:spcAft>
                <a:spcPts val="0"/>
              </a:spcAft>
              <a:buClr>
                <a:schemeClr val="dk1"/>
              </a:buClr>
              <a:buSzPts val="1600"/>
              <a:buFont typeface="Varela Round"/>
              <a:buNone/>
              <a:defRPr sz="1600" b="0" i="0" u="none" strike="noStrike" cap="none">
                <a:solidFill>
                  <a:schemeClr val="dk1"/>
                </a:solidFill>
                <a:latin typeface="Varela Round"/>
                <a:ea typeface="Varela Round"/>
                <a:cs typeface="Varela Round"/>
                <a:sym typeface="Varela Round"/>
              </a:defRPr>
            </a:lvl7pPr>
            <a:lvl8pPr marL="3657600" marR="0" lvl="7" indent="-317500" algn="ctr" rtl="0">
              <a:lnSpc>
                <a:spcPct val="100000"/>
              </a:lnSpc>
              <a:spcBef>
                <a:spcPts val="0"/>
              </a:spcBef>
              <a:spcAft>
                <a:spcPts val="0"/>
              </a:spcAft>
              <a:buClr>
                <a:schemeClr val="dk1"/>
              </a:buClr>
              <a:buSzPts val="1600"/>
              <a:buFont typeface="Varela Round"/>
              <a:buNone/>
              <a:defRPr sz="1600" b="0" i="0" u="none" strike="noStrike" cap="none">
                <a:solidFill>
                  <a:schemeClr val="dk1"/>
                </a:solidFill>
                <a:latin typeface="Varela Round"/>
                <a:ea typeface="Varela Round"/>
                <a:cs typeface="Varela Round"/>
                <a:sym typeface="Varela Round"/>
              </a:defRPr>
            </a:lvl8pPr>
            <a:lvl9pPr marL="4114800" marR="0" lvl="8" indent="-317500" algn="ctr" rtl="0">
              <a:lnSpc>
                <a:spcPct val="100000"/>
              </a:lnSpc>
              <a:spcBef>
                <a:spcPts val="0"/>
              </a:spcBef>
              <a:spcAft>
                <a:spcPts val="0"/>
              </a:spcAft>
              <a:buClr>
                <a:schemeClr val="dk1"/>
              </a:buClr>
              <a:buSzPts val="1600"/>
              <a:buFont typeface="Varela Round"/>
              <a:buNone/>
              <a:defRPr sz="1600" b="0" i="0" u="none" strike="noStrike" cap="none">
                <a:solidFill>
                  <a:schemeClr val="dk1"/>
                </a:solidFill>
                <a:latin typeface="Varela Round"/>
                <a:ea typeface="Varela Round"/>
                <a:cs typeface="Varela Round"/>
                <a:sym typeface="Varela Round"/>
              </a:defRPr>
            </a:lvl9pPr>
          </a:lstStyle>
          <a:p>
            <a:pPr marL="342900" indent="-342900" algn="l">
              <a:buFont typeface="Arial" panose="020B0604020202020204" pitchFamily="34" charset="0"/>
              <a:buChar char="•"/>
            </a:pPr>
            <a:endParaRPr lang="vi-VN" dirty="0"/>
          </a:p>
        </p:txBody>
      </p:sp>
      <p:sp>
        <p:nvSpPr>
          <p:cNvPr id="5" name="Google Shape;2924;p57">
            <a:extLst>
              <a:ext uri="{FF2B5EF4-FFF2-40B4-BE49-F238E27FC236}">
                <a16:creationId xmlns:a16="http://schemas.microsoft.com/office/drawing/2014/main" id="{777FA552-C51A-6BAD-CB7B-8694F278F5AC}"/>
              </a:ext>
            </a:extLst>
          </p:cNvPr>
          <p:cNvSpPr txBox="1">
            <a:spLocks/>
          </p:cNvSpPr>
          <p:nvPr/>
        </p:nvSpPr>
        <p:spPr>
          <a:xfrm>
            <a:off x="1567848" y="2620421"/>
            <a:ext cx="3593400" cy="1080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600"/>
              <a:buFont typeface="Varela Round"/>
              <a:buNone/>
              <a:defRPr sz="1900" b="0" i="0" u="none" strike="noStrike" cap="none">
                <a:solidFill>
                  <a:schemeClr val="dk1"/>
                </a:solidFill>
                <a:highlight>
                  <a:schemeClr val="dk2"/>
                </a:highlight>
                <a:latin typeface="Varela Round"/>
                <a:ea typeface="Varela Round"/>
                <a:cs typeface="Varela Round"/>
                <a:sym typeface="Varela Round"/>
              </a:defRPr>
            </a:lvl1pPr>
            <a:lvl2pPr marL="914400" marR="0" lvl="1" indent="-317500" algn="ctr" rtl="0">
              <a:lnSpc>
                <a:spcPct val="100000"/>
              </a:lnSpc>
              <a:spcBef>
                <a:spcPts val="0"/>
              </a:spcBef>
              <a:spcAft>
                <a:spcPts val="0"/>
              </a:spcAft>
              <a:buClr>
                <a:schemeClr val="dk1"/>
              </a:buClr>
              <a:buSzPts val="1600"/>
              <a:buFont typeface="Varela Round"/>
              <a:buNone/>
              <a:defRPr sz="1600" b="0" i="0" u="none" strike="noStrike" cap="none">
                <a:solidFill>
                  <a:schemeClr val="dk1"/>
                </a:solidFill>
                <a:latin typeface="Varela Round"/>
                <a:ea typeface="Varela Round"/>
                <a:cs typeface="Varela Round"/>
                <a:sym typeface="Varela Round"/>
              </a:defRPr>
            </a:lvl2pPr>
            <a:lvl3pPr marL="1371600" marR="0" lvl="2" indent="-317500" algn="ctr" rtl="0">
              <a:lnSpc>
                <a:spcPct val="100000"/>
              </a:lnSpc>
              <a:spcBef>
                <a:spcPts val="0"/>
              </a:spcBef>
              <a:spcAft>
                <a:spcPts val="0"/>
              </a:spcAft>
              <a:buClr>
                <a:schemeClr val="dk1"/>
              </a:buClr>
              <a:buSzPts val="1600"/>
              <a:buFont typeface="Varela Round"/>
              <a:buNone/>
              <a:defRPr sz="1600" b="0" i="0" u="none" strike="noStrike" cap="none">
                <a:solidFill>
                  <a:schemeClr val="dk1"/>
                </a:solidFill>
                <a:latin typeface="Varela Round"/>
                <a:ea typeface="Varela Round"/>
                <a:cs typeface="Varela Round"/>
                <a:sym typeface="Varela Round"/>
              </a:defRPr>
            </a:lvl3pPr>
            <a:lvl4pPr marL="1828800" marR="0" lvl="3" indent="-317500" algn="ctr" rtl="0">
              <a:lnSpc>
                <a:spcPct val="100000"/>
              </a:lnSpc>
              <a:spcBef>
                <a:spcPts val="0"/>
              </a:spcBef>
              <a:spcAft>
                <a:spcPts val="0"/>
              </a:spcAft>
              <a:buClr>
                <a:schemeClr val="dk1"/>
              </a:buClr>
              <a:buSzPts val="1600"/>
              <a:buFont typeface="Varela Round"/>
              <a:buNone/>
              <a:defRPr sz="1600" b="0" i="0" u="none" strike="noStrike" cap="none">
                <a:solidFill>
                  <a:schemeClr val="dk1"/>
                </a:solidFill>
                <a:latin typeface="Varela Round"/>
                <a:ea typeface="Varela Round"/>
                <a:cs typeface="Varela Round"/>
                <a:sym typeface="Varela Round"/>
              </a:defRPr>
            </a:lvl4pPr>
            <a:lvl5pPr marL="2286000" marR="0" lvl="4" indent="-317500" algn="ctr" rtl="0">
              <a:lnSpc>
                <a:spcPct val="100000"/>
              </a:lnSpc>
              <a:spcBef>
                <a:spcPts val="0"/>
              </a:spcBef>
              <a:spcAft>
                <a:spcPts val="0"/>
              </a:spcAft>
              <a:buClr>
                <a:schemeClr val="dk1"/>
              </a:buClr>
              <a:buSzPts val="1600"/>
              <a:buFont typeface="Varela Round"/>
              <a:buNone/>
              <a:defRPr sz="1600" b="0" i="0" u="none" strike="noStrike" cap="none">
                <a:solidFill>
                  <a:schemeClr val="dk1"/>
                </a:solidFill>
                <a:latin typeface="Varela Round"/>
                <a:ea typeface="Varela Round"/>
                <a:cs typeface="Varela Round"/>
                <a:sym typeface="Varela Round"/>
              </a:defRPr>
            </a:lvl5pPr>
            <a:lvl6pPr marL="2743200" marR="0" lvl="5" indent="-317500" algn="ctr" rtl="0">
              <a:lnSpc>
                <a:spcPct val="100000"/>
              </a:lnSpc>
              <a:spcBef>
                <a:spcPts val="0"/>
              </a:spcBef>
              <a:spcAft>
                <a:spcPts val="0"/>
              </a:spcAft>
              <a:buClr>
                <a:schemeClr val="dk1"/>
              </a:buClr>
              <a:buSzPts val="1600"/>
              <a:buFont typeface="Varela Round"/>
              <a:buNone/>
              <a:defRPr sz="1600" b="0" i="0" u="none" strike="noStrike" cap="none">
                <a:solidFill>
                  <a:schemeClr val="dk1"/>
                </a:solidFill>
                <a:latin typeface="Varela Round"/>
                <a:ea typeface="Varela Round"/>
                <a:cs typeface="Varela Round"/>
                <a:sym typeface="Varela Round"/>
              </a:defRPr>
            </a:lvl6pPr>
            <a:lvl7pPr marL="3200400" marR="0" lvl="6" indent="-317500" algn="ctr" rtl="0">
              <a:lnSpc>
                <a:spcPct val="100000"/>
              </a:lnSpc>
              <a:spcBef>
                <a:spcPts val="0"/>
              </a:spcBef>
              <a:spcAft>
                <a:spcPts val="0"/>
              </a:spcAft>
              <a:buClr>
                <a:schemeClr val="dk1"/>
              </a:buClr>
              <a:buSzPts val="1600"/>
              <a:buFont typeface="Varela Round"/>
              <a:buNone/>
              <a:defRPr sz="1600" b="0" i="0" u="none" strike="noStrike" cap="none">
                <a:solidFill>
                  <a:schemeClr val="dk1"/>
                </a:solidFill>
                <a:latin typeface="Varela Round"/>
                <a:ea typeface="Varela Round"/>
                <a:cs typeface="Varela Round"/>
                <a:sym typeface="Varela Round"/>
              </a:defRPr>
            </a:lvl7pPr>
            <a:lvl8pPr marL="3657600" marR="0" lvl="7" indent="-317500" algn="ctr" rtl="0">
              <a:lnSpc>
                <a:spcPct val="100000"/>
              </a:lnSpc>
              <a:spcBef>
                <a:spcPts val="0"/>
              </a:spcBef>
              <a:spcAft>
                <a:spcPts val="0"/>
              </a:spcAft>
              <a:buClr>
                <a:schemeClr val="dk1"/>
              </a:buClr>
              <a:buSzPts val="1600"/>
              <a:buFont typeface="Varela Round"/>
              <a:buNone/>
              <a:defRPr sz="1600" b="0" i="0" u="none" strike="noStrike" cap="none">
                <a:solidFill>
                  <a:schemeClr val="dk1"/>
                </a:solidFill>
                <a:latin typeface="Varela Round"/>
                <a:ea typeface="Varela Round"/>
                <a:cs typeface="Varela Round"/>
                <a:sym typeface="Varela Round"/>
              </a:defRPr>
            </a:lvl8pPr>
            <a:lvl9pPr marL="4114800" marR="0" lvl="8" indent="-317500" algn="ctr" rtl="0">
              <a:lnSpc>
                <a:spcPct val="100000"/>
              </a:lnSpc>
              <a:spcBef>
                <a:spcPts val="0"/>
              </a:spcBef>
              <a:spcAft>
                <a:spcPts val="0"/>
              </a:spcAft>
              <a:buClr>
                <a:schemeClr val="dk1"/>
              </a:buClr>
              <a:buSzPts val="1600"/>
              <a:buFont typeface="Varela Round"/>
              <a:buNone/>
              <a:defRPr sz="1600" b="0" i="0" u="none" strike="noStrike" cap="none">
                <a:solidFill>
                  <a:schemeClr val="dk1"/>
                </a:solidFill>
                <a:latin typeface="Varela Round"/>
                <a:ea typeface="Varela Round"/>
                <a:cs typeface="Varela Round"/>
                <a:sym typeface="Varela Round"/>
              </a:defRPr>
            </a:lvl9pPr>
          </a:lstStyle>
          <a:p>
            <a:pPr marL="0" indent="0" algn="r"/>
            <a:endParaRPr lang="en-US" dirty="0"/>
          </a:p>
        </p:txBody>
      </p:sp>
      <p:sp>
        <p:nvSpPr>
          <p:cNvPr id="11" name="Google Shape;2630;p47">
            <a:extLst>
              <a:ext uri="{FF2B5EF4-FFF2-40B4-BE49-F238E27FC236}">
                <a16:creationId xmlns:a16="http://schemas.microsoft.com/office/drawing/2014/main" id="{5891B4F1-5743-E104-C576-A7F66C2E704D}"/>
              </a:ext>
            </a:extLst>
          </p:cNvPr>
          <p:cNvSpPr txBox="1">
            <a:spLocks/>
          </p:cNvSpPr>
          <p:nvPr/>
        </p:nvSpPr>
        <p:spPr>
          <a:xfrm>
            <a:off x="1482132" y="2678207"/>
            <a:ext cx="6266605" cy="1958666"/>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9600"/>
              <a:buFont typeface="Varela Round"/>
              <a:buNone/>
              <a:defRPr sz="7200" b="1" i="0" u="none" strike="noStrike" cap="none">
                <a:solidFill>
                  <a:schemeClr val="accent1"/>
                </a:solidFill>
                <a:latin typeface="Varela Round"/>
                <a:ea typeface="Varela Round"/>
                <a:cs typeface="Varela Round"/>
                <a:sym typeface="Varela Round"/>
              </a:defRPr>
            </a:lvl1pPr>
            <a:lvl2pPr marR="0" lvl="1" algn="ctr" rtl="0">
              <a:lnSpc>
                <a:spcPct val="100000"/>
              </a:lnSpc>
              <a:spcBef>
                <a:spcPts val="0"/>
              </a:spcBef>
              <a:spcAft>
                <a:spcPts val="0"/>
              </a:spcAft>
              <a:buClr>
                <a:schemeClr val="dk1"/>
              </a:buClr>
              <a:buSzPts val="9600"/>
              <a:buFont typeface="DM Sans"/>
              <a:buNone/>
              <a:defRPr sz="9600" b="1" i="0" u="none" strike="noStrike" cap="none">
                <a:solidFill>
                  <a:schemeClr val="dk1"/>
                </a:solidFill>
                <a:latin typeface="DM Sans"/>
                <a:ea typeface="DM Sans"/>
                <a:cs typeface="DM Sans"/>
                <a:sym typeface="DM Sans"/>
              </a:defRPr>
            </a:lvl2pPr>
            <a:lvl3pPr marR="0" lvl="2" algn="ctr" rtl="0">
              <a:lnSpc>
                <a:spcPct val="100000"/>
              </a:lnSpc>
              <a:spcBef>
                <a:spcPts val="0"/>
              </a:spcBef>
              <a:spcAft>
                <a:spcPts val="0"/>
              </a:spcAft>
              <a:buClr>
                <a:schemeClr val="dk1"/>
              </a:buClr>
              <a:buSzPts val="9600"/>
              <a:buFont typeface="DM Sans"/>
              <a:buNone/>
              <a:defRPr sz="9600" b="1" i="0" u="none" strike="noStrike" cap="none">
                <a:solidFill>
                  <a:schemeClr val="dk1"/>
                </a:solidFill>
                <a:latin typeface="DM Sans"/>
                <a:ea typeface="DM Sans"/>
                <a:cs typeface="DM Sans"/>
                <a:sym typeface="DM Sans"/>
              </a:defRPr>
            </a:lvl3pPr>
            <a:lvl4pPr marR="0" lvl="3" algn="ctr" rtl="0">
              <a:lnSpc>
                <a:spcPct val="100000"/>
              </a:lnSpc>
              <a:spcBef>
                <a:spcPts val="0"/>
              </a:spcBef>
              <a:spcAft>
                <a:spcPts val="0"/>
              </a:spcAft>
              <a:buClr>
                <a:schemeClr val="dk1"/>
              </a:buClr>
              <a:buSzPts val="9600"/>
              <a:buFont typeface="DM Sans"/>
              <a:buNone/>
              <a:defRPr sz="9600" b="1" i="0" u="none" strike="noStrike" cap="none">
                <a:solidFill>
                  <a:schemeClr val="dk1"/>
                </a:solidFill>
                <a:latin typeface="DM Sans"/>
                <a:ea typeface="DM Sans"/>
                <a:cs typeface="DM Sans"/>
                <a:sym typeface="DM Sans"/>
              </a:defRPr>
            </a:lvl4pPr>
            <a:lvl5pPr marR="0" lvl="4" algn="ctr" rtl="0">
              <a:lnSpc>
                <a:spcPct val="100000"/>
              </a:lnSpc>
              <a:spcBef>
                <a:spcPts val="0"/>
              </a:spcBef>
              <a:spcAft>
                <a:spcPts val="0"/>
              </a:spcAft>
              <a:buClr>
                <a:schemeClr val="dk1"/>
              </a:buClr>
              <a:buSzPts val="9600"/>
              <a:buFont typeface="DM Sans"/>
              <a:buNone/>
              <a:defRPr sz="9600" b="1" i="0" u="none" strike="noStrike" cap="none">
                <a:solidFill>
                  <a:schemeClr val="dk1"/>
                </a:solidFill>
                <a:latin typeface="DM Sans"/>
                <a:ea typeface="DM Sans"/>
                <a:cs typeface="DM Sans"/>
                <a:sym typeface="DM Sans"/>
              </a:defRPr>
            </a:lvl5pPr>
            <a:lvl6pPr marR="0" lvl="5" algn="ctr" rtl="0">
              <a:lnSpc>
                <a:spcPct val="100000"/>
              </a:lnSpc>
              <a:spcBef>
                <a:spcPts val="0"/>
              </a:spcBef>
              <a:spcAft>
                <a:spcPts val="0"/>
              </a:spcAft>
              <a:buClr>
                <a:schemeClr val="dk1"/>
              </a:buClr>
              <a:buSzPts val="9600"/>
              <a:buFont typeface="DM Sans"/>
              <a:buNone/>
              <a:defRPr sz="9600" b="1" i="0" u="none" strike="noStrike" cap="none">
                <a:solidFill>
                  <a:schemeClr val="dk1"/>
                </a:solidFill>
                <a:latin typeface="DM Sans"/>
                <a:ea typeface="DM Sans"/>
                <a:cs typeface="DM Sans"/>
                <a:sym typeface="DM Sans"/>
              </a:defRPr>
            </a:lvl6pPr>
            <a:lvl7pPr marR="0" lvl="6" algn="ctr" rtl="0">
              <a:lnSpc>
                <a:spcPct val="100000"/>
              </a:lnSpc>
              <a:spcBef>
                <a:spcPts val="0"/>
              </a:spcBef>
              <a:spcAft>
                <a:spcPts val="0"/>
              </a:spcAft>
              <a:buClr>
                <a:schemeClr val="dk1"/>
              </a:buClr>
              <a:buSzPts val="9600"/>
              <a:buFont typeface="DM Sans"/>
              <a:buNone/>
              <a:defRPr sz="9600" b="1" i="0" u="none" strike="noStrike" cap="none">
                <a:solidFill>
                  <a:schemeClr val="dk1"/>
                </a:solidFill>
                <a:latin typeface="DM Sans"/>
                <a:ea typeface="DM Sans"/>
                <a:cs typeface="DM Sans"/>
                <a:sym typeface="DM Sans"/>
              </a:defRPr>
            </a:lvl7pPr>
            <a:lvl8pPr marR="0" lvl="7" algn="ctr" rtl="0">
              <a:lnSpc>
                <a:spcPct val="100000"/>
              </a:lnSpc>
              <a:spcBef>
                <a:spcPts val="0"/>
              </a:spcBef>
              <a:spcAft>
                <a:spcPts val="0"/>
              </a:spcAft>
              <a:buClr>
                <a:schemeClr val="dk1"/>
              </a:buClr>
              <a:buSzPts val="9600"/>
              <a:buFont typeface="DM Sans"/>
              <a:buNone/>
              <a:defRPr sz="9600" b="1" i="0" u="none" strike="noStrike" cap="none">
                <a:solidFill>
                  <a:schemeClr val="dk1"/>
                </a:solidFill>
                <a:latin typeface="DM Sans"/>
                <a:ea typeface="DM Sans"/>
                <a:cs typeface="DM Sans"/>
                <a:sym typeface="DM Sans"/>
              </a:defRPr>
            </a:lvl8pPr>
            <a:lvl9pPr marR="0" lvl="8" algn="ctr" rtl="0">
              <a:lnSpc>
                <a:spcPct val="100000"/>
              </a:lnSpc>
              <a:spcBef>
                <a:spcPts val="0"/>
              </a:spcBef>
              <a:spcAft>
                <a:spcPts val="0"/>
              </a:spcAft>
              <a:buClr>
                <a:schemeClr val="dk1"/>
              </a:buClr>
              <a:buSzPts val="9600"/>
              <a:buFont typeface="DM Sans"/>
              <a:buNone/>
              <a:defRPr sz="9600" b="1" i="0" u="none" strike="noStrike" cap="none">
                <a:solidFill>
                  <a:schemeClr val="dk1"/>
                </a:solidFill>
                <a:latin typeface="DM Sans"/>
                <a:ea typeface="DM Sans"/>
                <a:cs typeface="DM Sans"/>
                <a:sym typeface="DM Sans"/>
              </a:defRPr>
            </a:lvl9pPr>
          </a:lstStyle>
          <a:p>
            <a:pPr algn="l"/>
            <a:endParaRPr lang="vi-VN" sz="1800" b="0" dirty="0">
              <a:solidFill>
                <a:schemeClr val="tx1"/>
              </a:solidFill>
            </a:endParaRPr>
          </a:p>
        </p:txBody>
      </p:sp>
    </p:spTree>
    <p:extLst>
      <p:ext uri="{BB962C8B-B14F-4D97-AF65-F5344CB8AC3E}">
        <p14:creationId xmlns:p14="http://schemas.microsoft.com/office/powerpoint/2010/main" val="40829247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714"/>
        <p:cNvGrpSpPr/>
        <p:nvPr/>
      </p:nvGrpSpPr>
      <p:grpSpPr>
        <a:xfrm>
          <a:off x="0" y="0"/>
          <a:ext cx="0" cy="0"/>
          <a:chOff x="0" y="0"/>
          <a:chExt cx="0" cy="0"/>
        </a:xfrm>
      </p:grpSpPr>
      <p:sp>
        <p:nvSpPr>
          <p:cNvPr id="2715" name="Google Shape;2715;p51"/>
          <p:cNvSpPr txBox="1">
            <a:spLocks noGrp="1"/>
          </p:cNvSpPr>
          <p:nvPr>
            <p:ph type="title"/>
          </p:nvPr>
        </p:nvSpPr>
        <p:spPr>
          <a:xfrm>
            <a:off x="628650" y="365126"/>
            <a:ext cx="7886700" cy="1325563"/>
          </a:xfrm>
        </p:spPr>
        <p:txBody>
          <a:bodyPr spcFirstLastPara="1" wrap="square" lIns="91425" tIns="91425" rIns="91425" bIns="91425" anchor="t" anchorCtr="0">
            <a:noAutofit/>
          </a:bodyPr>
          <a:lstStyle/>
          <a:p>
            <a:r>
              <a:rPr lang="vi-VN" dirty="0"/>
              <a:t>Sự khác biệt giữa 2 phương pháp MM và MS như sau:</a:t>
            </a:r>
            <a:endParaRPr lang="en" dirty="0"/>
          </a:p>
        </p:txBody>
      </p:sp>
      <p:sp>
        <p:nvSpPr>
          <p:cNvPr id="2" name="Content Placeholder 1"/>
          <p:cNvSpPr>
            <a:spLocks noGrp="1"/>
          </p:cNvSpPr>
          <p:nvPr>
            <p:ph idx="1"/>
          </p:nvPr>
        </p:nvSpPr>
        <p:spPr>
          <a:xfrm>
            <a:off x="628650" y="1825625"/>
            <a:ext cx="7886700" cy="4351338"/>
          </a:xfrm>
        </p:spPr>
        <p:txBody>
          <a:bodyPr/>
          <a:lstStyle/>
          <a:p>
            <a:r>
              <a:rPr lang="en-US"/>
              <a:t>- </a:t>
            </a:r>
            <a:r>
              <a:rPr lang="vi-VN"/>
              <a:t>MM thực hiện các phép tính khoảng cách trong không gian D chiều ban đầu, trong khi MS hoạt động trong không gian con hai chiều. Một nhược điểm nghiêm trọng của hoạt động chiếu được sử dụng trong MS là phương pháp này bỏ qua tất cả các thuộc tính ngoại trừ hai thuộc tính và do đó có thể chỉ hiệu quả đối với các tập dữ liệu trong đó tính biến thiên chủ yếu là trên hai chiều.</a:t>
            </a:r>
          </a:p>
          <a:p>
            <a:endParaRPr lang="en-US"/>
          </a:p>
        </p:txBody>
      </p:sp>
      <p:sp>
        <p:nvSpPr>
          <p:cNvPr id="5" name="Google Shape;2924;p57">
            <a:extLst>
              <a:ext uri="{FF2B5EF4-FFF2-40B4-BE49-F238E27FC236}">
                <a16:creationId xmlns:a16="http://schemas.microsoft.com/office/drawing/2014/main" id="{777FA552-C51A-6BAD-CB7B-8694F278F5AC}"/>
              </a:ext>
            </a:extLst>
          </p:cNvPr>
          <p:cNvSpPr txBox="1">
            <a:spLocks/>
          </p:cNvSpPr>
          <p:nvPr/>
        </p:nvSpPr>
        <p:spPr>
          <a:xfrm>
            <a:off x="1567848" y="2888850"/>
            <a:ext cx="3593400" cy="1080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600"/>
              <a:buFont typeface="Varela Round"/>
              <a:buNone/>
              <a:defRPr sz="1900" b="0" i="0" u="none" strike="noStrike" cap="none">
                <a:solidFill>
                  <a:schemeClr val="dk1"/>
                </a:solidFill>
                <a:highlight>
                  <a:schemeClr val="dk2"/>
                </a:highlight>
                <a:latin typeface="Varela Round"/>
                <a:ea typeface="Varela Round"/>
                <a:cs typeface="Varela Round"/>
                <a:sym typeface="Varela Round"/>
              </a:defRPr>
            </a:lvl1pPr>
            <a:lvl2pPr marL="914400" marR="0" lvl="1" indent="-317500" algn="ctr" rtl="0">
              <a:lnSpc>
                <a:spcPct val="100000"/>
              </a:lnSpc>
              <a:spcBef>
                <a:spcPts val="0"/>
              </a:spcBef>
              <a:spcAft>
                <a:spcPts val="0"/>
              </a:spcAft>
              <a:buClr>
                <a:schemeClr val="dk1"/>
              </a:buClr>
              <a:buSzPts val="1600"/>
              <a:buFont typeface="Varela Round"/>
              <a:buNone/>
              <a:defRPr sz="1600" b="0" i="0" u="none" strike="noStrike" cap="none">
                <a:solidFill>
                  <a:schemeClr val="dk1"/>
                </a:solidFill>
                <a:latin typeface="Varela Round"/>
                <a:ea typeface="Varela Round"/>
                <a:cs typeface="Varela Round"/>
                <a:sym typeface="Varela Round"/>
              </a:defRPr>
            </a:lvl2pPr>
            <a:lvl3pPr marL="1371600" marR="0" lvl="2" indent="-317500" algn="ctr" rtl="0">
              <a:lnSpc>
                <a:spcPct val="100000"/>
              </a:lnSpc>
              <a:spcBef>
                <a:spcPts val="0"/>
              </a:spcBef>
              <a:spcAft>
                <a:spcPts val="0"/>
              </a:spcAft>
              <a:buClr>
                <a:schemeClr val="dk1"/>
              </a:buClr>
              <a:buSzPts val="1600"/>
              <a:buFont typeface="Varela Round"/>
              <a:buNone/>
              <a:defRPr sz="1600" b="0" i="0" u="none" strike="noStrike" cap="none">
                <a:solidFill>
                  <a:schemeClr val="dk1"/>
                </a:solidFill>
                <a:latin typeface="Varela Round"/>
                <a:ea typeface="Varela Round"/>
                <a:cs typeface="Varela Round"/>
                <a:sym typeface="Varela Round"/>
              </a:defRPr>
            </a:lvl3pPr>
            <a:lvl4pPr marL="1828800" marR="0" lvl="3" indent="-317500" algn="ctr" rtl="0">
              <a:lnSpc>
                <a:spcPct val="100000"/>
              </a:lnSpc>
              <a:spcBef>
                <a:spcPts val="0"/>
              </a:spcBef>
              <a:spcAft>
                <a:spcPts val="0"/>
              </a:spcAft>
              <a:buClr>
                <a:schemeClr val="dk1"/>
              </a:buClr>
              <a:buSzPts val="1600"/>
              <a:buFont typeface="Varela Round"/>
              <a:buNone/>
              <a:defRPr sz="1600" b="0" i="0" u="none" strike="noStrike" cap="none">
                <a:solidFill>
                  <a:schemeClr val="dk1"/>
                </a:solidFill>
                <a:latin typeface="Varela Round"/>
                <a:ea typeface="Varela Round"/>
                <a:cs typeface="Varela Round"/>
                <a:sym typeface="Varela Round"/>
              </a:defRPr>
            </a:lvl4pPr>
            <a:lvl5pPr marL="2286000" marR="0" lvl="4" indent="-317500" algn="ctr" rtl="0">
              <a:lnSpc>
                <a:spcPct val="100000"/>
              </a:lnSpc>
              <a:spcBef>
                <a:spcPts val="0"/>
              </a:spcBef>
              <a:spcAft>
                <a:spcPts val="0"/>
              </a:spcAft>
              <a:buClr>
                <a:schemeClr val="dk1"/>
              </a:buClr>
              <a:buSzPts val="1600"/>
              <a:buFont typeface="Varela Round"/>
              <a:buNone/>
              <a:defRPr sz="1600" b="0" i="0" u="none" strike="noStrike" cap="none">
                <a:solidFill>
                  <a:schemeClr val="dk1"/>
                </a:solidFill>
                <a:latin typeface="Varela Round"/>
                <a:ea typeface="Varela Round"/>
                <a:cs typeface="Varela Round"/>
                <a:sym typeface="Varela Round"/>
              </a:defRPr>
            </a:lvl5pPr>
            <a:lvl6pPr marL="2743200" marR="0" lvl="5" indent="-317500" algn="ctr" rtl="0">
              <a:lnSpc>
                <a:spcPct val="100000"/>
              </a:lnSpc>
              <a:spcBef>
                <a:spcPts val="0"/>
              </a:spcBef>
              <a:spcAft>
                <a:spcPts val="0"/>
              </a:spcAft>
              <a:buClr>
                <a:schemeClr val="dk1"/>
              </a:buClr>
              <a:buSzPts val="1600"/>
              <a:buFont typeface="Varela Round"/>
              <a:buNone/>
              <a:defRPr sz="1600" b="0" i="0" u="none" strike="noStrike" cap="none">
                <a:solidFill>
                  <a:schemeClr val="dk1"/>
                </a:solidFill>
                <a:latin typeface="Varela Round"/>
                <a:ea typeface="Varela Round"/>
                <a:cs typeface="Varela Round"/>
                <a:sym typeface="Varela Round"/>
              </a:defRPr>
            </a:lvl6pPr>
            <a:lvl7pPr marL="3200400" marR="0" lvl="6" indent="-317500" algn="ctr" rtl="0">
              <a:lnSpc>
                <a:spcPct val="100000"/>
              </a:lnSpc>
              <a:spcBef>
                <a:spcPts val="0"/>
              </a:spcBef>
              <a:spcAft>
                <a:spcPts val="0"/>
              </a:spcAft>
              <a:buClr>
                <a:schemeClr val="dk1"/>
              </a:buClr>
              <a:buSzPts val="1600"/>
              <a:buFont typeface="Varela Round"/>
              <a:buNone/>
              <a:defRPr sz="1600" b="0" i="0" u="none" strike="noStrike" cap="none">
                <a:solidFill>
                  <a:schemeClr val="dk1"/>
                </a:solidFill>
                <a:latin typeface="Varela Round"/>
                <a:ea typeface="Varela Round"/>
                <a:cs typeface="Varela Round"/>
                <a:sym typeface="Varela Round"/>
              </a:defRPr>
            </a:lvl7pPr>
            <a:lvl8pPr marL="3657600" marR="0" lvl="7" indent="-317500" algn="ctr" rtl="0">
              <a:lnSpc>
                <a:spcPct val="100000"/>
              </a:lnSpc>
              <a:spcBef>
                <a:spcPts val="0"/>
              </a:spcBef>
              <a:spcAft>
                <a:spcPts val="0"/>
              </a:spcAft>
              <a:buClr>
                <a:schemeClr val="dk1"/>
              </a:buClr>
              <a:buSzPts val="1600"/>
              <a:buFont typeface="Varela Round"/>
              <a:buNone/>
              <a:defRPr sz="1600" b="0" i="0" u="none" strike="noStrike" cap="none">
                <a:solidFill>
                  <a:schemeClr val="dk1"/>
                </a:solidFill>
                <a:latin typeface="Varela Round"/>
                <a:ea typeface="Varela Round"/>
                <a:cs typeface="Varela Round"/>
                <a:sym typeface="Varela Round"/>
              </a:defRPr>
            </a:lvl8pPr>
            <a:lvl9pPr marL="4114800" marR="0" lvl="8" indent="-317500" algn="ctr" rtl="0">
              <a:lnSpc>
                <a:spcPct val="100000"/>
              </a:lnSpc>
              <a:spcBef>
                <a:spcPts val="0"/>
              </a:spcBef>
              <a:spcAft>
                <a:spcPts val="0"/>
              </a:spcAft>
              <a:buClr>
                <a:schemeClr val="dk1"/>
              </a:buClr>
              <a:buSzPts val="1600"/>
              <a:buFont typeface="Varela Round"/>
              <a:buNone/>
              <a:defRPr sz="1600" b="0" i="0" u="none" strike="noStrike" cap="none">
                <a:solidFill>
                  <a:schemeClr val="dk1"/>
                </a:solidFill>
                <a:latin typeface="Varela Round"/>
                <a:ea typeface="Varela Round"/>
                <a:cs typeface="Varela Round"/>
                <a:sym typeface="Varela Round"/>
              </a:defRPr>
            </a:lvl9pPr>
          </a:lstStyle>
          <a:p>
            <a:pPr marL="0" indent="0" algn="r"/>
            <a:endParaRPr lang="en-US" dirty="0"/>
          </a:p>
        </p:txBody>
      </p:sp>
      <p:sp>
        <p:nvSpPr>
          <p:cNvPr id="3" name="Google Shape;2336;p41">
            <a:extLst>
              <a:ext uri="{FF2B5EF4-FFF2-40B4-BE49-F238E27FC236}">
                <a16:creationId xmlns:a16="http://schemas.microsoft.com/office/drawing/2014/main" id="{72E72E91-DDB1-5A5B-B1FF-645404B4DD3E}"/>
              </a:ext>
            </a:extLst>
          </p:cNvPr>
          <p:cNvSpPr txBox="1">
            <a:spLocks/>
          </p:cNvSpPr>
          <p:nvPr/>
        </p:nvSpPr>
        <p:spPr>
          <a:xfrm>
            <a:off x="1439720" y="2596838"/>
            <a:ext cx="6264561" cy="6711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Varela Round"/>
              <a:buNone/>
              <a:defRPr sz="1600" b="0" i="0" u="none" strike="noStrike" cap="none">
                <a:solidFill>
                  <a:schemeClr val="dk1"/>
                </a:solidFill>
                <a:latin typeface="Varela Round"/>
                <a:ea typeface="Varela Round"/>
                <a:cs typeface="Varela Round"/>
                <a:sym typeface="Varela Round"/>
              </a:defRPr>
            </a:lvl1pPr>
            <a:lvl2pPr marL="914400" marR="0" lvl="1" indent="-317500" algn="ctr" rtl="0">
              <a:lnSpc>
                <a:spcPct val="100000"/>
              </a:lnSpc>
              <a:spcBef>
                <a:spcPts val="0"/>
              </a:spcBef>
              <a:spcAft>
                <a:spcPts val="0"/>
              </a:spcAft>
              <a:buClr>
                <a:schemeClr val="dk1"/>
              </a:buClr>
              <a:buSzPts val="1400"/>
              <a:buFont typeface="Varela Round"/>
              <a:buNone/>
              <a:defRPr sz="1400" b="0" i="0" u="none" strike="noStrike" cap="none">
                <a:solidFill>
                  <a:schemeClr val="dk1"/>
                </a:solidFill>
                <a:latin typeface="Varela Round"/>
                <a:ea typeface="Varela Round"/>
                <a:cs typeface="Varela Round"/>
                <a:sym typeface="Varela Round"/>
              </a:defRPr>
            </a:lvl2pPr>
            <a:lvl3pPr marL="1371600" marR="0" lvl="2" indent="-317500" algn="ctr" rtl="0">
              <a:lnSpc>
                <a:spcPct val="100000"/>
              </a:lnSpc>
              <a:spcBef>
                <a:spcPts val="0"/>
              </a:spcBef>
              <a:spcAft>
                <a:spcPts val="0"/>
              </a:spcAft>
              <a:buClr>
                <a:schemeClr val="dk1"/>
              </a:buClr>
              <a:buSzPts val="1400"/>
              <a:buFont typeface="Varela Round"/>
              <a:buNone/>
              <a:defRPr sz="1400" b="0" i="0" u="none" strike="noStrike" cap="none">
                <a:solidFill>
                  <a:schemeClr val="dk1"/>
                </a:solidFill>
                <a:latin typeface="Varela Round"/>
                <a:ea typeface="Varela Round"/>
                <a:cs typeface="Varela Round"/>
                <a:sym typeface="Varela Round"/>
              </a:defRPr>
            </a:lvl3pPr>
            <a:lvl4pPr marL="1828800" marR="0" lvl="3" indent="-317500" algn="ctr" rtl="0">
              <a:lnSpc>
                <a:spcPct val="100000"/>
              </a:lnSpc>
              <a:spcBef>
                <a:spcPts val="0"/>
              </a:spcBef>
              <a:spcAft>
                <a:spcPts val="0"/>
              </a:spcAft>
              <a:buClr>
                <a:schemeClr val="dk1"/>
              </a:buClr>
              <a:buSzPts val="1400"/>
              <a:buFont typeface="Varela Round"/>
              <a:buNone/>
              <a:defRPr sz="1400" b="0" i="0" u="none" strike="noStrike" cap="none">
                <a:solidFill>
                  <a:schemeClr val="dk1"/>
                </a:solidFill>
                <a:latin typeface="Varela Round"/>
                <a:ea typeface="Varela Round"/>
                <a:cs typeface="Varela Round"/>
                <a:sym typeface="Varela Round"/>
              </a:defRPr>
            </a:lvl4pPr>
            <a:lvl5pPr marL="2286000" marR="0" lvl="4" indent="-317500" algn="ctr" rtl="0">
              <a:lnSpc>
                <a:spcPct val="100000"/>
              </a:lnSpc>
              <a:spcBef>
                <a:spcPts val="0"/>
              </a:spcBef>
              <a:spcAft>
                <a:spcPts val="0"/>
              </a:spcAft>
              <a:buClr>
                <a:schemeClr val="dk1"/>
              </a:buClr>
              <a:buSzPts val="1400"/>
              <a:buFont typeface="Varela Round"/>
              <a:buNone/>
              <a:defRPr sz="1400" b="0" i="0" u="none" strike="noStrike" cap="none">
                <a:solidFill>
                  <a:schemeClr val="dk1"/>
                </a:solidFill>
                <a:latin typeface="Varela Round"/>
                <a:ea typeface="Varela Round"/>
                <a:cs typeface="Varela Round"/>
                <a:sym typeface="Varela Round"/>
              </a:defRPr>
            </a:lvl5pPr>
            <a:lvl6pPr marL="2743200" marR="0" lvl="5" indent="-317500" algn="ctr" rtl="0">
              <a:lnSpc>
                <a:spcPct val="100000"/>
              </a:lnSpc>
              <a:spcBef>
                <a:spcPts val="0"/>
              </a:spcBef>
              <a:spcAft>
                <a:spcPts val="0"/>
              </a:spcAft>
              <a:buClr>
                <a:schemeClr val="dk1"/>
              </a:buClr>
              <a:buSzPts val="1400"/>
              <a:buFont typeface="Varela Round"/>
              <a:buNone/>
              <a:defRPr sz="1400" b="0" i="0" u="none" strike="noStrike" cap="none">
                <a:solidFill>
                  <a:schemeClr val="dk1"/>
                </a:solidFill>
                <a:latin typeface="Varela Round"/>
                <a:ea typeface="Varela Round"/>
                <a:cs typeface="Varela Round"/>
                <a:sym typeface="Varela Round"/>
              </a:defRPr>
            </a:lvl6pPr>
            <a:lvl7pPr marL="3200400" marR="0" lvl="6" indent="-317500" algn="ctr" rtl="0">
              <a:lnSpc>
                <a:spcPct val="100000"/>
              </a:lnSpc>
              <a:spcBef>
                <a:spcPts val="0"/>
              </a:spcBef>
              <a:spcAft>
                <a:spcPts val="0"/>
              </a:spcAft>
              <a:buClr>
                <a:schemeClr val="dk1"/>
              </a:buClr>
              <a:buSzPts val="1400"/>
              <a:buFont typeface="Varela Round"/>
              <a:buNone/>
              <a:defRPr sz="1400" b="0" i="0" u="none" strike="noStrike" cap="none">
                <a:solidFill>
                  <a:schemeClr val="dk1"/>
                </a:solidFill>
                <a:latin typeface="Varela Round"/>
                <a:ea typeface="Varela Round"/>
                <a:cs typeface="Varela Round"/>
                <a:sym typeface="Varela Round"/>
              </a:defRPr>
            </a:lvl7pPr>
            <a:lvl8pPr marL="3657600" marR="0" lvl="7" indent="-317500" algn="ctr" rtl="0">
              <a:lnSpc>
                <a:spcPct val="100000"/>
              </a:lnSpc>
              <a:spcBef>
                <a:spcPts val="0"/>
              </a:spcBef>
              <a:spcAft>
                <a:spcPts val="0"/>
              </a:spcAft>
              <a:buClr>
                <a:schemeClr val="dk1"/>
              </a:buClr>
              <a:buSzPts val="1400"/>
              <a:buFont typeface="Varela Round"/>
              <a:buNone/>
              <a:defRPr sz="1400" b="0" i="0" u="none" strike="noStrike" cap="none">
                <a:solidFill>
                  <a:schemeClr val="dk1"/>
                </a:solidFill>
                <a:latin typeface="Varela Round"/>
                <a:ea typeface="Varela Round"/>
                <a:cs typeface="Varela Round"/>
                <a:sym typeface="Varela Round"/>
              </a:defRPr>
            </a:lvl8pPr>
            <a:lvl9pPr marL="4114800" marR="0" lvl="8" indent="-317500" algn="ctr" rtl="0">
              <a:lnSpc>
                <a:spcPct val="100000"/>
              </a:lnSpc>
              <a:spcBef>
                <a:spcPts val="0"/>
              </a:spcBef>
              <a:spcAft>
                <a:spcPts val="0"/>
              </a:spcAft>
              <a:buClr>
                <a:schemeClr val="dk1"/>
              </a:buClr>
              <a:buSzPts val="1400"/>
              <a:buFont typeface="Varela Round"/>
              <a:buNone/>
              <a:defRPr sz="1400" b="0" i="0" u="none" strike="noStrike" cap="none">
                <a:solidFill>
                  <a:schemeClr val="dk1"/>
                </a:solidFill>
                <a:latin typeface="Varela Round"/>
                <a:ea typeface="Varela Round"/>
                <a:cs typeface="Varela Round"/>
                <a:sym typeface="Varela Round"/>
              </a:defRPr>
            </a:lvl9pPr>
          </a:lstStyle>
          <a:p>
            <a:pPr marL="0" indent="0" algn="l"/>
            <a:endParaRPr lang="vi-VN" dirty="0"/>
          </a:p>
        </p:txBody>
      </p:sp>
    </p:spTree>
    <p:extLst>
      <p:ext uri="{BB962C8B-B14F-4D97-AF65-F5344CB8AC3E}">
        <p14:creationId xmlns:p14="http://schemas.microsoft.com/office/powerpoint/2010/main" val="13972767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334"/>
        <p:cNvGrpSpPr/>
        <p:nvPr/>
      </p:nvGrpSpPr>
      <p:grpSpPr>
        <a:xfrm>
          <a:off x="0" y="0"/>
          <a:ext cx="0" cy="0"/>
          <a:chOff x="0" y="0"/>
          <a:chExt cx="0" cy="0"/>
        </a:xfrm>
      </p:grpSpPr>
      <p:pic>
        <p:nvPicPr>
          <p:cNvPr id="2" name="Picture 1" descr="A graph with a line&#10;&#10;Description automatically generated">
            <a:extLst>
              <a:ext uri="{FF2B5EF4-FFF2-40B4-BE49-F238E27FC236}">
                <a16:creationId xmlns:a16="http://schemas.microsoft.com/office/drawing/2014/main" id="{02DE199C-66C3-746E-3DF2-6F47D2DAE86F}"/>
              </a:ext>
            </a:extLst>
          </p:cNvPr>
          <p:cNvPicPr>
            <a:picLocks noChangeAspect="1"/>
          </p:cNvPicPr>
          <p:nvPr/>
        </p:nvPicPr>
        <p:blipFill>
          <a:blip r:embed="rId3"/>
          <a:stretch>
            <a:fillRect/>
          </a:stretch>
        </p:blipFill>
        <p:spPr>
          <a:xfrm>
            <a:off x="3445094" y="2522675"/>
            <a:ext cx="4592443" cy="2889903"/>
          </a:xfrm>
          <a:prstGeom prst="rect">
            <a:avLst/>
          </a:prstGeom>
        </p:spPr>
      </p:pic>
      <p:sp>
        <p:nvSpPr>
          <p:cNvPr id="3" name="Title 2"/>
          <p:cNvSpPr>
            <a:spLocks noGrp="1"/>
          </p:cNvSpPr>
          <p:nvPr>
            <p:ph type="title"/>
          </p:nvPr>
        </p:nvSpPr>
        <p:spPr/>
        <p:txBody>
          <a:bodyPr/>
          <a:lstStyle/>
          <a:p>
            <a:endParaRPr lang="en-US"/>
          </a:p>
        </p:txBody>
      </p:sp>
      <p:sp>
        <p:nvSpPr>
          <p:cNvPr id="2336" name="Google Shape;2336;p41"/>
          <p:cNvSpPr txBox="1">
            <a:spLocks noGrp="1"/>
          </p:cNvSpPr>
          <p:nvPr>
            <p:ph idx="1"/>
          </p:nvPr>
        </p:nvSpPr>
        <p:spPr>
          <a:prstGeom prst="rect">
            <a:avLst/>
          </a:prstGeom>
        </p:spPr>
        <p:txBody>
          <a:bodyPr spcFirstLastPara="1" wrap="square" lIns="91425" tIns="91425" rIns="91425" bIns="91425" anchor="t" anchorCtr="0">
            <a:noAutofit/>
          </a:bodyPr>
          <a:lstStyle/>
          <a:p>
            <a:pPr algn="just"/>
            <a:r>
              <a:rPr lang="vi-VN" sz="1800" dirty="0"/>
              <a:t>•</a:t>
            </a:r>
            <a:r>
              <a:rPr lang="en-US" sz="1800" dirty="0"/>
              <a:t> </a:t>
            </a:r>
            <a:r>
              <a:rPr lang="vi-VN" sz="1800" dirty="0"/>
              <a:t>Chọn số lượng cụm phù hợp:</a:t>
            </a:r>
            <a:endParaRPr lang="en-US" sz="1800" dirty="0"/>
          </a:p>
          <a:p>
            <a:pPr algn="just"/>
            <a:r>
              <a:rPr lang="vi-VN" sz="1800" dirty="0"/>
              <a:t>Dùng phương pháp Ellow:</a:t>
            </a:r>
            <a:endParaRPr lang="en-US" sz="1800" dirty="0"/>
          </a:p>
          <a:p>
            <a:pPr algn="just"/>
            <a:r>
              <a:rPr lang="en-US" sz="1800" dirty="0"/>
              <a:t>L</a:t>
            </a:r>
            <a:r>
              <a:rPr lang="vi-VN" sz="1800" dirty="0"/>
              <a:t>à một phương pháp </a:t>
            </a:r>
            <a:endParaRPr lang="en-US" sz="1800" dirty="0"/>
          </a:p>
          <a:p>
            <a:pPr algn="just"/>
            <a:r>
              <a:rPr lang="vi-VN" sz="1800" dirty="0"/>
              <a:t>thường được</a:t>
            </a:r>
            <a:r>
              <a:rPr lang="en-US" sz="1800" dirty="0"/>
              <a:t> </a:t>
            </a:r>
            <a:r>
              <a:rPr lang="vi-VN" sz="1800" dirty="0"/>
              <a:t>sử dụng </a:t>
            </a:r>
            <a:endParaRPr lang="en-US" sz="1800" dirty="0"/>
          </a:p>
          <a:p>
            <a:pPr algn="just"/>
            <a:r>
              <a:rPr lang="vi-VN" sz="1800" dirty="0"/>
              <a:t>để lựa chọn</a:t>
            </a:r>
            <a:r>
              <a:rPr lang="en-US" sz="1800" dirty="0"/>
              <a:t> </a:t>
            </a:r>
            <a:r>
              <a:rPr lang="vi-VN" sz="1800" dirty="0"/>
              <a:t>số lượng</a:t>
            </a:r>
            <a:endParaRPr lang="en-US" sz="1800" dirty="0"/>
          </a:p>
          <a:p>
            <a:pPr algn="just"/>
            <a:r>
              <a:rPr lang="vi-VN" sz="1800" dirty="0"/>
              <a:t> cụm phân</a:t>
            </a:r>
            <a:r>
              <a:rPr lang="en-US" sz="1800" dirty="0"/>
              <a:t> </a:t>
            </a:r>
            <a:r>
              <a:rPr lang="vi-VN" sz="1800" dirty="0"/>
              <a:t>chia hợp</a:t>
            </a:r>
            <a:endParaRPr lang="en-US" sz="1800" dirty="0"/>
          </a:p>
          <a:p>
            <a:pPr algn="just"/>
            <a:r>
              <a:rPr lang="vi-VN" sz="1800" dirty="0"/>
              <a:t> lý dựa trên</a:t>
            </a:r>
            <a:r>
              <a:rPr lang="en-US" sz="1800" dirty="0"/>
              <a:t> </a:t>
            </a:r>
            <a:r>
              <a:rPr lang="vi-VN" sz="1800" dirty="0"/>
              <a:t>biểu đồ</a:t>
            </a:r>
            <a:r>
              <a:rPr lang="en-US" sz="1800" dirty="0"/>
              <a:t>.</a:t>
            </a:r>
          </a:p>
          <a:p>
            <a:pPr algn="just"/>
            <a:endParaRPr lang="en-US" sz="1800" dirty="0"/>
          </a:p>
        </p:txBody>
      </p:sp>
      <p:sp>
        <p:nvSpPr>
          <p:cNvPr id="2382" name="Google Shape;2382;p41"/>
          <p:cNvSpPr/>
          <p:nvPr/>
        </p:nvSpPr>
        <p:spPr>
          <a:xfrm>
            <a:off x="6474866" y="1687787"/>
            <a:ext cx="207420" cy="186779"/>
          </a:xfrm>
          <a:custGeom>
            <a:avLst/>
            <a:gdLst/>
            <a:ahLst/>
            <a:cxnLst/>
            <a:rect l="l" t="t" r="r" b="b"/>
            <a:pathLst>
              <a:path w="3889" h="3502" extrusionOk="0">
                <a:moveTo>
                  <a:pt x="1944" y="1"/>
                </a:moveTo>
                <a:cubicBezTo>
                  <a:pt x="1791" y="1"/>
                  <a:pt x="1637" y="81"/>
                  <a:pt x="1558" y="241"/>
                </a:cubicBezTo>
                <a:lnTo>
                  <a:pt x="1330" y="702"/>
                </a:lnTo>
                <a:cubicBezTo>
                  <a:pt x="1268" y="830"/>
                  <a:pt x="1145" y="918"/>
                  <a:pt x="1005" y="938"/>
                </a:cubicBezTo>
                <a:lnTo>
                  <a:pt x="497" y="1012"/>
                </a:lnTo>
                <a:cubicBezTo>
                  <a:pt x="142" y="1063"/>
                  <a:pt x="0" y="1498"/>
                  <a:pt x="257" y="1748"/>
                </a:cubicBezTo>
                <a:lnTo>
                  <a:pt x="624" y="2107"/>
                </a:lnTo>
                <a:cubicBezTo>
                  <a:pt x="727" y="2206"/>
                  <a:pt x="773" y="2348"/>
                  <a:pt x="748" y="2488"/>
                </a:cubicBezTo>
                <a:lnTo>
                  <a:pt x="661" y="2995"/>
                </a:lnTo>
                <a:cubicBezTo>
                  <a:pt x="614" y="3274"/>
                  <a:pt x="836" y="3501"/>
                  <a:pt x="1088" y="3501"/>
                </a:cubicBezTo>
                <a:cubicBezTo>
                  <a:pt x="1154" y="3501"/>
                  <a:pt x="1223" y="3485"/>
                  <a:pt x="1289" y="3450"/>
                </a:cubicBezTo>
                <a:lnTo>
                  <a:pt x="1744" y="3211"/>
                </a:lnTo>
                <a:cubicBezTo>
                  <a:pt x="1806" y="3178"/>
                  <a:pt x="1875" y="3162"/>
                  <a:pt x="1944" y="3162"/>
                </a:cubicBezTo>
                <a:cubicBezTo>
                  <a:pt x="2013" y="3162"/>
                  <a:pt x="2082" y="3178"/>
                  <a:pt x="2145" y="3211"/>
                </a:cubicBezTo>
                <a:lnTo>
                  <a:pt x="2600" y="3450"/>
                </a:lnTo>
                <a:cubicBezTo>
                  <a:pt x="2666" y="3485"/>
                  <a:pt x="2735" y="3501"/>
                  <a:pt x="2801" y="3501"/>
                </a:cubicBezTo>
                <a:cubicBezTo>
                  <a:pt x="3053" y="3501"/>
                  <a:pt x="3273" y="3274"/>
                  <a:pt x="3226" y="2995"/>
                </a:cubicBezTo>
                <a:lnTo>
                  <a:pt x="3139" y="2488"/>
                </a:lnTo>
                <a:cubicBezTo>
                  <a:pt x="3116" y="2348"/>
                  <a:pt x="3162" y="2206"/>
                  <a:pt x="3263" y="2107"/>
                </a:cubicBezTo>
                <a:lnTo>
                  <a:pt x="3631" y="1748"/>
                </a:lnTo>
                <a:cubicBezTo>
                  <a:pt x="3888" y="1498"/>
                  <a:pt x="3747" y="1063"/>
                  <a:pt x="3392" y="1012"/>
                </a:cubicBezTo>
                <a:lnTo>
                  <a:pt x="2884" y="938"/>
                </a:lnTo>
                <a:cubicBezTo>
                  <a:pt x="2744" y="918"/>
                  <a:pt x="2621" y="830"/>
                  <a:pt x="2559" y="702"/>
                </a:cubicBezTo>
                <a:lnTo>
                  <a:pt x="2331" y="241"/>
                </a:lnTo>
                <a:cubicBezTo>
                  <a:pt x="2252" y="81"/>
                  <a:pt x="2098" y="1"/>
                  <a:pt x="1944" y="1"/>
                </a:cubicBezTo>
                <a:close/>
              </a:path>
            </a:pathLst>
          </a:custGeom>
          <a:solidFill>
            <a:schemeClr val="lt2"/>
          </a:solidFill>
          <a:ln>
            <a:noFill/>
          </a:ln>
        </p:spPr>
        <p:txBody>
          <a:bodyPr spcFirstLastPara="1" wrap="square" lIns="91425" tIns="91425" rIns="91425" bIns="91425" anchor="ctr" anchorCtr="0">
            <a:noAutofit/>
          </a:bodyPr>
          <a:lstStyle/>
          <a:p>
            <a:pPr algn="l" rtl="0"/>
            <a:endParaRPr/>
          </a:p>
        </p:txBody>
      </p:sp>
    </p:spTree>
    <p:extLst>
      <p:ext uri="{BB962C8B-B14F-4D97-AF65-F5344CB8AC3E}">
        <p14:creationId xmlns:p14="http://schemas.microsoft.com/office/powerpoint/2010/main" val="16482554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334"/>
        <p:cNvGrpSpPr/>
        <p:nvPr/>
      </p:nvGrpSpPr>
      <p:grpSpPr>
        <a:xfrm>
          <a:off x="0" y="0"/>
          <a:ext cx="0" cy="0"/>
          <a:chOff x="0" y="0"/>
          <a:chExt cx="0" cy="0"/>
        </a:xfrm>
      </p:grpSpPr>
      <p:sp>
        <p:nvSpPr>
          <p:cNvPr id="2" name="Title 1"/>
          <p:cNvSpPr>
            <a:spLocks noGrp="1"/>
          </p:cNvSpPr>
          <p:nvPr>
            <p:ph type="title"/>
          </p:nvPr>
        </p:nvSpPr>
        <p:spPr/>
        <p:txBody>
          <a:bodyPr/>
          <a:lstStyle/>
          <a:p>
            <a:r>
              <a:rPr lang="vi-VN" sz="3600"/>
              <a:t>Silhouette coefficient</a:t>
            </a:r>
            <a:endParaRPr lang="en-US"/>
          </a:p>
        </p:txBody>
      </p:sp>
      <p:sp>
        <p:nvSpPr>
          <p:cNvPr id="2336" name="Google Shape;2336;p41"/>
          <p:cNvSpPr txBox="1">
            <a:spLocks noGrp="1"/>
          </p:cNvSpPr>
          <p:nvPr>
            <p:ph idx="1"/>
          </p:nvPr>
        </p:nvSpPr>
        <p:spPr>
          <a:prstGeom prst="rect">
            <a:avLst/>
          </a:prstGeom>
        </p:spPr>
        <p:txBody>
          <a:bodyPr spcFirstLastPara="1" wrap="square" lIns="91425" tIns="91425" rIns="91425" bIns="91425" anchor="t" anchorCtr="0">
            <a:noAutofit/>
          </a:bodyPr>
          <a:lstStyle/>
          <a:p>
            <a:pPr algn="just"/>
            <a:r>
              <a:rPr lang="vi-VN" sz="1800" dirty="0"/>
              <a:t>Dùng các thước đo dựa trên đánh giá tương đối</a:t>
            </a:r>
            <a:endParaRPr lang="en-US" sz="1800" dirty="0"/>
          </a:p>
          <a:p>
            <a:pPr marL="285750" indent="-285750" algn="just">
              <a:buFont typeface="Arial" panose="020B0604020202020204" pitchFamily="34" charset="0"/>
              <a:buChar char="•"/>
            </a:pPr>
            <a:r>
              <a:rPr lang="vi-VN" sz="1800" dirty="0"/>
              <a:t>Silhouette coefficient là thước đo mức độ giống nhau của một điểm dữ liệu trong cụm so với các cụm </a:t>
            </a:r>
            <a:r>
              <a:rPr lang="vi-VN" sz="1800"/>
              <a:t>khác </a:t>
            </a:r>
            <a:endParaRPr lang="en-US" sz="1800"/>
          </a:p>
          <a:p>
            <a:pPr marL="285750" indent="-285750" algn="just">
              <a:buFont typeface="Arial" panose="020B0604020202020204" pitchFamily="34" charset="0"/>
              <a:buChar char="•"/>
            </a:pPr>
            <a:endParaRPr lang="en-US" sz="1800"/>
          </a:p>
          <a:p>
            <a:pPr marL="285750" indent="-285750" algn="just">
              <a:buFont typeface="Arial" panose="020B0604020202020204" pitchFamily="34" charset="0"/>
              <a:buChar char="•"/>
            </a:pPr>
            <a:endParaRPr lang="en-US" sz="1800"/>
          </a:p>
          <a:p>
            <a:pPr marL="285750" indent="-285750" algn="just">
              <a:buFont typeface="Arial" panose="020B0604020202020204" pitchFamily="34" charset="0"/>
              <a:buChar char="•"/>
            </a:pPr>
            <a:endParaRPr lang="en-US" sz="1800"/>
          </a:p>
          <a:p>
            <a:pPr marL="285750" indent="-285750" algn="just">
              <a:buFont typeface="Arial" panose="020B0604020202020204" pitchFamily="34" charset="0"/>
              <a:buChar char="•"/>
            </a:pPr>
            <a:r>
              <a:rPr lang="vi-VN" sz="1800"/>
              <a:t>Trong đó:</a:t>
            </a:r>
          </a:p>
          <a:p>
            <a:pPr marL="0" indent="0" algn="just"/>
            <a:r>
              <a:rPr lang="vi-VN" sz="1800"/>
              <a:t>S(i) là hệ số bóng của điểm dữ liệu i</a:t>
            </a:r>
          </a:p>
          <a:p>
            <a:pPr marL="0" indent="0" algn="just"/>
            <a:r>
              <a:rPr lang="vi-VN" sz="1800"/>
              <a:t>a(i) là khoảng cách trung bình giữa i và tất cả các điểm dữ liệu nằm chung cụm với i</a:t>
            </a:r>
          </a:p>
          <a:p>
            <a:pPr marL="0" indent="0" algn="just"/>
            <a:r>
              <a:rPr lang="vi-VN" sz="1800"/>
              <a:t>b(i) là khoảng cách trung bình giữa i tới các cụm khác</a:t>
            </a:r>
          </a:p>
          <a:p>
            <a:pPr marL="0" indent="0" algn="just">
              <a:buNone/>
            </a:pPr>
            <a:endParaRPr lang="en-US" sz="1800" dirty="0"/>
          </a:p>
          <a:p>
            <a:pPr marL="285750" indent="-285750" algn="just">
              <a:buFont typeface="Arial" panose="020B0604020202020204" pitchFamily="34" charset="0"/>
              <a:buChar char="•"/>
            </a:pPr>
            <a:r>
              <a:rPr lang="en-US" sz="1800"/>
              <a:t> </a:t>
            </a:r>
            <a:endParaRPr lang="en-US" sz="1800" dirty="0"/>
          </a:p>
        </p:txBody>
      </p:sp>
      <p:sp>
        <p:nvSpPr>
          <p:cNvPr id="2382" name="Google Shape;2382;p41"/>
          <p:cNvSpPr/>
          <p:nvPr/>
        </p:nvSpPr>
        <p:spPr>
          <a:xfrm>
            <a:off x="6474866" y="1687787"/>
            <a:ext cx="207420" cy="186779"/>
          </a:xfrm>
          <a:custGeom>
            <a:avLst/>
            <a:gdLst/>
            <a:ahLst/>
            <a:cxnLst/>
            <a:rect l="l" t="t" r="r" b="b"/>
            <a:pathLst>
              <a:path w="3889" h="3502" extrusionOk="0">
                <a:moveTo>
                  <a:pt x="1944" y="1"/>
                </a:moveTo>
                <a:cubicBezTo>
                  <a:pt x="1791" y="1"/>
                  <a:pt x="1637" y="81"/>
                  <a:pt x="1558" y="241"/>
                </a:cubicBezTo>
                <a:lnTo>
                  <a:pt x="1330" y="702"/>
                </a:lnTo>
                <a:cubicBezTo>
                  <a:pt x="1268" y="830"/>
                  <a:pt x="1145" y="918"/>
                  <a:pt x="1005" y="938"/>
                </a:cubicBezTo>
                <a:lnTo>
                  <a:pt x="497" y="1012"/>
                </a:lnTo>
                <a:cubicBezTo>
                  <a:pt x="142" y="1063"/>
                  <a:pt x="0" y="1498"/>
                  <a:pt x="257" y="1748"/>
                </a:cubicBezTo>
                <a:lnTo>
                  <a:pt x="624" y="2107"/>
                </a:lnTo>
                <a:cubicBezTo>
                  <a:pt x="727" y="2206"/>
                  <a:pt x="773" y="2348"/>
                  <a:pt x="748" y="2488"/>
                </a:cubicBezTo>
                <a:lnTo>
                  <a:pt x="661" y="2995"/>
                </a:lnTo>
                <a:cubicBezTo>
                  <a:pt x="614" y="3274"/>
                  <a:pt x="836" y="3501"/>
                  <a:pt x="1088" y="3501"/>
                </a:cubicBezTo>
                <a:cubicBezTo>
                  <a:pt x="1154" y="3501"/>
                  <a:pt x="1223" y="3485"/>
                  <a:pt x="1289" y="3450"/>
                </a:cubicBezTo>
                <a:lnTo>
                  <a:pt x="1744" y="3211"/>
                </a:lnTo>
                <a:cubicBezTo>
                  <a:pt x="1806" y="3178"/>
                  <a:pt x="1875" y="3162"/>
                  <a:pt x="1944" y="3162"/>
                </a:cubicBezTo>
                <a:cubicBezTo>
                  <a:pt x="2013" y="3162"/>
                  <a:pt x="2082" y="3178"/>
                  <a:pt x="2145" y="3211"/>
                </a:cubicBezTo>
                <a:lnTo>
                  <a:pt x="2600" y="3450"/>
                </a:lnTo>
                <a:cubicBezTo>
                  <a:pt x="2666" y="3485"/>
                  <a:pt x="2735" y="3501"/>
                  <a:pt x="2801" y="3501"/>
                </a:cubicBezTo>
                <a:cubicBezTo>
                  <a:pt x="3053" y="3501"/>
                  <a:pt x="3273" y="3274"/>
                  <a:pt x="3226" y="2995"/>
                </a:cubicBezTo>
                <a:lnTo>
                  <a:pt x="3139" y="2488"/>
                </a:lnTo>
                <a:cubicBezTo>
                  <a:pt x="3116" y="2348"/>
                  <a:pt x="3162" y="2206"/>
                  <a:pt x="3263" y="2107"/>
                </a:cubicBezTo>
                <a:lnTo>
                  <a:pt x="3631" y="1748"/>
                </a:lnTo>
                <a:cubicBezTo>
                  <a:pt x="3888" y="1498"/>
                  <a:pt x="3747" y="1063"/>
                  <a:pt x="3392" y="1012"/>
                </a:cubicBezTo>
                <a:lnTo>
                  <a:pt x="2884" y="938"/>
                </a:lnTo>
                <a:cubicBezTo>
                  <a:pt x="2744" y="918"/>
                  <a:pt x="2621" y="830"/>
                  <a:pt x="2559" y="702"/>
                </a:cubicBezTo>
                <a:lnTo>
                  <a:pt x="2331" y="241"/>
                </a:lnTo>
                <a:cubicBezTo>
                  <a:pt x="2252" y="81"/>
                  <a:pt x="2098" y="1"/>
                  <a:pt x="1944" y="1"/>
                </a:cubicBezTo>
                <a:close/>
              </a:path>
            </a:pathLst>
          </a:custGeom>
          <a:solidFill>
            <a:schemeClr val="lt2"/>
          </a:solidFill>
          <a:ln>
            <a:noFill/>
          </a:ln>
        </p:spPr>
        <p:txBody>
          <a:bodyPr spcFirstLastPara="1" wrap="square" lIns="91425" tIns="91425" rIns="91425" bIns="91425" anchor="ctr" anchorCtr="0">
            <a:noAutofit/>
          </a:bodyPr>
          <a:lstStyle/>
          <a:p>
            <a:pPr algn="l" rtl="0"/>
            <a:endParaRPr/>
          </a:p>
        </p:txBody>
      </p:sp>
      <p:pic>
        <p:nvPicPr>
          <p:cNvPr id="5" name="Picture 4" descr="A black text on a white background&#10;&#10;Description automatically generated">
            <a:extLst>
              <a:ext uri="{FF2B5EF4-FFF2-40B4-BE49-F238E27FC236}">
                <a16:creationId xmlns:a16="http://schemas.microsoft.com/office/drawing/2014/main" id="{1D993087-6DF5-BC68-F810-5FA1B72FFB1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819400" y="3071188"/>
            <a:ext cx="2571135" cy="715624"/>
          </a:xfrm>
          <a:prstGeom prst="rect">
            <a:avLst/>
          </a:prstGeom>
          <a:noFill/>
          <a:ln>
            <a:noFill/>
          </a:ln>
        </p:spPr>
      </p:pic>
      <p:sp>
        <p:nvSpPr>
          <p:cNvPr id="6" name="Google Shape;2336;p41">
            <a:extLst>
              <a:ext uri="{FF2B5EF4-FFF2-40B4-BE49-F238E27FC236}">
                <a16:creationId xmlns:a16="http://schemas.microsoft.com/office/drawing/2014/main" id="{F55FF4D0-2711-FBF7-725B-7943E48CAD1F}"/>
              </a:ext>
            </a:extLst>
          </p:cNvPr>
          <p:cNvSpPr txBox="1">
            <a:spLocks/>
          </p:cNvSpPr>
          <p:nvPr/>
        </p:nvSpPr>
        <p:spPr>
          <a:xfrm>
            <a:off x="1265846" y="3722829"/>
            <a:ext cx="6264561" cy="6711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Varela Round"/>
              <a:buNone/>
              <a:defRPr sz="1600" b="0" i="0" u="none" strike="noStrike" cap="none">
                <a:solidFill>
                  <a:schemeClr val="dk1"/>
                </a:solidFill>
                <a:latin typeface="Varela Round"/>
                <a:ea typeface="Varela Round"/>
                <a:cs typeface="Varela Round"/>
                <a:sym typeface="Varela Round"/>
              </a:defRPr>
            </a:lvl1pPr>
            <a:lvl2pPr marL="914400" marR="0" lvl="1" indent="-317500" algn="ctr" rtl="0">
              <a:lnSpc>
                <a:spcPct val="100000"/>
              </a:lnSpc>
              <a:spcBef>
                <a:spcPts val="0"/>
              </a:spcBef>
              <a:spcAft>
                <a:spcPts val="0"/>
              </a:spcAft>
              <a:buClr>
                <a:schemeClr val="dk1"/>
              </a:buClr>
              <a:buSzPts val="1400"/>
              <a:buFont typeface="Varela Round"/>
              <a:buNone/>
              <a:defRPr sz="1400" b="0" i="0" u="none" strike="noStrike" cap="none">
                <a:solidFill>
                  <a:schemeClr val="dk1"/>
                </a:solidFill>
                <a:latin typeface="Varela Round"/>
                <a:ea typeface="Varela Round"/>
                <a:cs typeface="Varela Round"/>
                <a:sym typeface="Varela Round"/>
              </a:defRPr>
            </a:lvl2pPr>
            <a:lvl3pPr marL="1371600" marR="0" lvl="2" indent="-317500" algn="ctr" rtl="0">
              <a:lnSpc>
                <a:spcPct val="100000"/>
              </a:lnSpc>
              <a:spcBef>
                <a:spcPts val="0"/>
              </a:spcBef>
              <a:spcAft>
                <a:spcPts val="0"/>
              </a:spcAft>
              <a:buClr>
                <a:schemeClr val="dk1"/>
              </a:buClr>
              <a:buSzPts val="1400"/>
              <a:buFont typeface="Varela Round"/>
              <a:buNone/>
              <a:defRPr sz="1400" b="0" i="0" u="none" strike="noStrike" cap="none">
                <a:solidFill>
                  <a:schemeClr val="dk1"/>
                </a:solidFill>
                <a:latin typeface="Varela Round"/>
                <a:ea typeface="Varela Round"/>
                <a:cs typeface="Varela Round"/>
                <a:sym typeface="Varela Round"/>
              </a:defRPr>
            </a:lvl3pPr>
            <a:lvl4pPr marL="1828800" marR="0" lvl="3" indent="-317500" algn="ctr" rtl="0">
              <a:lnSpc>
                <a:spcPct val="100000"/>
              </a:lnSpc>
              <a:spcBef>
                <a:spcPts val="0"/>
              </a:spcBef>
              <a:spcAft>
                <a:spcPts val="0"/>
              </a:spcAft>
              <a:buClr>
                <a:schemeClr val="dk1"/>
              </a:buClr>
              <a:buSzPts val="1400"/>
              <a:buFont typeface="Varela Round"/>
              <a:buNone/>
              <a:defRPr sz="1400" b="0" i="0" u="none" strike="noStrike" cap="none">
                <a:solidFill>
                  <a:schemeClr val="dk1"/>
                </a:solidFill>
                <a:latin typeface="Varela Round"/>
                <a:ea typeface="Varela Round"/>
                <a:cs typeface="Varela Round"/>
                <a:sym typeface="Varela Round"/>
              </a:defRPr>
            </a:lvl4pPr>
            <a:lvl5pPr marL="2286000" marR="0" lvl="4" indent="-317500" algn="ctr" rtl="0">
              <a:lnSpc>
                <a:spcPct val="100000"/>
              </a:lnSpc>
              <a:spcBef>
                <a:spcPts val="0"/>
              </a:spcBef>
              <a:spcAft>
                <a:spcPts val="0"/>
              </a:spcAft>
              <a:buClr>
                <a:schemeClr val="dk1"/>
              </a:buClr>
              <a:buSzPts val="1400"/>
              <a:buFont typeface="Varela Round"/>
              <a:buNone/>
              <a:defRPr sz="1400" b="0" i="0" u="none" strike="noStrike" cap="none">
                <a:solidFill>
                  <a:schemeClr val="dk1"/>
                </a:solidFill>
                <a:latin typeface="Varela Round"/>
                <a:ea typeface="Varela Round"/>
                <a:cs typeface="Varela Round"/>
                <a:sym typeface="Varela Round"/>
              </a:defRPr>
            </a:lvl5pPr>
            <a:lvl6pPr marL="2743200" marR="0" lvl="5" indent="-317500" algn="ctr" rtl="0">
              <a:lnSpc>
                <a:spcPct val="100000"/>
              </a:lnSpc>
              <a:spcBef>
                <a:spcPts val="0"/>
              </a:spcBef>
              <a:spcAft>
                <a:spcPts val="0"/>
              </a:spcAft>
              <a:buClr>
                <a:schemeClr val="dk1"/>
              </a:buClr>
              <a:buSzPts val="1400"/>
              <a:buFont typeface="Varela Round"/>
              <a:buNone/>
              <a:defRPr sz="1400" b="0" i="0" u="none" strike="noStrike" cap="none">
                <a:solidFill>
                  <a:schemeClr val="dk1"/>
                </a:solidFill>
                <a:latin typeface="Varela Round"/>
                <a:ea typeface="Varela Round"/>
                <a:cs typeface="Varela Round"/>
                <a:sym typeface="Varela Round"/>
              </a:defRPr>
            </a:lvl6pPr>
            <a:lvl7pPr marL="3200400" marR="0" lvl="6" indent="-317500" algn="ctr" rtl="0">
              <a:lnSpc>
                <a:spcPct val="100000"/>
              </a:lnSpc>
              <a:spcBef>
                <a:spcPts val="0"/>
              </a:spcBef>
              <a:spcAft>
                <a:spcPts val="0"/>
              </a:spcAft>
              <a:buClr>
                <a:schemeClr val="dk1"/>
              </a:buClr>
              <a:buSzPts val="1400"/>
              <a:buFont typeface="Varela Round"/>
              <a:buNone/>
              <a:defRPr sz="1400" b="0" i="0" u="none" strike="noStrike" cap="none">
                <a:solidFill>
                  <a:schemeClr val="dk1"/>
                </a:solidFill>
                <a:latin typeface="Varela Round"/>
                <a:ea typeface="Varela Round"/>
                <a:cs typeface="Varela Round"/>
                <a:sym typeface="Varela Round"/>
              </a:defRPr>
            </a:lvl7pPr>
            <a:lvl8pPr marL="3657600" marR="0" lvl="7" indent="-317500" algn="ctr" rtl="0">
              <a:lnSpc>
                <a:spcPct val="100000"/>
              </a:lnSpc>
              <a:spcBef>
                <a:spcPts val="0"/>
              </a:spcBef>
              <a:spcAft>
                <a:spcPts val="0"/>
              </a:spcAft>
              <a:buClr>
                <a:schemeClr val="dk1"/>
              </a:buClr>
              <a:buSzPts val="1400"/>
              <a:buFont typeface="Varela Round"/>
              <a:buNone/>
              <a:defRPr sz="1400" b="0" i="0" u="none" strike="noStrike" cap="none">
                <a:solidFill>
                  <a:schemeClr val="dk1"/>
                </a:solidFill>
                <a:latin typeface="Varela Round"/>
                <a:ea typeface="Varela Round"/>
                <a:cs typeface="Varela Round"/>
                <a:sym typeface="Varela Round"/>
              </a:defRPr>
            </a:lvl8pPr>
            <a:lvl9pPr marL="4114800" marR="0" lvl="8" indent="-317500" algn="ctr" rtl="0">
              <a:lnSpc>
                <a:spcPct val="100000"/>
              </a:lnSpc>
              <a:spcBef>
                <a:spcPts val="0"/>
              </a:spcBef>
              <a:spcAft>
                <a:spcPts val="0"/>
              </a:spcAft>
              <a:buClr>
                <a:schemeClr val="dk1"/>
              </a:buClr>
              <a:buSzPts val="1400"/>
              <a:buFont typeface="Varela Round"/>
              <a:buNone/>
              <a:defRPr sz="1400" b="0" i="0" u="none" strike="noStrike" cap="none">
                <a:solidFill>
                  <a:schemeClr val="dk1"/>
                </a:solidFill>
                <a:latin typeface="Varela Round"/>
                <a:ea typeface="Varela Round"/>
                <a:cs typeface="Varela Round"/>
                <a:sym typeface="Varela Round"/>
              </a:defRPr>
            </a:lvl9pPr>
          </a:lstStyle>
          <a:p>
            <a:pPr marL="285750" indent="-285750" algn="just">
              <a:buFont typeface="Arial" panose="020B0604020202020204" pitchFamily="34" charset="0"/>
              <a:buChar char="•"/>
            </a:pPr>
            <a:endParaRPr lang="vi-VN" sz="1800" dirty="0"/>
          </a:p>
        </p:txBody>
      </p:sp>
    </p:spTree>
    <p:extLst>
      <p:ext uri="{BB962C8B-B14F-4D97-AF65-F5344CB8AC3E}">
        <p14:creationId xmlns:p14="http://schemas.microsoft.com/office/powerpoint/2010/main" val="4071414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334"/>
        <p:cNvGrpSpPr/>
        <p:nvPr/>
      </p:nvGrpSpPr>
      <p:grpSpPr>
        <a:xfrm>
          <a:off x="0" y="0"/>
          <a:ext cx="0" cy="0"/>
          <a:chOff x="0" y="0"/>
          <a:chExt cx="0" cy="0"/>
        </a:xfrm>
      </p:grpSpPr>
      <p:sp>
        <p:nvSpPr>
          <p:cNvPr id="2" name="Title 1"/>
          <p:cNvSpPr>
            <a:spLocks noGrp="1"/>
          </p:cNvSpPr>
          <p:nvPr>
            <p:ph type="title"/>
          </p:nvPr>
        </p:nvSpPr>
        <p:spPr/>
        <p:txBody>
          <a:bodyPr/>
          <a:lstStyle/>
          <a:p>
            <a:r>
              <a:rPr lang="vi-VN" sz="3200"/>
              <a:t>Silhouette coefficient</a:t>
            </a:r>
            <a:endParaRPr lang="en-US"/>
          </a:p>
        </p:txBody>
      </p:sp>
      <p:sp>
        <p:nvSpPr>
          <p:cNvPr id="2336" name="Google Shape;2336;p41"/>
          <p:cNvSpPr txBox="1">
            <a:spLocks noGrp="1"/>
          </p:cNvSpPr>
          <p:nvPr>
            <p:ph idx="1"/>
          </p:nvPr>
        </p:nvSpPr>
        <p:spPr>
          <a:prstGeom prst="rect">
            <a:avLst/>
          </a:prstGeom>
        </p:spPr>
        <p:txBody>
          <a:bodyPr spcFirstLastPara="1" wrap="square" lIns="91425" tIns="91425" rIns="91425" bIns="91425" anchor="t" anchorCtr="0">
            <a:noAutofit/>
          </a:bodyPr>
          <a:lstStyle/>
          <a:p>
            <a:pPr algn="just"/>
            <a:r>
              <a:rPr lang="vi-VN" sz="1800" dirty="0"/>
              <a:t>Sau đó ta tính trung bình silhoutee cho </a:t>
            </a:r>
            <a:r>
              <a:rPr lang="vi-VN" sz="1800"/>
              <a:t>mỗi k</a:t>
            </a:r>
            <a:endParaRPr lang="en-US" sz="1800"/>
          </a:p>
          <a:p>
            <a:pPr algn="just"/>
            <a:r>
              <a:rPr lang="en-US" sz="1400"/>
              <a:t>AverageSilhouette=mean{</a:t>
            </a:r>
            <a:r>
              <a:rPr lang="en-US" sz="1400">
                <a:effectLst/>
              </a:rPr>
              <a:t>S</a:t>
            </a:r>
            <a:r>
              <a:rPr lang="en-US" sz="1400"/>
              <a:t>(i)}</a:t>
            </a:r>
          </a:p>
          <a:p>
            <a:pPr marL="0" indent="0" algn="just"/>
            <a:r>
              <a:rPr lang="vi-VN" sz="1800"/>
              <a:t>Các điểm cần lưu ý khi tính silhouette coefficen (hệ số bóng)</a:t>
            </a:r>
          </a:p>
          <a:p>
            <a:pPr marL="0" indent="0" algn="just"/>
            <a:r>
              <a:rPr lang="vi-VN" sz="1800"/>
              <a:t>•</a:t>
            </a:r>
            <a:r>
              <a:rPr lang="en-US" sz="1800"/>
              <a:t> </a:t>
            </a:r>
            <a:r>
              <a:rPr lang="vi-VN" sz="1800"/>
              <a:t>Giá trị của hệ số bóng nằm trong khoảng [-1, 1].</a:t>
            </a:r>
          </a:p>
          <a:p>
            <a:pPr marL="0" indent="0" algn="just"/>
            <a:r>
              <a:rPr lang="vi-VN" sz="1800"/>
              <a:t>•</a:t>
            </a:r>
            <a:r>
              <a:rPr lang="en-US" sz="1800"/>
              <a:t> </a:t>
            </a:r>
            <a:r>
              <a:rPr lang="vi-VN" sz="1800"/>
              <a:t>Càng gần 1 thì càng tốt.</a:t>
            </a:r>
          </a:p>
          <a:p>
            <a:pPr marL="0" indent="0" algn="just"/>
            <a:r>
              <a:rPr lang="vi-VN" sz="1800"/>
              <a:t>•</a:t>
            </a:r>
            <a:r>
              <a:rPr lang="en-US" sz="1800"/>
              <a:t> </a:t>
            </a:r>
            <a:r>
              <a:rPr lang="vi-VN" sz="1800"/>
              <a:t>Giá trị tệ nhất là -1. Các giá trị gần 0 biểu thị các cụm chồng chéo.(Phân cụm sai)</a:t>
            </a:r>
          </a:p>
          <a:p>
            <a:pPr algn="just"/>
            <a:endParaRPr lang="en-US" sz="1800" dirty="0"/>
          </a:p>
        </p:txBody>
      </p:sp>
      <p:sp>
        <p:nvSpPr>
          <p:cNvPr id="2382" name="Google Shape;2382;p41"/>
          <p:cNvSpPr/>
          <p:nvPr/>
        </p:nvSpPr>
        <p:spPr>
          <a:xfrm>
            <a:off x="6474866" y="1687787"/>
            <a:ext cx="207420" cy="186779"/>
          </a:xfrm>
          <a:custGeom>
            <a:avLst/>
            <a:gdLst/>
            <a:ahLst/>
            <a:cxnLst/>
            <a:rect l="l" t="t" r="r" b="b"/>
            <a:pathLst>
              <a:path w="3889" h="3502" extrusionOk="0">
                <a:moveTo>
                  <a:pt x="1944" y="1"/>
                </a:moveTo>
                <a:cubicBezTo>
                  <a:pt x="1791" y="1"/>
                  <a:pt x="1637" y="81"/>
                  <a:pt x="1558" y="241"/>
                </a:cubicBezTo>
                <a:lnTo>
                  <a:pt x="1330" y="702"/>
                </a:lnTo>
                <a:cubicBezTo>
                  <a:pt x="1268" y="830"/>
                  <a:pt x="1145" y="918"/>
                  <a:pt x="1005" y="938"/>
                </a:cubicBezTo>
                <a:lnTo>
                  <a:pt x="497" y="1012"/>
                </a:lnTo>
                <a:cubicBezTo>
                  <a:pt x="142" y="1063"/>
                  <a:pt x="0" y="1498"/>
                  <a:pt x="257" y="1748"/>
                </a:cubicBezTo>
                <a:lnTo>
                  <a:pt x="624" y="2107"/>
                </a:lnTo>
                <a:cubicBezTo>
                  <a:pt x="727" y="2206"/>
                  <a:pt x="773" y="2348"/>
                  <a:pt x="748" y="2488"/>
                </a:cubicBezTo>
                <a:lnTo>
                  <a:pt x="661" y="2995"/>
                </a:lnTo>
                <a:cubicBezTo>
                  <a:pt x="614" y="3274"/>
                  <a:pt x="836" y="3501"/>
                  <a:pt x="1088" y="3501"/>
                </a:cubicBezTo>
                <a:cubicBezTo>
                  <a:pt x="1154" y="3501"/>
                  <a:pt x="1223" y="3485"/>
                  <a:pt x="1289" y="3450"/>
                </a:cubicBezTo>
                <a:lnTo>
                  <a:pt x="1744" y="3211"/>
                </a:lnTo>
                <a:cubicBezTo>
                  <a:pt x="1806" y="3178"/>
                  <a:pt x="1875" y="3162"/>
                  <a:pt x="1944" y="3162"/>
                </a:cubicBezTo>
                <a:cubicBezTo>
                  <a:pt x="2013" y="3162"/>
                  <a:pt x="2082" y="3178"/>
                  <a:pt x="2145" y="3211"/>
                </a:cubicBezTo>
                <a:lnTo>
                  <a:pt x="2600" y="3450"/>
                </a:lnTo>
                <a:cubicBezTo>
                  <a:pt x="2666" y="3485"/>
                  <a:pt x="2735" y="3501"/>
                  <a:pt x="2801" y="3501"/>
                </a:cubicBezTo>
                <a:cubicBezTo>
                  <a:pt x="3053" y="3501"/>
                  <a:pt x="3273" y="3274"/>
                  <a:pt x="3226" y="2995"/>
                </a:cubicBezTo>
                <a:lnTo>
                  <a:pt x="3139" y="2488"/>
                </a:lnTo>
                <a:cubicBezTo>
                  <a:pt x="3116" y="2348"/>
                  <a:pt x="3162" y="2206"/>
                  <a:pt x="3263" y="2107"/>
                </a:cubicBezTo>
                <a:lnTo>
                  <a:pt x="3631" y="1748"/>
                </a:lnTo>
                <a:cubicBezTo>
                  <a:pt x="3888" y="1498"/>
                  <a:pt x="3747" y="1063"/>
                  <a:pt x="3392" y="1012"/>
                </a:cubicBezTo>
                <a:lnTo>
                  <a:pt x="2884" y="938"/>
                </a:lnTo>
                <a:cubicBezTo>
                  <a:pt x="2744" y="918"/>
                  <a:pt x="2621" y="830"/>
                  <a:pt x="2559" y="702"/>
                </a:cubicBezTo>
                <a:lnTo>
                  <a:pt x="2331" y="241"/>
                </a:lnTo>
                <a:cubicBezTo>
                  <a:pt x="2252" y="81"/>
                  <a:pt x="2098" y="1"/>
                  <a:pt x="1944" y="1"/>
                </a:cubicBezTo>
                <a:close/>
              </a:path>
            </a:pathLst>
          </a:custGeom>
          <a:solidFill>
            <a:schemeClr val="lt2"/>
          </a:solidFill>
          <a:ln>
            <a:noFill/>
          </a:ln>
        </p:spPr>
        <p:txBody>
          <a:bodyPr spcFirstLastPara="1" wrap="square" lIns="91425" tIns="91425" rIns="91425" bIns="91425" anchor="ctr" anchorCtr="0">
            <a:noAutofit/>
          </a:bodyPr>
          <a:lstStyle/>
          <a:p>
            <a:pPr algn="l" rtl="0"/>
            <a:endParaRPr/>
          </a:p>
        </p:txBody>
      </p:sp>
    </p:spTree>
    <p:extLst>
      <p:ext uri="{BB962C8B-B14F-4D97-AF65-F5344CB8AC3E}">
        <p14:creationId xmlns:p14="http://schemas.microsoft.com/office/powerpoint/2010/main" val="31265733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334"/>
        <p:cNvGrpSpPr/>
        <p:nvPr/>
      </p:nvGrpSpPr>
      <p:grpSpPr>
        <a:xfrm>
          <a:off x="0" y="0"/>
          <a:ext cx="0" cy="0"/>
          <a:chOff x="0" y="0"/>
          <a:chExt cx="0" cy="0"/>
        </a:xfrm>
      </p:grpSpPr>
      <p:sp>
        <p:nvSpPr>
          <p:cNvPr id="2" name="Title 1"/>
          <p:cNvSpPr>
            <a:spLocks noGrp="1"/>
          </p:cNvSpPr>
          <p:nvPr>
            <p:ph type="title"/>
          </p:nvPr>
        </p:nvSpPr>
        <p:spPr/>
        <p:txBody>
          <a:bodyPr/>
          <a:lstStyle/>
          <a:p>
            <a:r>
              <a:rPr lang="vi-VN" sz="3200"/>
              <a:t>Silhouette coefficient</a:t>
            </a:r>
            <a:endParaRPr lang="en-US"/>
          </a:p>
        </p:txBody>
      </p:sp>
      <p:pic>
        <p:nvPicPr>
          <p:cNvPr id="4" name="Content Placeholder 3" descr="A line graph with blue dots&#10;&#10;Description automatically generated">
            <a:extLst>
              <a:ext uri="{FF2B5EF4-FFF2-40B4-BE49-F238E27FC236}">
                <a16:creationId xmlns:a16="http://schemas.microsoft.com/office/drawing/2014/main" id="{6945D042-5E82-CE3B-41D2-9989E82EB209}"/>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752600" y="1828800"/>
            <a:ext cx="6109014" cy="3968954"/>
          </a:xfrm>
          <a:prstGeom prst="rect">
            <a:avLst/>
          </a:prstGeom>
          <a:noFill/>
          <a:ln>
            <a:noFill/>
          </a:ln>
        </p:spPr>
      </p:pic>
    </p:spTree>
    <p:extLst>
      <p:ext uri="{BB962C8B-B14F-4D97-AF65-F5344CB8AC3E}">
        <p14:creationId xmlns:p14="http://schemas.microsoft.com/office/powerpoint/2010/main" val="26766817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334"/>
        <p:cNvGrpSpPr/>
        <p:nvPr/>
      </p:nvGrpSpPr>
      <p:grpSpPr>
        <a:xfrm>
          <a:off x="0" y="0"/>
          <a:ext cx="0" cy="0"/>
          <a:chOff x="0" y="0"/>
          <a:chExt cx="0" cy="0"/>
        </a:xfrm>
      </p:grpSpPr>
      <p:sp>
        <p:nvSpPr>
          <p:cNvPr id="6" name="Title 5">
            <a:extLst>
              <a:ext uri="{FF2B5EF4-FFF2-40B4-BE49-F238E27FC236}">
                <a16:creationId xmlns:a16="http://schemas.microsoft.com/office/drawing/2014/main" id="{E6ECB996-7894-5D33-0798-130C19E8DA57}"/>
              </a:ext>
            </a:extLst>
          </p:cNvPr>
          <p:cNvSpPr>
            <a:spLocks noGrp="1"/>
          </p:cNvSpPr>
          <p:nvPr>
            <p:ph type="title"/>
          </p:nvPr>
        </p:nvSpPr>
        <p:spPr/>
        <p:txBody>
          <a:bodyPr/>
          <a:lstStyle/>
          <a:p>
            <a:endParaRPr lang="en-US"/>
          </a:p>
        </p:txBody>
      </p:sp>
      <p:pic>
        <p:nvPicPr>
          <p:cNvPr id="4" name="Content Placeholder 3" descr="A group of graphs showing different sizes and colors&#10;&#10;Description automatically generated with medium confidence">
            <a:extLst>
              <a:ext uri="{FF2B5EF4-FFF2-40B4-BE49-F238E27FC236}">
                <a16:creationId xmlns:a16="http://schemas.microsoft.com/office/drawing/2014/main" id="{E49CE3DC-6F2B-5869-C4F6-A656AC98AF88}"/>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751094" y="1825625"/>
            <a:ext cx="7641812" cy="4351338"/>
          </a:xfrm>
          <a:noFill/>
          <a:ln>
            <a:noFill/>
          </a:ln>
        </p:spPr>
      </p:pic>
    </p:spTree>
    <p:extLst>
      <p:ext uri="{BB962C8B-B14F-4D97-AF65-F5344CB8AC3E}">
        <p14:creationId xmlns:p14="http://schemas.microsoft.com/office/powerpoint/2010/main" val="18832381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334"/>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pic>
        <p:nvPicPr>
          <p:cNvPr id="5" name="Content Placeholder 4" descr="A diagram of a graph&#10;&#10;Description automatically generated with medium confidence">
            <a:extLst>
              <a:ext uri="{FF2B5EF4-FFF2-40B4-BE49-F238E27FC236}">
                <a16:creationId xmlns:a16="http://schemas.microsoft.com/office/drawing/2014/main" id="{7481221D-2651-93B4-3878-0588966C4401}"/>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rcRect/>
          <a:stretch>
            <a:fillRect/>
          </a:stretch>
        </p:blipFill>
        <p:spPr bwMode="auto">
          <a:xfrm>
            <a:off x="628650" y="2133600"/>
            <a:ext cx="8009725" cy="3679831"/>
          </a:xfrm>
          <a:prstGeom prst="rect">
            <a:avLst/>
          </a:prstGeom>
          <a:noFill/>
          <a:ln>
            <a:noFill/>
          </a:ln>
        </p:spPr>
      </p:pic>
    </p:spTree>
    <p:extLst>
      <p:ext uri="{BB962C8B-B14F-4D97-AF65-F5344CB8AC3E}">
        <p14:creationId xmlns:p14="http://schemas.microsoft.com/office/powerpoint/2010/main" val="42101987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334"/>
        <p:cNvGrpSpPr/>
        <p:nvPr/>
      </p:nvGrpSpPr>
      <p:grpSpPr>
        <a:xfrm>
          <a:off x="0" y="0"/>
          <a:ext cx="0" cy="0"/>
          <a:chOff x="0" y="0"/>
          <a:chExt cx="0" cy="0"/>
        </a:xfrm>
      </p:grpSpPr>
      <p:sp>
        <p:nvSpPr>
          <p:cNvPr id="6" name="Title 5">
            <a:extLst>
              <a:ext uri="{FF2B5EF4-FFF2-40B4-BE49-F238E27FC236}">
                <a16:creationId xmlns:a16="http://schemas.microsoft.com/office/drawing/2014/main" id="{B0C44604-6B73-E322-C428-3E2C47926430}"/>
              </a:ext>
            </a:extLst>
          </p:cNvPr>
          <p:cNvSpPr>
            <a:spLocks noGrp="1"/>
          </p:cNvSpPr>
          <p:nvPr>
            <p:ph type="title"/>
          </p:nvPr>
        </p:nvSpPr>
        <p:spPr/>
        <p:txBody>
          <a:bodyPr/>
          <a:lstStyle/>
          <a:p>
            <a:endParaRPr lang="en-US"/>
          </a:p>
        </p:txBody>
      </p:sp>
      <p:pic>
        <p:nvPicPr>
          <p:cNvPr id="8" name="Content Placeholder 7" descr="A close-up of a graph&#10;&#10;Description automatically generated">
            <a:extLst>
              <a:ext uri="{FF2B5EF4-FFF2-40B4-BE49-F238E27FC236}">
                <a16:creationId xmlns:a16="http://schemas.microsoft.com/office/drawing/2014/main" id="{87DC788C-C868-5F0C-A0F4-FBC888001E97}"/>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rcRect/>
          <a:stretch>
            <a:fillRect/>
          </a:stretch>
        </p:blipFill>
        <p:spPr bwMode="auto">
          <a:xfrm>
            <a:off x="761999" y="2096820"/>
            <a:ext cx="7953575" cy="3694379"/>
          </a:xfrm>
          <a:prstGeom prst="rect">
            <a:avLst/>
          </a:prstGeom>
          <a:noFill/>
          <a:ln>
            <a:noFill/>
          </a:ln>
        </p:spPr>
      </p:pic>
    </p:spTree>
    <p:extLst>
      <p:ext uri="{BB962C8B-B14F-4D97-AF65-F5344CB8AC3E}">
        <p14:creationId xmlns:p14="http://schemas.microsoft.com/office/powerpoint/2010/main" val="20031784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334"/>
        <p:cNvGrpSpPr/>
        <p:nvPr/>
      </p:nvGrpSpPr>
      <p:grpSpPr>
        <a:xfrm>
          <a:off x="0" y="0"/>
          <a:ext cx="0" cy="0"/>
          <a:chOff x="0" y="0"/>
          <a:chExt cx="0" cy="0"/>
        </a:xfrm>
      </p:grpSpPr>
      <p:grpSp>
        <p:nvGrpSpPr>
          <p:cNvPr id="2352" name="Google Shape;2352;p41"/>
          <p:cNvGrpSpPr/>
          <p:nvPr/>
        </p:nvGrpSpPr>
        <p:grpSpPr>
          <a:xfrm rot="-1005538">
            <a:off x="7424631" y="1385048"/>
            <a:ext cx="1279692" cy="2666046"/>
            <a:chOff x="503795" y="323625"/>
            <a:chExt cx="502785" cy="1047439"/>
          </a:xfrm>
        </p:grpSpPr>
        <p:sp>
          <p:nvSpPr>
            <p:cNvPr id="2353" name="Google Shape;2353;p41"/>
            <p:cNvSpPr/>
            <p:nvPr/>
          </p:nvSpPr>
          <p:spPr>
            <a:xfrm>
              <a:off x="674039" y="389120"/>
              <a:ext cx="173925" cy="283742"/>
            </a:xfrm>
            <a:custGeom>
              <a:avLst/>
              <a:gdLst/>
              <a:ahLst/>
              <a:cxnLst/>
              <a:rect l="l" t="t" r="r" b="b"/>
              <a:pathLst>
                <a:path w="3261" h="5320" extrusionOk="0">
                  <a:moveTo>
                    <a:pt x="610" y="1"/>
                  </a:moveTo>
                  <a:cubicBezTo>
                    <a:pt x="438" y="1"/>
                    <a:pt x="238" y="35"/>
                    <a:pt x="0" y="105"/>
                  </a:cubicBezTo>
                  <a:lnTo>
                    <a:pt x="220" y="665"/>
                  </a:lnTo>
                  <a:cubicBezTo>
                    <a:pt x="279" y="654"/>
                    <a:pt x="343" y="647"/>
                    <a:pt x="411" y="647"/>
                  </a:cubicBezTo>
                  <a:cubicBezTo>
                    <a:pt x="687" y="647"/>
                    <a:pt x="1017" y="768"/>
                    <a:pt x="1211" y="1262"/>
                  </a:cubicBezTo>
                  <a:lnTo>
                    <a:pt x="2513" y="4590"/>
                  </a:lnTo>
                  <a:cubicBezTo>
                    <a:pt x="2727" y="5136"/>
                    <a:pt x="2906" y="5320"/>
                    <a:pt x="3030" y="5320"/>
                  </a:cubicBezTo>
                  <a:cubicBezTo>
                    <a:pt x="3196" y="5320"/>
                    <a:pt x="3260" y="4986"/>
                    <a:pt x="3169" y="4753"/>
                  </a:cubicBezTo>
                  <a:lnTo>
                    <a:pt x="1774" y="1189"/>
                  </a:lnTo>
                  <a:cubicBezTo>
                    <a:pt x="1470" y="411"/>
                    <a:pt x="1207" y="1"/>
                    <a:pt x="610" y="1"/>
                  </a:cubicBezTo>
                  <a:close/>
                </a:path>
              </a:pathLst>
            </a:custGeom>
            <a:solidFill>
              <a:schemeClr val="dk2"/>
            </a:solidFill>
            <a:ln>
              <a:noFill/>
            </a:ln>
          </p:spPr>
          <p:txBody>
            <a:bodyPr spcFirstLastPara="1" wrap="square" lIns="91425" tIns="91425" rIns="91425" bIns="91425" anchor="ctr" anchorCtr="0">
              <a:noAutofit/>
            </a:bodyPr>
            <a:lstStyle/>
            <a:p>
              <a:pPr algn="l" rtl="0"/>
              <a:endParaRPr/>
            </a:p>
          </p:txBody>
        </p:sp>
        <p:sp>
          <p:nvSpPr>
            <p:cNvPr id="2354" name="Google Shape;2354;p41"/>
            <p:cNvSpPr/>
            <p:nvPr/>
          </p:nvSpPr>
          <p:spPr>
            <a:xfrm>
              <a:off x="515529" y="323625"/>
              <a:ext cx="92803" cy="61655"/>
            </a:xfrm>
            <a:custGeom>
              <a:avLst/>
              <a:gdLst/>
              <a:ahLst/>
              <a:cxnLst/>
              <a:rect l="l" t="t" r="r" b="b"/>
              <a:pathLst>
                <a:path w="1740" h="1156" extrusionOk="0">
                  <a:moveTo>
                    <a:pt x="1159" y="1"/>
                  </a:moveTo>
                  <a:cubicBezTo>
                    <a:pt x="996" y="1"/>
                    <a:pt x="799" y="65"/>
                    <a:pt x="550" y="188"/>
                  </a:cubicBezTo>
                  <a:cubicBezTo>
                    <a:pt x="1" y="459"/>
                    <a:pt x="48" y="741"/>
                    <a:pt x="206" y="1156"/>
                  </a:cubicBezTo>
                  <a:cubicBezTo>
                    <a:pt x="396" y="993"/>
                    <a:pt x="686" y="835"/>
                    <a:pt x="1112" y="663"/>
                  </a:cubicBezTo>
                  <a:cubicBezTo>
                    <a:pt x="1330" y="574"/>
                    <a:pt x="1541" y="516"/>
                    <a:pt x="1739" y="498"/>
                  </a:cubicBezTo>
                  <a:cubicBezTo>
                    <a:pt x="1586" y="158"/>
                    <a:pt x="1414" y="1"/>
                    <a:pt x="1159" y="1"/>
                  </a:cubicBezTo>
                  <a:close/>
                </a:path>
              </a:pathLst>
            </a:custGeom>
            <a:solidFill>
              <a:schemeClr val="accent1"/>
            </a:solidFill>
            <a:ln>
              <a:noFill/>
            </a:ln>
          </p:spPr>
          <p:txBody>
            <a:bodyPr spcFirstLastPara="1" wrap="square" lIns="91425" tIns="91425" rIns="91425" bIns="91425" anchor="ctr" anchorCtr="0">
              <a:noAutofit/>
            </a:bodyPr>
            <a:lstStyle/>
            <a:p>
              <a:pPr algn="l" rtl="0"/>
              <a:endParaRPr/>
            </a:p>
          </p:txBody>
        </p:sp>
        <p:sp>
          <p:nvSpPr>
            <p:cNvPr id="2355" name="Google Shape;2355;p41"/>
            <p:cNvSpPr/>
            <p:nvPr/>
          </p:nvSpPr>
          <p:spPr>
            <a:xfrm>
              <a:off x="907004" y="1293995"/>
              <a:ext cx="99576" cy="77069"/>
            </a:xfrm>
            <a:custGeom>
              <a:avLst/>
              <a:gdLst/>
              <a:ahLst/>
              <a:cxnLst/>
              <a:rect l="l" t="t" r="r" b="b"/>
              <a:pathLst>
                <a:path w="1867" h="1445" extrusionOk="0">
                  <a:moveTo>
                    <a:pt x="1560" y="0"/>
                  </a:moveTo>
                  <a:cubicBezTo>
                    <a:pt x="1461" y="264"/>
                    <a:pt x="1218" y="465"/>
                    <a:pt x="779" y="636"/>
                  </a:cubicBezTo>
                  <a:cubicBezTo>
                    <a:pt x="582" y="713"/>
                    <a:pt x="415" y="754"/>
                    <a:pt x="269" y="754"/>
                  </a:cubicBezTo>
                  <a:cubicBezTo>
                    <a:pt x="172" y="754"/>
                    <a:pt x="83" y="736"/>
                    <a:pt x="1" y="698"/>
                  </a:cubicBezTo>
                  <a:lnTo>
                    <a:pt x="1" y="698"/>
                  </a:lnTo>
                  <a:cubicBezTo>
                    <a:pt x="24" y="764"/>
                    <a:pt x="63" y="847"/>
                    <a:pt x="128" y="948"/>
                  </a:cubicBezTo>
                  <a:cubicBezTo>
                    <a:pt x="281" y="1288"/>
                    <a:pt x="453" y="1445"/>
                    <a:pt x="708" y="1445"/>
                  </a:cubicBezTo>
                  <a:cubicBezTo>
                    <a:pt x="871" y="1445"/>
                    <a:pt x="1069" y="1380"/>
                    <a:pt x="1317" y="1258"/>
                  </a:cubicBezTo>
                  <a:cubicBezTo>
                    <a:pt x="1867" y="987"/>
                    <a:pt x="1819" y="704"/>
                    <a:pt x="1661" y="289"/>
                  </a:cubicBezTo>
                  <a:cubicBezTo>
                    <a:pt x="1647" y="224"/>
                    <a:pt x="1606" y="112"/>
                    <a:pt x="1560" y="0"/>
                  </a:cubicBezTo>
                  <a:close/>
                </a:path>
              </a:pathLst>
            </a:custGeom>
            <a:solidFill>
              <a:schemeClr val="accent1"/>
            </a:solidFill>
            <a:ln>
              <a:noFill/>
            </a:ln>
          </p:spPr>
          <p:txBody>
            <a:bodyPr spcFirstLastPara="1" wrap="square" lIns="91425" tIns="91425" rIns="91425" bIns="91425" anchor="ctr" anchorCtr="0">
              <a:noAutofit/>
            </a:bodyPr>
            <a:lstStyle/>
            <a:p>
              <a:pPr algn="l" rtl="0"/>
              <a:endParaRPr/>
            </a:p>
          </p:txBody>
        </p:sp>
        <p:sp>
          <p:nvSpPr>
            <p:cNvPr id="2356" name="Google Shape;2356;p41"/>
            <p:cNvSpPr/>
            <p:nvPr/>
          </p:nvSpPr>
          <p:spPr>
            <a:xfrm>
              <a:off x="507422" y="350452"/>
              <a:ext cx="283689" cy="403639"/>
            </a:xfrm>
            <a:custGeom>
              <a:avLst/>
              <a:gdLst/>
              <a:ahLst/>
              <a:cxnLst/>
              <a:rect l="l" t="t" r="r" b="b"/>
              <a:pathLst>
                <a:path w="5319" h="7568" extrusionOk="0">
                  <a:moveTo>
                    <a:pt x="2026" y="1"/>
                  </a:moveTo>
                  <a:cubicBezTo>
                    <a:pt x="1433" y="1"/>
                    <a:pt x="762" y="340"/>
                    <a:pt x="358" y="653"/>
                  </a:cubicBezTo>
                  <a:cubicBezTo>
                    <a:pt x="16" y="945"/>
                    <a:pt x="0" y="1255"/>
                    <a:pt x="117" y="1700"/>
                  </a:cubicBezTo>
                  <a:cubicBezTo>
                    <a:pt x="138" y="1788"/>
                    <a:pt x="167" y="1882"/>
                    <a:pt x="200" y="1983"/>
                  </a:cubicBezTo>
                  <a:cubicBezTo>
                    <a:pt x="211" y="2017"/>
                    <a:pt x="222" y="2052"/>
                    <a:pt x="234" y="2090"/>
                  </a:cubicBezTo>
                  <a:cubicBezTo>
                    <a:pt x="353" y="2359"/>
                    <a:pt x="488" y="2715"/>
                    <a:pt x="635" y="3116"/>
                  </a:cubicBezTo>
                  <a:cubicBezTo>
                    <a:pt x="686" y="3254"/>
                    <a:pt x="736" y="3398"/>
                    <a:pt x="792" y="3543"/>
                  </a:cubicBezTo>
                  <a:cubicBezTo>
                    <a:pt x="1888" y="6341"/>
                    <a:pt x="2222" y="7434"/>
                    <a:pt x="3038" y="7551"/>
                  </a:cubicBezTo>
                  <a:cubicBezTo>
                    <a:pt x="3069" y="7562"/>
                    <a:pt x="3112" y="7568"/>
                    <a:pt x="3162" y="7568"/>
                  </a:cubicBezTo>
                  <a:cubicBezTo>
                    <a:pt x="3621" y="7568"/>
                    <a:pt x="4774" y="7143"/>
                    <a:pt x="5010" y="6812"/>
                  </a:cubicBezTo>
                  <a:cubicBezTo>
                    <a:pt x="5318" y="6437"/>
                    <a:pt x="5127" y="5944"/>
                    <a:pt x="4767" y="5028"/>
                  </a:cubicBezTo>
                  <a:lnTo>
                    <a:pt x="3121" y="823"/>
                  </a:lnTo>
                  <a:cubicBezTo>
                    <a:pt x="3091" y="727"/>
                    <a:pt x="3054" y="642"/>
                    <a:pt x="3011" y="566"/>
                  </a:cubicBezTo>
                  <a:cubicBezTo>
                    <a:pt x="2786" y="152"/>
                    <a:pt x="2423" y="1"/>
                    <a:pt x="2026" y="1"/>
                  </a:cubicBezTo>
                  <a:close/>
                </a:path>
              </a:pathLst>
            </a:custGeom>
            <a:solidFill>
              <a:schemeClr val="dk2"/>
            </a:solidFill>
            <a:ln>
              <a:noFill/>
            </a:ln>
          </p:spPr>
          <p:txBody>
            <a:bodyPr spcFirstLastPara="1" wrap="square" lIns="91425" tIns="91425" rIns="91425" bIns="91425" anchor="ctr" anchorCtr="0">
              <a:noAutofit/>
            </a:bodyPr>
            <a:lstStyle/>
            <a:p>
              <a:pPr algn="l" rtl="0"/>
              <a:endParaRPr/>
            </a:p>
          </p:txBody>
        </p:sp>
        <p:sp>
          <p:nvSpPr>
            <p:cNvPr id="2357" name="Google Shape;2357;p41"/>
            <p:cNvSpPr/>
            <p:nvPr/>
          </p:nvSpPr>
          <p:spPr>
            <a:xfrm>
              <a:off x="518089" y="396373"/>
              <a:ext cx="188806" cy="143044"/>
            </a:xfrm>
            <a:custGeom>
              <a:avLst/>
              <a:gdLst/>
              <a:ahLst/>
              <a:cxnLst/>
              <a:rect l="l" t="t" r="r" b="b"/>
              <a:pathLst>
                <a:path w="3540" h="2682" extrusionOk="0">
                  <a:moveTo>
                    <a:pt x="2937" y="1"/>
                  </a:moveTo>
                  <a:cubicBezTo>
                    <a:pt x="1923" y="288"/>
                    <a:pt x="927" y="628"/>
                    <a:pt x="0" y="1122"/>
                  </a:cubicBezTo>
                  <a:cubicBezTo>
                    <a:pt x="11" y="1156"/>
                    <a:pt x="22" y="1191"/>
                    <a:pt x="34" y="1229"/>
                  </a:cubicBezTo>
                  <a:cubicBezTo>
                    <a:pt x="153" y="1498"/>
                    <a:pt x="288" y="1854"/>
                    <a:pt x="435" y="2255"/>
                  </a:cubicBezTo>
                  <a:cubicBezTo>
                    <a:pt x="486" y="2393"/>
                    <a:pt x="537" y="2537"/>
                    <a:pt x="592" y="2682"/>
                  </a:cubicBezTo>
                  <a:cubicBezTo>
                    <a:pt x="1507" y="2156"/>
                    <a:pt x="2519" y="1821"/>
                    <a:pt x="3539" y="1539"/>
                  </a:cubicBezTo>
                  <a:lnTo>
                    <a:pt x="2937" y="1"/>
                  </a:lnTo>
                  <a:close/>
                </a:path>
              </a:pathLst>
            </a:custGeom>
            <a:solidFill>
              <a:schemeClr val="accent1"/>
            </a:solidFill>
            <a:ln>
              <a:noFill/>
            </a:ln>
          </p:spPr>
          <p:txBody>
            <a:bodyPr spcFirstLastPara="1" wrap="square" lIns="91425" tIns="91425" rIns="91425" bIns="91425" anchor="ctr" anchorCtr="0">
              <a:noAutofit/>
            </a:bodyPr>
            <a:lstStyle/>
            <a:p>
              <a:pPr algn="l" rtl="0"/>
              <a:endParaRPr/>
            </a:p>
          </p:txBody>
        </p:sp>
        <p:sp>
          <p:nvSpPr>
            <p:cNvPr id="2358" name="Google Shape;2358;p41"/>
            <p:cNvSpPr/>
            <p:nvPr/>
          </p:nvSpPr>
          <p:spPr>
            <a:xfrm>
              <a:off x="669399" y="713768"/>
              <a:ext cx="332384" cy="620446"/>
            </a:xfrm>
            <a:custGeom>
              <a:avLst/>
              <a:gdLst/>
              <a:ahLst/>
              <a:cxnLst/>
              <a:rect l="l" t="t" r="r" b="b"/>
              <a:pathLst>
                <a:path w="6232" h="11633" extrusionOk="0">
                  <a:moveTo>
                    <a:pt x="1973" y="0"/>
                  </a:moveTo>
                  <a:cubicBezTo>
                    <a:pt x="1828" y="178"/>
                    <a:pt x="1571" y="328"/>
                    <a:pt x="1167" y="486"/>
                  </a:cubicBezTo>
                  <a:cubicBezTo>
                    <a:pt x="700" y="668"/>
                    <a:pt x="387" y="753"/>
                    <a:pt x="153" y="753"/>
                  </a:cubicBezTo>
                  <a:cubicBezTo>
                    <a:pt x="98" y="753"/>
                    <a:pt x="48" y="748"/>
                    <a:pt x="1" y="739"/>
                  </a:cubicBezTo>
                  <a:lnTo>
                    <a:pt x="1" y="739"/>
                  </a:lnTo>
                  <a:lnTo>
                    <a:pt x="1982" y="5799"/>
                  </a:lnTo>
                  <a:cubicBezTo>
                    <a:pt x="3486" y="9642"/>
                    <a:pt x="3777" y="11271"/>
                    <a:pt x="4456" y="11577"/>
                  </a:cubicBezTo>
                  <a:cubicBezTo>
                    <a:pt x="4538" y="11615"/>
                    <a:pt x="4627" y="11633"/>
                    <a:pt x="4724" y="11633"/>
                  </a:cubicBezTo>
                  <a:cubicBezTo>
                    <a:pt x="4870" y="11633"/>
                    <a:pt x="5037" y="11592"/>
                    <a:pt x="5234" y="11515"/>
                  </a:cubicBezTo>
                  <a:cubicBezTo>
                    <a:pt x="5673" y="11344"/>
                    <a:pt x="5916" y="11143"/>
                    <a:pt x="6015" y="10879"/>
                  </a:cubicBezTo>
                  <a:cubicBezTo>
                    <a:pt x="6231" y="10307"/>
                    <a:pt x="5772" y="9431"/>
                    <a:pt x="5161" y="7870"/>
                  </a:cubicBezTo>
                  <a:cubicBezTo>
                    <a:pt x="4509" y="6204"/>
                    <a:pt x="2832" y="2098"/>
                    <a:pt x="1973" y="0"/>
                  </a:cubicBezTo>
                  <a:close/>
                </a:path>
              </a:pathLst>
            </a:custGeom>
            <a:solidFill>
              <a:schemeClr val="dk2"/>
            </a:solidFill>
            <a:ln>
              <a:noFill/>
            </a:ln>
          </p:spPr>
          <p:txBody>
            <a:bodyPr spcFirstLastPara="1" wrap="square" lIns="91425" tIns="91425" rIns="91425" bIns="91425" anchor="ctr" anchorCtr="0">
              <a:noAutofit/>
            </a:bodyPr>
            <a:lstStyle/>
            <a:p>
              <a:pPr algn="l" rtl="0"/>
              <a:endParaRPr/>
            </a:p>
          </p:txBody>
        </p:sp>
        <p:sp>
          <p:nvSpPr>
            <p:cNvPr id="2359" name="Google Shape;2359;p41"/>
            <p:cNvSpPr/>
            <p:nvPr/>
          </p:nvSpPr>
          <p:spPr>
            <a:xfrm>
              <a:off x="579477" y="636966"/>
              <a:ext cx="184699" cy="125604"/>
            </a:xfrm>
            <a:custGeom>
              <a:avLst/>
              <a:gdLst/>
              <a:ahLst/>
              <a:cxnLst/>
              <a:rect l="l" t="t" r="r" b="b"/>
              <a:pathLst>
                <a:path w="3463" h="2355" extrusionOk="0">
                  <a:moveTo>
                    <a:pt x="183" y="0"/>
                  </a:moveTo>
                  <a:cubicBezTo>
                    <a:pt x="94" y="0"/>
                    <a:pt x="0" y="82"/>
                    <a:pt x="42" y="191"/>
                  </a:cubicBezTo>
                  <a:cubicBezTo>
                    <a:pt x="157" y="496"/>
                    <a:pt x="287" y="797"/>
                    <a:pt x="430" y="1089"/>
                  </a:cubicBezTo>
                  <a:cubicBezTo>
                    <a:pt x="568" y="1369"/>
                    <a:pt x="721" y="1648"/>
                    <a:pt x="926" y="1883"/>
                  </a:cubicBezTo>
                  <a:cubicBezTo>
                    <a:pt x="1116" y="2103"/>
                    <a:pt x="1343" y="2275"/>
                    <a:pt x="1633" y="2332"/>
                  </a:cubicBezTo>
                  <a:cubicBezTo>
                    <a:pt x="1712" y="2347"/>
                    <a:pt x="1792" y="2354"/>
                    <a:pt x="1871" y="2354"/>
                  </a:cubicBezTo>
                  <a:cubicBezTo>
                    <a:pt x="2047" y="2354"/>
                    <a:pt x="2224" y="2321"/>
                    <a:pt x="2392" y="2273"/>
                  </a:cubicBezTo>
                  <a:cubicBezTo>
                    <a:pt x="2727" y="2178"/>
                    <a:pt x="3046" y="2016"/>
                    <a:pt x="3336" y="1823"/>
                  </a:cubicBezTo>
                  <a:cubicBezTo>
                    <a:pt x="3462" y="1740"/>
                    <a:pt x="3368" y="1571"/>
                    <a:pt x="3246" y="1571"/>
                  </a:cubicBezTo>
                  <a:cubicBezTo>
                    <a:pt x="3220" y="1571"/>
                    <a:pt x="3193" y="1579"/>
                    <a:pt x="3166" y="1596"/>
                  </a:cubicBezTo>
                  <a:cubicBezTo>
                    <a:pt x="2929" y="1754"/>
                    <a:pt x="2672" y="1883"/>
                    <a:pt x="2401" y="1974"/>
                  </a:cubicBezTo>
                  <a:cubicBezTo>
                    <a:pt x="2234" y="2031"/>
                    <a:pt x="2056" y="2072"/>
                    <a:pt x="1878" y="2072"/>
                  </a:cubicBezTo>
                  <a:cubicBezTo>
                    <a:pt x="1835" y="2072"/>
                    <a:pt x="1792" y="2069"/>
                    <a:pt x="1749" y="2064"/>
                  </a:cubicBezTo>
                  <a:cubicBezTo>
                    <a:pt x="1508" y="2034"/>
                    <a:pt x="1320" y="1903"/>
                    <a:pt x="1162" y="1724"/>
                  </a:cubicBezTo>
                  <a:cubicBezTo>
                    <a:pt x="978" y="1513"/>
                    <a:pt x="836" y="1270"/>
                    <a:pt x="712" y="1022"/>
                  </a:cubicBezTo>
                  <a:cubicBezTo>
                    <a:pt x="561" y="717"/>
                    <a:pt x="427" y="405"/>
                    <a:pt x="306" y="88"/>
                  </a:cubicBezTo>
                  <a:cubicBezTo>
                    <a:pt x="283" y="26"/>
                    <a:pt x="234" y="0"/>
                    <a:pt x="183" y="0"/>
                  </a:cubicBezTo>
                  <a:close/>
                </a:path>
              </a:pathLst>
            </a:custGeom>
            <a:solidFill>
              <a:schemeClr val="dk1"/>
            </a:solidFill>
            <a:ln>
              <a:noFill/>
            </a:ln>
          </p:spPr>
          <p:txBody>
            <a:bodyPr spcFirstLastPara="1" wrap="square" lIns="91425" tIns="91425" rIns="91425" bIns="91425" anchor="ctr" anchorCtr="0">
              <a:noAutofit/>
            </a:bodyPr>
            <a:lstStyle/>
            <a:p>
              <a:pPr algn="l" rtl="0"/>
              <a:endParaRPr/>
            </a:p>
          </p:txBody>
        </p:sp>
        <p:sp>
          <p:nvSpPr>
            <p:cNvPr id="2360" name="Google Shape;2360;p41"/>
            <p:cNvSpPr/>
            <p:nvPr/>
          </p:nvSpPr>
          <p:spPr>
            <a:xfrm>
              <a:off x="658625" y="371626"/>
              <a:ext cx="68695" cy="142724"/>
            </a:xfrm>
            <a:custGeom>
              <a:avLst/>
              <a:gdLst/>
              <a:ahLst/>
              <a:cxnLst/>
              <a:rect l="l" t="t" r="r" b="b"/>
              <a:pathLst>
                <a:path w="1288" h="2676" extrusionOk="0">
                  <a:moveTo>
                    <a:pt x="153" y="0"/>
                  </a:moveTo>
                  <a:cubicBezTo>
                    <a:pt x="136" y="0"/>
                    <a:pt x="119" y="3"/>
                    <a:pt x="103" y="9"/>
                  </a:cubicBezTo>
                  <a:cubicBezTo>
                    <a:pt x="27" y="38"/>
                    <a:pt x="1" y="119"/>
                    <a:pt x="22" y="192"/>
                  </a:cubicBezTo>
                  <a:cubicBezTo>
                    <a:pt x="273" y="1016"/>
                    <a:pt x="596" y="1817"/>
                    <a:pt x="988" y="2586"/>
                  </a:cubicBezTo>
                  <a:cubicBezTo>
                    <a:pt x="1014" y="2638"/>
                    <a:pt x="1063" y="2675"/>
                    <a:pt x="1121" y="2675"/>
                  </a:cubicBezTo>
                  <a:cubicBezTo>
                    <a:pt x="1137" y="2675"/>
                    <a:pt x="1154" y="2672"/>
                    <a:pt x="1172" y="2666"/>
                  </a:cubicBezTo>
                  <a:cubicBezTo>
                    <a:pt x="1237" y="2641"/>
                    <a:pt x="1287" y="2550"/>
                    <a:pt x="1252" y="2481"/>
                  </a:cubicBezTo>
                  <a:cubicBezTo>
                    <a:pt x="862" y="1714"/>
                    <a:pt x="538" y="913"/>
                    <a:pt x="288" y="89"/>
                  </a:cubicBezTo>
                  <a:cubicBezTo>
                    <a:pt x="270" y="33"/>
                    <a:pt x="210" y="0"/>
                    <a:pt x="153" y="0"/>
                  </a:cubicBezTo>
                  <a:close/>
                </a:path>
              </a:pathLst>
            </a:custGeom>
            <a:solidFill>
              <a:schemeClr val="dk1"/>
            </a:solidFill>
            <a:ln>
              <a:noFill/>
            </a:ln>
          </p:spPr>
          <p:txBody>
            <a:bodyPr spcFirstLastPara="1" wrap="square" lIns="91425" tIns="91425" rIns="91425" bIns="91425" anchor="ctr" anchorCtr="0">
              <a:noAutofit/>
            </a:bodyPr>
            <a:lstStyle/>
            <a:p>
              <a:pPr algn="l" rtl="0"/>
              <a:endParaRPr/>
            </a:p>
          </p:txBody>
        </p:sp>
        <p:sp>
          <p:nvSpPr>
            <p:cNvPr id="2361" name="Google Shape;2361;p41"/>
            <p:cNvSpPr/>
            <p:nvPr/>
          </p:nvSpPr>
          <p:spPr>
            <a:xfrm>
              <a:off x="807055" y="568857"/>
              <a:ext cx="46775" cy="109070"/>
            </a:xfrm>
            <a:custGeom>
              <a:avLst/>
              <a:gdLst/>
              <a:ahLst/>
              <a:cxnLst/>
              <a:rect l="l" t="t" r="r" b="b"/>
              <a:pathLst>
                <a:path w="877" h="2045" extrusionOk="0">
                  <a:moveTo>
                    <a:pt x="184" y="0"/>
                  </a:moveTo>
                  <a:cubicBezTo>
                    <a:pt x="94" y="0"/>
                    <a:pt x="1" y="82"/>
                    <a:pt x="44" y="192"/>
                  </a:cubicBezTo>
                  <a:lnTo>
                    <a:pt x="400" y="1115"/>
                  </a:lnTo>
                  <a:cubicBezTo>
                    <a:pt x="453" y="1250"/>
                    <a:pt x="523" y="1388"/>
                    <a:pt x="553" y="1530"/>
                  </a:cubicBezTo>
                  <a:cubicBezTo>
                    <a:pt x="570" y="1606"/>
                    <a:pt x="570" y="1750"/>
                    <a:pt x="471" y="1760"/>
                  </a:cubicBezTo>
                  <a:cubicBezTo>
                    <a:pt x="295" y="1781"/>
                    <a:pt x="317" y="2045"/>
                    <a:pt x="482" y="2045"/>
                  </a:cubicBezTo>
                  <a:cubicBezTo>
                    <a:pt x="488" y="2045"/>
                    <a:pt x="493" y="2045"/>
                    <a:pt x="499" y="2044"/>
                  </a:cubicBezTo>
                  <a:cubicBezTo>
                    <a:pt x="673" y="2024"/>
                    <a:pt x="799" y="1884"/>
                    <a:pt x="836" y="1718"/>
                  </a:cubicBezTo>
                  <a:cubicBezTo>
                    <a:pt x="877" y="1539"/>
                    <a:pt x="799" y="1358"/>
                    <a:pt x="735" y="1195"/>
                  </a:cubicBezTo>
                  <a:cubicBezTo>
                    <a:pt x="593" y="827"/>
                    <a:pt x="450" y="456"/>
                    <a:pt x="308" y="88"/>
                  </a:cubicBezTo>
                  <a:cubicBezTo>
                    <a:pt x="284" y="26"/>
                    <a:pt x="235" y="0"/>
                    <a:pt x="184" y="0"/>
                  </a:cubicBezTo>
                  <a:close/>
                </a:path>
              </a:pathLst>
            </a:custGeom>
            <a:solidFill>
              <a:schemeClr val="dk1"/>
            </a:solidFill>
            <a:ln>
              <a:noFill/>
            </a:ln>
          </p:spPr>
          <p:txBody>
            <a:bodyPr spcFirstLastPara="1" wrap="square" lIns="91425" tIns="91425" rIns="91425" bIns="91425" anchor="ctr" anchorCtr="0">
              <a:noAutofit/>
            </a:bodyPr>
            <a:lstStyle/>
            <a:p>
              <a:pPr algn="l" rtl="0"/>
              <a:endParaRPr/>
            </a:p>
          </p:txBody>
        </p:sp>
        <p:sp>
          <p:nvSpPr>
            <p:cNvPr id="2362" name="Google Shape;2362;p41"/>
            <p:cNvSpPr/>
            <p:nvPr/>
          </p:nvSpPr>
          <p:spPr>
            <a:xfrm>
              <a:off x="503795" y="353332"/>
              <a:ext cx="68695" cy="81923"/>
            </a:xfrm>
            <a:custGeom>
              <a:avLst/>
              <a:gdLst/>
              <a:ahLst/>
              <a:cxnLst/>
              <a:rect l="l" t="t" r="r" b="b"/>
              <a:pathLst>
                <a:path w="1288" h="1536" extrusionOk="0">
                  <a:moveTo>
                    <a:pt x="1122" y="1"/>
                  </a:moveTo>
                  <a:cubicBezTo>
                    <a:pt x="1105" y="1"/>
                    <a:pt x="1089" y="4"/>
                    <a:pt x="1073" y="12"/>
                  </a:cubicBezTo>
                  <a:cubicBezTo>
                    <a:pt x="782" y="156"/>
                    <a:pt x="520" y="347"/>
                    <a:pt x="304" y="590"/>
                  </a:cubicBezTo>
                  <a:cubicBezTo>
                    <a:pt x="104" y="815"/>
                    <a:pt x="1" y="1109"/>
                    <a:pt x="66" y="1408"/>
                  </a:cubicBezTo>
                  <a:cubicBezTo>
                    <a:pt x="81" y="1478"/>
                    <a:pt x="132" y="1535"/>
                    <a:pt x="206" y="1535"/>
                  </a:cubicBezTo>
                  <a:cubicBezTo>
                    <a:pt x="212" y="1535"/>
                    <a:pt x="217" y="1535"/>
                    <a:pt x="222" y="1534"/>
                  </a:cubicBezTo>
                  <a:cubicBezTo>
                    <a:pt x="292" y="1527"/>
                    <a:pt x="364" y="1454"/>
                    <a:pt x="348" y="1378"/>
                  </a:cubicBezTo>
                  <a:cubicBezTo>
                    <a:pt x="295" y="1135"/>
                    <a:pt x="377" y="930"/>
                    <a:pt x="541" y="749"/>
                  </a:cubicBezTo>
                  <a:cubicBezTo>
                    <a:pt x="720" y="554"/>
                    <a:pt x="940" y="393"/>
                    <a:pt x="1178" y="276"/>
                  </a:cubicBezTo>
                  <a:cubicBezTo>
                    <a:pt x="1247" y="242"/>
                    <a:pt x="1287" y="168"/>
                    <a:pt x="1257" y="93"/>
                  </a:cubicBezTo>
                  <a:cubicBezTo>
                    <a:pt x="1237" y="41"/>
                    <a:pt x="1179" y="1"/>
                    <a:pt x="1122" y="1"/>
                  </a:cubicBezTo>
                  <a:close/>
                </a:path>
              </a:pathLst>
            </a:custGeom>
            <a:solidFill>
              <a:schemeClr val="dk1"/>
            </a:solidFill>
            <a:ln>
              <a:noFill/>
            </a:ln>
          </p:spPr>
          <p:txBody>
            <a:bodyPr spcFirstLastPara="1" wrap="square" lIns="91425" tIns="91425" rIns="91425" bIns="91425" anchor="ctr" anchorCtr="0">
              <a:noAutofit/>
            </a:bodyPr>
            <a:lstStyle/>
            <a:p>
              <a:pPr algn="l" rtl="0"/>
              <a:endParaRPr/>
            </a:p>
          </p:txBody>
        </p:sp>
        <p:sp>
          <p:nvSpPr>
            <p:cNvPr id="2363" name="Google Shape;2363;p41"/>
            <p:cNvSpPr/>
            <p:nvPr/>
          </p:nvSpPr>
          <p:spPr>
            <a:xfrm>
              <a:off x="810682" y="1144871"/>
              <a:ext cx="155472" cy="192913"/>
            </a:xfrm>
            <a:custGeom>
              <a:avLst/>
              <a:gdLst/>
              <a:ahLst/>
              <a:cxnLst/>
              <a:rect l="l" t="t" r="r" b="b"/>
              <a:pathLst>
                <a:path w="2915" h="3617" extrusionOk="0">
                  <a:moveTo>
                    <a:pt x="184" y="1"/>
                  </a:moveTo>
                  <a:cubicBezTo>
                    <a:pt x="93" y="1"/>
                    <a:pt x="0" y="82"/>
                    <a:pt x="43" y="191"/>
                  </a:cubicBezTo>
                  <a:cubicBezTo>
                    <a:pt x="300" y="827"/>
                    <a:pt x="557" y="1465"/>
                    <a:pt x="814" y="2103"/>
                  </a:cubicBezTo>
                  <a:cubicBezTo>
                    <a:pt x="938" y="2410"/>
                    <a:pt x="1050" y="2725"/>
                    <a:pt x="1190" y="3025"/>
                  </a:cubicBezTo>
                  <a:cubicBezTo>
                    <a:pt x="1319" y="3303"/>
                    <a:pt x="1514" y="3512"/>
                    <a:pt x="1817" y="3588"/>
                  </a:cubicBezTo>
                  <a:cubicBezTo>
                    <a:pt x="1895" y="3608"/>
                    <a:pt x="1973" y="3616"/>
                    <a:pt x="2051" y="3616"/>
                  </a:cubicBezTo>
                  <a:cubicBezTo>
                    <a:pt x="2314" y="3616"/>
                    <a:pt x="2573" y="3517"/>
                    <a:pt x="2804" y="3395"/>
                  </a:cubicBezTo>
                  <a:cubicBezTo>
                    <a:pt x="2872" y="3360"/>
                    <a:pt x="2914" y="3289"/>
                    <a:pt x="2884" y="3211"/>
                  </a:cubicBezTo>
                  <a:cubicBezTo>
                    <a:pt x="2865" y="3162"/>
                    <a:pt x="2806" y="3120"/>
                    <a:pt x="2749" y="3120"/>
                  </a:cubicBezTo>
                  <a:cubicBezTo>
                    <a:pt x="2732" y="3120"/>
                    <a:pt x="2715" y="3123"/>
                    <a:pt x="2700" y="3131"/>
                  </a:cubicBezTo>
                  <a:cubicBezTo>
                    <a:pt x="2502" y="3237"/>
                    <a:pt x="2284" y="3332"/>
                    <a:pt x="2056" y="3332"/>
                  </a:cubicBezTo>
                  <a:cubicBezTo>
                    <a:pt x="2012" y="3332"/>
                    <a:pt x="1968" y="3329"/>
                    <a:pt x="1924" y="3321"/>
                  </a:cubicBezTo>
                  <a:cubicBezTo>
                    <a:pt x="1668" y="3276"/>
                    <a:pt x="1528" y="3094"/>
                    <a:pt x="1429" y="2867"/>
                  </a:cubicBezTo>
                  <a:cubicBezTo>
                    <a:pt x="1305" y="2582"/>
                    <a:pt x="1195" y="2289"/>
                    <a:pt x="1078" y="2001"/>
                  </a:cubicBezTo>
                  <a:cubicBezTo>
                    <a:pt x="958" y="1699"/>
                    <a:pt x="836" y="1398"/>
                    <a:pt x="715" y="1097"/>
                  </a:cubicBezTo>
                  <a:lnTo>
                    <a:pt x="309" y="87"/>
                  </a:lnTo>
                  <a:cubicBezTo>
                    <a:pt x="284" y="26"/>
                    <a:pt x="235" y="1"/>
                    <a:pt x="184" y="1"/>
                  </a:cubicBezTo>
                  <a:close/>
                </a:path>
              </a:pathLst>
            </a:custGeom>
            <a:solidFill>
              <a:schemeClr val="dk1"/>
            </a:solidFill>
            <a:ln>
              <a:noFill/>
            </a:ln>
          </p:spPr>
          <p:txBody>
            <a:bodyPr spcFirstLastPara="1" wrap="square" lIns="91425" tIns="91425" rIns="91425" bIns="91425" anchor="ctr" anchorCtr="0">
              <a:noAutofit/>
            </a:bodyPr>
            <a:lstStyle/>
            <a:p>
              <a:pPr algn="l" rtl="0"/>
              <a:endParaRPr/>
            </a:p>
          </p:txBody>
        </p:sp>
        <p:sp>
          <p:nvSpPr>
            <p:cNvPr id="2364" name="Google Shape;2364;p41"/>
            <p:cNvSpPr/>
            <p:nvPr/>
          </p:nvSpPr>
          <p:spPr>
            <a:xfrm>
              <a:off x="824923" y="852491"/>
              <a:ext cx="68589" cy="142138"/>
            </a:xfrm>
            <a:custGeom>
              <a:avLst/>
              <a:gdLst/>
              <a:ahLst/>
              <a:cxnLst/>
              <a:rect l="l" t="t" r="r" b="b"/>
              <a:pathLst>
                <a:path w="1286" h="2665" extrusionOk="0">
                  <a:moveTo>
                    <a:pt x="185" y="1"/>
                  </a:moveTo>
                  <a:cubicBezTo>
                    <a:pt x="95" y="1"/>
                    <a:pt x="1" y="83"/>
                    <a:pt x="44" y="192"/>
                  </a:cubicBezTo>
                  <a:lnTo>
                    <a:pt x="978" y="2577"/>
                  </a:lnTo>
                  <a:cubicBezTo>
                    <a:pt x="1001" y="2639"/>
                    <a:pt x="1051" y="2665"/>
                    <a:pt x="1102" y="2665"/>
                  </a:cubicBezTo>
                  <a:cubicBezTo>
                    <a:pt x="1192" y="2665"/>
                    <a:pt x="1285" y="2583"/>
                    <a:pt x="1242" y="2473"/>
                  </a:cubicBezTo>
                  <a:lnTo>
                    <a:pt x="308" y="88"/>
                  </a:lnTo>
                  <a:cubicBezTo>
                    <a:pt x="285" y="27"/>
                    <a:pt x="235" y="1"/>
                    <a:pt x="185" y="1"/>
                  </a:cubicBezTo>
                  <a:close/>
                </a:path>
              </a:pathLst>
            </a:custGeom>
            <a:solidFill>
              <a:schemeClr val="dk1"/>
            </a:solidFill>
            <a:ln>
              <a:noFill/>
            </a:ln>
          </p:spPr>
          <p:txBody>
            <a:bodyPr spcFirstLastPara="1" wrap="square" lIns="91425" tIns="91425" rIns="91425" bIns="91425" anchor="ctr" anchorCtr="0">
              <a:noAutofit/>
            </a:bodyPr>
            <a:lstStyle/>
            <a:p>
              <a:pPr algn="l" rtl="0"/>
              <a:endParaRPr/>
            </a:p>
          </p:txBody>
        </p:sp>
        <p:sp>
          <p:nvSpPr>
            <p:cNvPr id="2365" name="Google Shape;2365;p41"/>
            <p:cNvSpPr/>
            <p:nvPr/>
          </p:nvSpPr>
          <p:spPr>
            <a:xfrm>
              <a:off x="891804" y="1018521"/>
              <a:ext cx="33761" cy="57495"/>
            </a:xfrm>
            <a:custGeom>
              <a:avLst/>
              <a:gdLst/>
              <a:ahLst/>
              <a:cxnLst/>
              <a:rect l="l" t="t" r="r" b="b"/>
              <a:pathLst>
                <a:path w="633" h="1078" extrusionOk="0">
                  <a:moveTo>
                    <a:pt x="159" y="0"/>
                  </a:moveTo>
                  <a:cubicBezTo>
                    <a:pt x="143" y="0"/>
                    <a:pt x="126" y="3"/>
                    <a:pt x="110" y="10"/>
                  </a:cubicBezTo>
                  <a:cubicBezTo>
                    <a:pt x="41" y="42"/>
                    <a:pt x="0" y="120"/>
                    <a:pt x="30" y="194"/>
                  </a:cubicBezTo>
                  <a:lnTo>
                    <a:pt x="341" y="987"/>
                  </a:lnTo>
                  <a:cubicBezTo>
                    <a:pt x="361" y="1040"/>
                    <a:pt x="418" y="1078"/>
                    <a:pt x="476" y="1078"/>
                  </a:cubicBezTo>
                  <a:cubicBezTo>
                    <a:pt x="492" y="1078"/>
                    <a:pt x="509" y="1075"/>
                    <a:pt x="525" y="1068"/>
                  </a:cubicBezTo>
                  <a:cubicBezTo>
                    <a:pt x="594" y="1036"/>
                    <a:pt x="633" y="958"/>
                    <a:pt x="605" y="884"/>
                  </a:cubicBezTo>
                  <a:lnTo>
                    <a:pt x="294" y="92"/>
                  </a:lnTo>
                  <a:cubicBezTo>
                    <a:pt x="274" y="38"/>
                    <a:pt x="217" y="0"/>
                    <a:pt x="159" y="0"/>
                  </a:cubicBezTo>
                  <a:close/>
                </a:path>
              </a:pathLst>
            </a:custGeom>
            <a:solidFill>
              <a:schemeClr val="dk1"/>
            </a:solidFill>
            <a:ln>
              <a:noFill/>
            </a:ln>
          </p:spPr>
          <p:txBody>
            <a:bodyPr spcFirstLastPara="1" wrap="square" lIns="91425" tIns="91425" rIns="91425" bIns="91425" anchor="ctr" anchorCtr="0">
              <a:noAutofit/>
            </a:bodyPr>
            <a:lstStyle/>
            <a:p>
              <a:pPr algn="l" rtl="0"/>
              <a:endParaRPr/>
            </a:p>
          </p:txBody>
        </p:sp>
      </p:grpSp>
      <p:sp>
        <p:nvSpPr>
          <p:cNvPr id="2379" name="Google Shape;2379;p41"/>
          <p:cNvSpPr/>
          <p:nvPr/>
        </p:nvSpPr>
        <p:spPr>
          <a:xfrm>
            <a:off x="6891816" y="2011212"/>
            <a:ext cx="207420" cy="186779"/>
          </a:xfrm>
          <a:custGeom>
            <a:avLst/>
            <a:gdLst/>
            <a:ahLst/>
            <a:cxnLst/>
            <a:rect l="l" t="t" r="r" b="b"/>
            <a:pathLst>
              <a:path w="3889" h="3502" extrusionOk="0">
                <a:moveTo>
                  <a:pt x="1944" y="1"/>
                </a:moveTo>
                <a:cubicBezTo>
                  <a:pt x="1791" y="1"/>
                  <a:pt x="1637" y="81"/>
                  <a:pt x="1558" y="241"/>
                </a:cubicBezTo>
                <a:lnTo>
                  <a:pt x="1330" y="702"/>
                </a:lnTo>
                <a:cubicBezTo>
                  <a:pt x="1268" y="830"/>
                  <a:pt x="1145" y="918"/>
                  <a:pt x="1005" y="938"/>
                </a:cubicBezTo>
                <a:lnTo>
                  <a:pt x="497" y="1012"/>
                </a:lnTo>
                <a:cubicBezTo>
                  <a:pt x="142" y="1063"/>
                  <a:pt x="0" y="1498"/>
                  <a:pt x="257" y="1748"/>
                </a:cubicBezTo>
                <a:lnTo>
                  <a:pt x="624" y="2107"/>
                </a:lnTo>
                <a:cubicBezTo>
                  <a:pt x="727" y="2206"/>
                  <a:pt x="773" y="2348"/>
                  <a:pt x="748" y="2488"/>
                </a:cubicBezTo>
                <a:lnTo>
                  <a:pt x="661" y="2995"/>
                </a:lnTo>
                <a:cubicBezTo>
                  <a:pt x="614" y="3274"/>
                  <a:pt x="836" y="3501"/>
                  <a:pt x="1088" y="3501"/>
                </a:cubicBezTo>
                <a:cubicBezTo>
                  <a:pt x="1154" y="3501"/>
                  <a:pt x="1223" y="3485"/>
                  <a:pt x="1289" y="3450"/>
                </a:cubicBezTo>
                <a:lnTo>
                  <a:pt x="1744" y="3211"/>
                </a:lnTo>
                <a:cubicBezTo>
                  <a:pt x="1806" y="3178"/>
                  <a:pt x="1875" y="3162"/>
                  <a:pt x="1944" y="3162"/>
                </a:cubicBezTo>
                <a:cubicBezTo>
                  <a:pt x="2013" y="3162"/>
                  <a:pt x="2082" y="3178"/>
                  <a:pt x="2145" y="3211"/>
                </a:cubicBezTo>
                <a:lnTo>
                  <a:pt x="2600" y="3450"/>
                </a:lnTo>
                <a:cubicBezTo>
                  <a:pt x="2666" y="3485"/>
                  <a:pt x="2735" y="3501"/>
                  <a:pt x="2801" y="3501"/>
                </a:cubicBezTo>
                <a:cubicBezTo>
                  <a:pt x="3053" y="3501"/>
                  <a:pt x="3273" y="3274"/>
                  <a:pt x="3226" y="2995"/>
                </a:cubicBezTo>
                <a:lnTo>
                  <a:pt x="3139" y="2488"/>
                </a:lnTo>
                <a:cubicBezTo>
                  <a:pt x="3116" y="2348"/>
                  <a:pt x="3162" y="2206"/>
                  <a:pt x="3263" y="2107"/>
                </a:cubicBezTo>
                <a:lnTo>
                  <a:pt x="3631" y="1748"/>
                </a:lnTo>
                <a:cubicBezTo>
                  <a:pt x="3888" y="1498"/>
                  <a:pt x="3747" y="1063"/>
                  <a:pt x="3392" y="1012"/>
                </a:cubicBezTo>
                <a:lnTo>
                  <a:pt x="2884" y="938"/>
                </a:lnTo>
                <a:cubicBezTo>
                  <a:pt x="2744" y="918"/>
                  <a:pt x="2621" y="830"/>
                  <a:pt x="2559" y="702"/>
                </a:cubicBezTo>
                <a:lnTo>
                  <a:pt x="2331" y="241"/>
                </a:lnTo>
                <a:cubicBezTo>
                  <a:pt x="2252" y="81"/>
                  <a:pt x="2098" y="1"/>
                  <a:pt x="1944" y="1"/>
                </a:cubicBezTo>
                <a:close/>
              </a:path>
            </a:pathLst>
          </a:custGeom>
          <a:solidFill>
            <a:schemeClr val="accent1"/>
          </a:solidFill>
          <a:ln>
            <a:noFill/>
          </a:ln>
        </p:spPr>
        <p:txBody>
          <a:bodyPr spcFirstLastPara="1" wrap="square" lIns="91425" tIns="91425" rIns="91425" bIns="91425" anchor="ctr" anchorCtr="0">
            <a:noAutofit/>
          </a:bodyPr>
          <a:lstStyle/>
          <a:p>
            <a:pPr algn="l" rtl="0"/>
            <a:endParaRPr/>
          </a:p>
        </p:txBody>
      </p:sp>
      <p:sp>
        <p:nvSpPr>
          <p:cNvPr id="2380" name="Google Shape;2380;p41"/>
          <p:cNvSpPr/>
          <p:nvPr/>
        </p:nvSpPr>
        <p:spPr>
          <a:xfrm>
            <a:off x="915966" y="2011212"/>
            <a:ext cx="207420" cy="186779"/>
          </a:xfrm>
          <a:custGeom>
            <a:avLst/>
            <a:gdLst/>
            <a:ahLst/>
            <a:cxnLst/>
            <a:rect l="l" t="t" r="r" b="b"/>
            <a:pathLst>
              <a:path w="3889" h="3502" extrusionOk="0">
                <a:moveTo>
                  <a:pt x="1944" y="1"/>
                </a:moveTo>
                <a:cubicBezTo>
                  <a:pt x="1791" y="1"/>
                  <a:pt x="1637" y="81"/>
                  <a:pt x="1558" y="241"/>
                </a:cubicBezTo>
                <a:lnTo>
                  <a:pt x="1330" y="702"/>
                </a:lnTo>
                <a:cubicBezTo>
                  <a:pt x="1268" y="830"/>
                  <a:pt x="1145" y="918"/>
                  <a:pt x="1005" y="938"/>
                </a:cubicBezTo>
                <a:lnTo>
                  <a:pt x="497" y="1012"/>
                </a:lnTo>
                <a:cubicBezTo>
                  <a:pt x="142" y="1063"/>
                  <a:pt x="0" y="1498"/>
                  <a:pt x="257" y="1748"/>
                </a:cubicBezTo>
                <a:lnTo>
                  <a:pt x="624" y="2107"/>
                </a:lnTo>
                <a:cubicBezTo>
                  <a:pt x="727" y="2206"/>
                  <a:pt x="773" y="2348"/>
                  <a:pt x="748" y="2488"/>
                </a:cubicBezTo>
                <a:lnTo>
                  <a:pt x="661" y="2995"/>
                </a:lnTo>
                <a:cubicBezTo>
                  <a:pt x="614" y="3274"/>
                  <a:pt x="836" y="3501"/>
                  <a:pt x="1088" y="3501"/>
                </a:cubicBezTo>
                <a:cubicBezTo>
                  <a:pt x="1154" y="3501"/>
                  <a:pt x="1223" y="3485"/>
                  <a:pt x="1289" y="3450"/>
                </a:cubicBezTo>
                <a:lnTo>
                  <a:pt x="1744" y="3211"/>
                </a:lnTo>
                <a:cubicBezTo>
                  <a:pt x="1806" y="3178"/>
                  <a:pt x="1875" y="3162"/>
                  <a:pt x="1944" y="3162"/>
                </a:cubicBezTo>
                <a:cubicBezTo>
                  <a:pt x="2013" y="3162"/>
                  <a:pt x="2082" y="3178"/>
                  <a:pt x="2145" y="3211"/>
                </a:cubicBezTo>
                <a:lnTo>
                  <a:pt x="2600" y="3450"/>
                </a:lnTo>
                <a:cubicBezTo>
                  <a:pt x="2666" y="3485"/>
                  <a:pt x="2735" y="3501"/>
                  <a:pt x="2801" y="3501"/>
                </a:cubicBezTo>
                <a:cubicBezTo>
                  <a:pt x="3053" y="3501"/>
                  <a:pt x="3273" y="3274"/>
                  <a:pt x="3226" y="2995"/>
                </a:cubicBezTo>
                <a:lnTo>
                  <a:pt x="3139" y="2488"/>
                </a:lnTo>
                <a:cubicBezTo>
                  <a:pt x="3116" y="2348"/>
                  <a:pt x="3162" y="2206"/>
                  <a:pt x="3263" y="2107"/>
                </a:cubicBezTo>
                <a:lnTo>
                  <a:pt x="3631" y="1748"/>
                </a:lnTo>
                <a:cubicBezTo>
                  <a:pt x="3888" y="1498"/>
                  <a:pt x="3747" y="1063"/>
                  <a:pt x="3392" y="1012"/>
                </a:cubicBezTo>
                <a:lnTo>
                  <a:pt x="2884" y="938"/>
                </a:lnTo>
                <a:cubicBezTo>
                  <a:pt x="2744" y="918"/>
                  <a:pt x="2621" y="830"/>
                  <a:pt x="2559" y="702"/>
                </a:cubicBezTo>
                <a:lnTo>
                  <a:pt x="2331" y="241"/>
                </a:lnTo>
                <a:cubicBezTo>
                  <a:pt x="2252" y="81"/>
                  <a:pt x="2098" y="1"/>
                  <a:pt x="1944" y="1"/>
                </a:cubicBezTo>
                <a:close/>
              </a:path>
            </a:pathLst>
          </a:custGeom>
          <a:solidFill>
            <a:schemeClr val="dk2"/>
          </a:solidFill>
          <a:ln>
            <a:noFill/>
          </a:ln>
        </p:spPr>
        <p:txBody>
          <a:bodyPr spcFirstLastPara="1" wrap="square" lIns="91425" tIns="91425" rIns="91425" bIns="91425" anchor="ctr" anchorCtr="0">
            <a:noAutofit/>
          </a:bodyPr>
          <a:lstStyle/>
          <a:p>
            <a:pPr algn="l" rtl="0"/>
            <a:endParaRPr/>
          </a:p>
        </p:txBody>
      </p:sp>
      <p:sp>
        <p:nvSpPr>
          <p:cNvPr id="2381" name="Google Shape;2381;p41"/>
          <p:cNvSpPr/>
          <p:nvPr/>
        </p:nvSpPr>
        <p:spPr>
          <a:xfrm>
            <a:off x="1360428" y="1645612"/>
            <a:ext cx="207420" cy="186779"/>
          </a:xfrm>
          <a:custGeom>
            <a:avLst/>
            <a:gdLst/>
            <a:ahLst/>
            <a:cxnLst/>
            <a:rect l="l" t="t" r="r" b="b"/>
            <a:pathLst>
              <a:path w="3889" h="3502" extrusionOk="0">
                <a:moveTo>
                  <a:pt x="1944" y="1"/>
                </a:moveTo>
                <a:cubicBezTo>
                  <a:pt x="1791" y="1"/>
                  <a:pt x="1637" y="81"/>
                  <a:pt x="1558" y="241"/>
                </a:cubicBezTo>
                <a:lnTo>
                  <a:pt x="1330" y="702"/>
                </a:lnTo>
                <a:cubicBezTo>
                  <a:pt x="1268" y="830"/>
                  <a:pt x="1145" y="918"/>
                  <a:pt x="1005" y="938"/>
                </a:cubicBezTo>
                <a:lnTo>
                  <a:pt x="497" y="1012"/>
                </a:lnTo>
                <a:cubicBezTo>
                  <a:pt x="142" y="1063"/>
                  <a:pt x="0" y="1498"/>
                  <a:pt x="257" y="1748"/>
                </a:cubicBezTo>
                <a:lnTo>
                  <a:pt x="624" y="2107"/>
                </a:lnTo>
                <a:cubicBezTo>
                  <a:pt x="727" y="2206"/>
                  <a:pt x="773" y="2348"/>
                  <a:pt x="748" y="2488"/>
                </a:cubicBezTo>
                <a:lnTo>
                  <a:pt x="661" y="2995"/>
                </a:lnTo>
                <a:cubicBezTo>
                  <a:pt x="614" y="3274"/>
                  <a:pt x="836" y="3501"/>
                  <a:pt x="1088" y="3501"/>
                </a:cubicBezTo>
                <a:cubicBezTo>
                  <a:pt x="1154" y="3501"/>
                  <a:pt x="1223" y="3485"/>
                  <a:pt x="1289" y="3450"/>
                </a:cubicBezTo>
                <a:lnTo>
                  <a:pt x="1744" y="3211"/>
                </a:lnTo>
                <a:cubicBezTo>
                  <a:pt x="1806" y="3178"/>
                  <a:pt x="1875" y="3162"/>
                  <a:pt x="1944" y="3162"/>
                </a:cubicBezTo>
                <a:cubicBezTo>
                  <a:pt x="2013" y="3162"/>
                  <a:pt x="2082" y="3178"/>
                  <a:pt x="2145" y="3211"/>
                </a:cubicBezTo>
                <a:lnTo>
                  <a:pt x="2600" y="3450"/>
                </a:lnTo>
                <a:cubicBezTo>
                  <a:pt x="2666" y="3485"/>
                  <a:pt x="2735" y="3501"/>
                  <a:pt x="2801" y="3501"/>
                </a:cubicBezTo>
                <a:cubicBezTo>
                  <a:pt x="3053" y="3501"/>
                  <a:pt x="3273" y="3274"/>
                  <a:pt x="3226" y="2995"/>
                </a:cubicBezTo>
                <a:lnTo>
                  <a:pt x="3139" y="2488"/>
                </a:lnTo>
                <a:cubicBezTo>
                  <a:pt x="3116" y="2348"/>
                  <a:pt x="3162" y="2206"/>
                  <a:pt x="3263" y="2107"/>
                </a:cubicBezTo>
                <a:lnTo>
                  <a:pt x="3631" y="1748"/>
                </a:lnTo>
                <a:cubicBezTo>
                  <a:pt x="3888" y="1498"/>
                  <a:pt x="3747" y="1063"/>
                  <a:pt x="3392" y="1012"/>
                </a:cubicBezTo>
                <a:lnTo>
                  <a:pt x="2884" y="938"/>
                </a:lnTo>
                <a:cubicBezTo>
                  <a:pt x="2744" y="918"/>
                  <a:pt x="2621" y="830"/>
                  <a:pt x="2559" y="702"/>
                </a:cubicBezTo>
                <a:lnTo>
                  <a:pt x="2331" y="241"/>
                </a:lnTo>
                <a:cubicBezTo>
                  <a:pt x="2252" y="81"/>
                  <a:pt x="2098" y="1"/>
                  <a:pt x="1944" y="1"/>
                </a:cubicBezTo>
                <a:close/>
              </a:path>
            </a:pathLst>
          </a:custGeom>
          <a:solidFill>
            <a:schemeClr val="accent2"/>
          </a:solidFill>
          <a:ln>
            <a:noFill/>
          </a:ln>
        </p:spPr>
        <p:txBody>
          <a:bodyPr spcFirstLastPara="1" wrap="square" lIns="91425" tIns="91425" rIns="91425" bIns="91425" anchor="ctr" anchorCtr="0">
            <a:noAutofit/>
          </a:bodyPr>
          <a:lstStyle/>
          <a:p>
            <a:pPr algn="l" rtl="0"/>
            <a:endParaRPr/>
          </a:p>
        </p:txBody>
      </p:sp>
      <p:sp>
        <p:nvSpPr>
          <p:cNvPr id="2382" name="Google Shape;2382;p41"/>
          <p:cNvSpPr/>
          <p:nvPr/>
        </p:nvSpPr>
        <p:spPr>
          <a:xfrm>
            <a:off x="6474866" y="1687787"/>
            <a:ext cx="207420" cy="186779"/>
          </a:xfrm>
          <a:custGeom>
            <a:avLst/>
            <a:gdLst/>
            <a:ahLst/>
            <a:cxnLst/>
            <a:rect l="l" t="t" r="r" b="b"/>
            <a:pathLst>
              <a:path w="3889" h="3502" extrusionOk="0">
                <a:moveTo>
                  <a:pt x="1944" y="1"/>
                </a:moveTo>
                <a:cubicBezTo>
                  <a:pt x="1791" y="1"/>
                  <a:pt x="1637" y="81"/>
                  <a:pt x="1558" y="241"/>
                </a:cubicBezTo>
                <a:lnTo>
                  <a:pt x="1330" y="702"/>
                </a:lnTo>
                <a:cubicBezTo>
                  <a:pt x="1268" y="830"/>
                  <a:pt x="1145" y="918"/>
                  <a:pt x="1005" y="938"/>
                </a:cubicBezTo>
                <a:lnTo>
                  <a:pt x="497" y="1012"/>
                </a:lnTo>
                <a:cubicBezTo>
                  <a:pt x="142" y="1063"/>
                  <a:pt x="0" y="1498"/>
                  <a:pt x="257" y="1748"/>
                </a:cubicBezTo>
                <a:lnTo>
                  <a:pt x="624" y="2107"/>
                </a:lnTo>
                <a:cubicBezTo>
                  <a:pt x="727" y="2206"/>
                  <a:pt x="773" y="2348"/>
                  <a:pt x="748" y="2488"/>
                </a:cubicBezTo>
                <a:lnTo>
                  <a:pt x="661" y="2995"/>
                </a:lnTo>
                <a:cubicBezTo>
                  <a:pt x="614" y="3274"/>
                  <a:pt x="836" y="3501"/>
                  <a:pt x="1088" y="3501"/>
                </a:cubicBezTo>
                <a:cubicBezTo>
                  <a:pt x="1154" y="3501"/>
                  <a:pt x="1223" y="3485"/>
                  <a:pt x="1289" y="3450"/>
                </a:cubicBezTo>
                <a:lnTo>
                  <a:pt x="1744" y="3211"/>
                </a:lnTo>
                <a:cubicBezTo>
                  <a:pt x="1806" y="3178"/>
                  <a:pt x="1875" y="3162"/>
                  <a:pt x="1944" y="3162"/>
                </a:cubicBezTo>
                <a:cubicBezTo>
                  <a:pt x="2013" y="3162"/>
                  <a:pt x="2082" y="3178"/>
                  <a:pt x="2145" y="3211"/>
                </a:cubicBezTo>
                <a:lnTo>
                  <a:pt x="2600" y="3450"/>
                </a:lnTo>
                <a:cubicBezTo>
                  <a:pt x="2666" y="3485"/>
                  <a:pt x="2735" y="3501"/>
                  <a:pt x="2801" y="3501"/>
                </a:cubicBezTo>
                <a:cubicBezTo>
                  <a:pt x="3053" y="3501"/>
                  <a:pt x="3273" y="3274"/>
                  <a:pt x="3226" y="2995"/>
                </a:cubicBezTo>
                <a:lnTo>
                  <a:pt x="3139" y="2488"/>
                </a:lnTo>
                <a:cubicBezTo>
                  <a:pt x="3116" y="2348"/>
                  <a:pt x="3162" y="2206"/>
                  <a:pt x="3263" y="2107"/>
                </a:cubicBezTo>
                <a:lnTo>
                  <a:pt x="3631" y="1748"/>
                </a:lnTo>
                <a:cubicBezTo>
                  <a:pt x="3888" y="1498"/>
                  <a:pt x="3747" y="1063"/>
                  <a:pt x="3392" y="1012"/>
                </a:cubicBezTo>
                <a:lnTo>
                  <a:pt x="2884" y="938"/>
                </a:lnTo>
                <a:cubicBezTo>
                  <a:pt x="2744" y="918"/>
                  <a:pt x="2621" y="830"/>
                  <a:pt x="2559" y="702"/>
                </a:cubicBezTo>
                <a:lnTo>
                  <a:pt x="2331" y="241"/>
                </a:lnTo>
                <a:cubicBezTo>
                  <a:pt x="2252" y="81"/>
                  <a:pt x="2098" y="1"/>
                  <a:pt x="1944" y="1"/>
                </a:cubicBezTo>
                <a:close/>
              </a:path>
            </a:pathLst>
          </a:custGeom>
          <a:solidFill>
            <a:schemeClr val="lt2"/>
          </a:solidFill>
          <a:ln>
            <a:noFill/>
          </a:ln>
        </p:spPr>
        <p:txBody>
          <a:bodyPr spcFirstLastPara="1" wrap="square" lIns="91425" tIns="91425" rIns="91425" bIns="91425" anchor="ctr" anchorCtr="0">
            <a:noAutofit/>
          </a:bodyPr>
          <a:lstStyle/>
          <a:p>
            <a:pPr algn="l" rtl="0"/>
            <a:endParaRPr/>
          </a:p>
        </p:txBody>
      </p:sp>
      <p:pic>
        <p:nvPicPr>
          <p:cNvPr id="3" name="Picture 2" descr="A close-up of a graph&#10;&#10;Description automatically generated">
            <a:extLst>
              <a:ext uri="{FF2B5EF4-FFF2-40B4-BE49-F238E27FC236}">
                <a16:creationId xmlns:a16="http://schemas.microsoft.com/office/drawing/2014/main" id="{E76A5914-CC31-40E2-196D-C8A579305B02}"/>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89791" y="1920546"/>
            <a:ext cx="6934936" cy="3319916"/>
          </a:xfrm>
          <a:prstGeom prst="rect">
            <a:avLst/>
          </a:prstGeom>
          <a:noFill/>
          <a:ln>
            <a:noFill/>
          </a:ln>
        </p:spPr>
      </p:pic>
      <p:sp>
        <p:nvSpPr>
          <p:cNvPr id="2" name="Title 1"/>
          <p:cNvSpPr>
            <a:spLocks noGrp="1"/>
          </p:cNvSpPr>
          <p:nvPr>
            <p:ph type="title"/>
          </p:nvPr>
        </p:nvSpPr>
        <p:spPr/>
        <p:txBody>
          <a:bodyPr/>
          <a:lstStyle/>
          <a:p>
            <a:endParaRPr lang="en-US"/>
          </a:p>
        </p:txBody>
      </p:sp>
      <p:sp>
        <p:nvSpPr>
          <p:cNvPr id="4" name="Content Placeholder 3"/>
          <p:cNvSpPr>
            <a:spLocks noGrp="1"/>
          </p:cNvSpPr>
          <p:nvPr>
            <p:ph idx="1"/>
          </p:nvPr>
        </p:nvSpPr>
        <p:spPr/>
        <p:txBody>
          <a:bodyPr/>
          <a:lstStyle/>
          <a:p>
            <a:endParaRPr lang="en-US"/>
          </a:p>
        </p:txBody>
      </p:sp>
    </p:spTree>
    <p:extLst>
      <p:ext uri="{BB962C8B-B14F-4D97-AF65-F5344CB8AC3E}">
        <p14:creationId xmlns:p14="http://schemas.microsoft.com/office/powerpoint/2010/main" val="21487750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334"/>
        <p:cNvGrpSpPr/>
        <p:nvPr/>
      </p:nvGrpSpPr>
      <p:grpSpPr>
        <a:xfrm>
          <a:off x="0" y="0"/>
          <a:ext cx="0" cy="0"/>
          <a:chOff x="0" y="0"/>
          <a:chExt cx="0" cy="0"/>
        </a:xfrm>
      </p:grpSpPr>
      <p:sp>
        <p:nvSpPr>
          <p:cNvPr id="2379" name="Google Shape;2379;p41"/>
          <p:cNvSpPr/>
          <p:nvPr/>
        </p:nvSpPr>
        <p:spPr>
          <a:xfrm>
            <a:off x="6891816" y="2011212"/>
            <a:ext cx="207420" cy="186779"/>
          </a:xfrm>
          <a:custGeom>
            <a:avLst/>
            <a:gdLst/>
            <a:ahLst/>
            <a:cxnLst/>
            <a:rect l="l" t="t" r="r" b="b"/>
            <a:pathLst>
              <a:path w="3889" h="3502" extrusionOk="0">
                <a:moveTo>
                  <a:pt x="1944" y="1"/>
                </a:moveTo>
                <a:cubicBezTo>
                  <a:pt x="1791" y="1"/>
                  <a:pt x="1637" y="81"/>
                  <a:pt x="1558" y="241"/>
                </a:cubicBezTo>
                <a:lnTo>
                  <a:pt x="1330" y="702"/>
                </a:lnTo>
                <a:cubicBezTo>
                  <a:pt x="1268" y="830"/>
                  <a:pt x="1145" y="918"/>
                  <a:pt x="1005" y="938"/>
                </a:cubicBezTo>
                <a:lnTo>
                  <a:pt x="497" y="1012"/>
                </a:lnTo>
                <a:cubicBezTo>
                  <a:pt x="142" y="1063"/>
                  <a:pt x="0" y="1498"/>
                  <a:pt x="257" y="1748"/>
                </a:cubicBezTo>
                <a:lnTo>
                  <a:pt x="624" y="2107"/>
                </a:lnTo>
                <a:cubicBezTo>
                  <a:pt x="727" y="2206"/>
                  <a:pt x="773" y="2348"/>
                  <a:pt x="748" y="2488"/>
                </a:cubicBezTo>
                <a:lnTo>
                  <a:pt x="661" y="2995"/>
                </a:lnTo>
                <a:cubicBezTo>
                  <a:pt x="614" y="3274"/>
                  <a:pt x="836" y="3501"/>
                  <a:pt x="1088" y="3501"/>
                </a:cubicBezTo>
                <a:cubicBezTo>
                  <a:pt x="1154" y="3501"/>
                  <a:pt x="1223" y="3485"/>
                  <a:pt x="1289" y="3450"/>
                </a:cubicBezTo>
                <a:lnTo>
                  <a:pt x="1744" y="3211"/>
                </a:lnTo>
                <a:cubicBezTo>
                  <a:pt x="1806" y="3178"/>
                  <a:pt x="1875" y="3162"/>
                  <a:pt x="1944" y="3162"/>
                </a:cubicBezTo>
                <a:cubicBezTo>
                  <a:pt x="2013" y="3162"/>
                  <a:pt x="2082" y="3178"/>
                  <a:pt x="2145" y="3211"/>
                </a:cubicBezTo>
                <a:lnTo>
                  <a:pt x="2600" y="3450"/>
                </a:lnTo>
                <a:cubicBezTo>
                  <a:pt x="2666" y="3485"/>
                  <a:pt x="2735" y="3501"/>
                  <a:pt x="2801" y="3501"/>
                </a:cubicBezTo>
                <a:cubicBezTo>
                  <a:pt x="3053" y="3501"/>
                  <a:pt x="3273" y="3274"/>
                  <a:pt x="3226" y="2995"/>
                </a:cubicBezTo>
                <a:lnTo>
                  <a:pt x="3139" y="2488"/>
                </a:lnTo>
                <a:cubicBezTo>
                  <a:pt x="3116" y="2348"/>
                  <a:pt x="3162" y="2206"/>
                  <a:pt x="3263" y="2107"/>
                </a:cubicBezTo>
                <a:lnTo>
                  <a:pt x="3631" y="1748"/>
                </a:lnTo>
                <a:cubicBezTo>
                  <a:pt x="3888" y="1498"/>
                  <a:pt x="3747" y="1063"/>
                  <a:pt x="3392" y="1012"/>
                </a:cubicBezTo>
                <a:lnTo>
                  <a:pt x="2884" y="938"/>
                </a:lnTo>
                <a:cubicBezTo>
                  <a:pt x="2744" y="918"/>
                  <a:pt x="2621" y="830"/>
                  <a:pt x="2559" y="702"/>
                </a:cubicBezTo>
                <a:lnTo>
                  <a:pt x="2331" y="241"/>
                </a:lnTo>
                <a:cubicBezTo>
                  <a:pt x="2252" y="81"/>
                  <a:pt x="2098" y="1"/>
                  <a:pt x="1944" y="1"/>
                </a:cubicBezTo>
                <a:close/>
              </a:path>
            </a:pathLst>
          </a:custGeom>
          <a:solidFill>
            <a:schemeClr val="accent1"/>
          </a:solidFill>
          <a:ln>
            <a:noFill/>
          </a:ln>
        </p:spPr>
        <p:txBody>
          <a:bodyPr spcFirstLastPara="1" wrap="square" lIns="91425" tIns="91425" rIns="91425" bIns="91425" anchor="ctr" anchorCtr="0">
            <a:noAutofit/>
          </a:bodyPr>
          <a:lstStyle/>
          <a:p>
            <a:pPr algn="l" rtl="0"/>
            <a:endParaRPr/>
          </a:p>
        </p:txBody>
      </p:sp>
      <p:sp>
        <p:nvSpPr>
          <p:cNvPr id="2382" name="Google Shape;2382;p41"/>
          <p:cNvSpPr/>
          <p:nvPr/>
        </p:nvSpPr>
        <p:spPr>
          <a:xfrm>
            <a:off x="6474866" y="1687787"/>
            <a:ext cx="207420" cy="186779"/>
          </a:xfrm>
          <a:custGeom>
            <a:avLst/>
            <a:gdLst/>
            <a:ahLst/>
            <a:cxnLst/>
            <a:rect l="l" t="t" r="r" b="b"/>
            <a:pathLst>
              <a:path w="3889" h="3502" extrusionOk="0">
                <a:moveTo>
                  <a:pt x="1944" y="1"/>
                </a:moveTo>
                <a:cubicBezTo>
                  <a:pt x="1791" y="1"/>
                  <a:pt x="1637" y="81"/>
                  <a:pt x="1558" y="241"/>
                </a:cubicBezTo>
                <a:lnTo>
                  <a:pt x="1330" y="702"/>
                </a:lnTo>
                <a:cubicBezTo>
                  <a:pt x="1268" y="830"/>
                  <a:pt x="1145" y="918"/>
                  <a:pt x="1005" y="938"/>
                </a:cubicBezTo>
                <a:lnTo>
                  <a:pt x="497" y="1012"/>
                </a:lnTo>
                <a:cubicBezTo>
                  <a:pt x="142" y="1063"/>
                  <a:pt x="0" y="1498"/>
                  <a:pt x="257" y="1748"/>
                </a:cubicBezTo>
                <a:lnTo>
                  <a:pt x="624" y="2107"/>
                </a:lnTo>
                <a:cubicBezTo>
                  <a:pt x="727" y="2206"/>
                  <a:pt x="773" y="2348"/>
                  <a:pt x="748" y="2488"/>
                </a:cubicBezTo>
                <a:lnTo>
                  <a:pt x="661" y="2995"/>
                </a:lnTo>
                <a:cubicBezTo>
                  <a:pt x="614" y="3274"/>
                  <a:pt x="836" y="3501"/>
                  <a:pt x="1088" y="3501"/>
                </a:cubicBezTo>
                <a:cubicBezTo>
                  <a:pt x="1154" y="3501"/>
                  <a:pt x="1223" y="3485"/>
                  <a:pt x="1289" y="3450"/>
                </a:cubicBezTo>
                <a:lnTo>
                  <a:pt x="1744" y="3211"/>
                </a:lnTo>
                <a:cubicBezTo>
                  <a:pt x="1806" y="3178"/>
                  <a:pt x="1875" y="3162"/>
                  <a:pt x="1944" y="3162"/>
                </a:cubicBezTo>
                <a:cubicBezTo>
                  <a:pt x="2013" y="3162"/>
                  <a:pt x="2082" y="3178"/>
                  <a:pt x="2145" y="3211"/>
                </a:cubicBezTo>
                <a:lnTo>
                  <a:pt x="2600" y="3450"/>
                </a:lnTo>
                <a:cubicBezTo>
                  <a:pt x="2666" y="3485"/>
                  <a:pt x="2735" y="3501"/>
                  <a:pt x="2801" y="3501"/>
                </a:cubicBezTo>
                <a:cubicBezTo>
                  <a:pt x="3053" y="3501"/>
                  <a:pt x="3273" y="3274"/>
                  <a:pt x="3226" y="2995"/>
                </a:cubicBezTo>
                <a:lnTo>
                  <a:pt x="3139" y="2488"/>
                </a:lnTo>
                <a:cubicBezTo>
                  <a:pt x="3116" y="2348"/>
                  <a:pt x="3162" y="2206"/>
                  <a:pt x="3263" y="2107"/>
                </a:cubicBezTo>
                <a:lnTo>
                  <a:pt x="3631" y="1748"/>
                </a:lnTo>
                <a:cubicBezTo>
                  <a:pt x="3888" y="1498"/>
                  <a:pt x="3747" y="1063"/>
                  <a:pt x="3392" y="1012"/>
                </a:cubicBezTo>
                <a:lnTo>
                  <a:pt x="2884" y="938"/>
                </a:lnTo>
                <a:cubicBezTo>
                  <a:pt x="2744" y="918"/>
                  <a:pt x="2621" y="830"/>
                  <a:pt x="2559" y="702"/>
                </a:cubicBezTo>
                <a:lnTo>
                  <a:pt x="2331" y="241"/>
                </a:lnTo>
                <a:cubicBezTo>
                  <a:pt x="2252" y="81"/>
                  <a:pt x="2098" y="1"/>
                  <a:pt x="1944" y="1"/>
                </a:cubicBezTo>
                <a:close/>
              </a:path>
            </a:pathLst>
          </a:custGeom>
          <a:solidFill>
            <a:schemeClr val="lt2"/>
          </a:solidFill>
          <a:ln>
            <a:noFill/>
          </a:ln>
        </p:spPr>
        <p:txBody>
          <a:bodyPr spcFirstLastPara="1" wrap="square" lIns="91425" tIns="91425" rIns="91425" bIns="91425" anchor="ctr" anchorCtr="0">
            <a:noAutofit/>
          </a:bodyPr>
          <a:lstStyle/>
          <a:p>
            <a:pPr algn="l" rtl="0"/>
            <a:endParaRPr/>
          </a:p>
        </p:txBody>
      </p:sp>
      <p:pic>
        <p:nvPicPr>
          <p:cNvPr id="4" name="Picture 3" descr="A close-up of a graph&#10;&#10;Description automatically generated">
            <a:extLst>
              <a:ext uri="{FF2B5EF4-FFF2-40B4-BE49-F238E27FC236}">
                <a16:creationId xmlns:a16="http://schemas.microsoft.com/office/drawing/2014/main" id="{94B14FEE-96D6-B4E0-790E-0533679DDE8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46387" y="2023272"/>
            <a:ext cx="6740107" cy="3217684"/>
          </a:xfrm>
          <a:prstGeom prst="rect">
            <a:avLst/>
          </a:prstGeom>
          <a:noFill/>
          <a:ln>
            <a:noFill/>
          </a:ln>
        </p:spPr>
      </p:pic>
      <p:sp>
        <p:nvSpPr>
          <p:cNvPr id="2" name="Title 1"/>
          <p:cNvSpPr>
            <a:spLocks noGrp="1"/>
          </p:cNvSpPr>
          <p:nvPr>
            <p:ph type="title"/>
          </p:nvPr>
        </p:nvSpPr>
        <p:spPr/>
        <p:txBody>
          <a:bodyPr/>
          <a:lstStyle/>
          <a:p>
            <a:endParaRPr lang="en-US"/>
          </a:p>
        </p:txBody>
      </p:sp>
    </p:spTree>
    <p:extLst>
      <p:ext uri="{BB962C8B-B14F-4D97-AF65-F5344CB8AC3E}">
        <p14:creationId xmlns:p14="http://schemas.microsoft.com/office/powerpoint/2010/main" val="14935506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334"/>
        <p:cNvGrpSpPr/>
        <p:nvPr/>
      </p:nvGrpSpPr>
      <p:grpSpPr>
        <a:xfrm>
          <a:off x="0" y="0"/>
          <a:ext cx="0" cy="0"/>
          <a:chOff x="0" y="0"/>
          <a:chExt cx="0" cy="0"/>
        </a:xfrm>
      </p:grpSpPr>
      <p:sp>
        <p:nvSpPr>
          <p:cNvPr id="2379" name="Google Shape;2379;p41"/>
          <p:cNvSpPr/>
          <p:nvPr/>
        </p:nvSpPr>
        <p:spPr>
          <a:xfrm>
            <a:off x="6891816" y="2011212"/>
            <a:ext cx="207420" cy="186779"/>
          </a:xfrm>
          <a:custGeom>
            <a:avLst/>
            <a:gdLst/>
            <a:ahLst/>
            <a:cxnLst/>
            <a:rect l="l" t="t" r="r" b="b"/>
            <a:pathLst>
              <a:path w="3889" h="3502" extrusionOk="0">
                <a:moveTo>
                  <a:pt x="1944" y="1"/>
                </a:moveTo>
                <a:cubicBezTo>
                  <a:pt x="1791" y="1"/>
                  <a:pt x="1637" y="81"/>
                  <a:pt x="1558" y="241"/>
                </a:cubicBezTo>
                <a:lnTo>
                  <a:pt x="1330" y="702"/>
                </a:lnTo>
                <a:cubicBezTo>
                  <a:pt x="1268" y="830"/>
                  <a:pt x="1145" y="918"/>
                  <a:pt x="1005" y="938"/>
                </a:cubicBezTo>
                <a:lnTo>
                  <a:pt x="497" y="1012"/>
                </a:lnTo>
                <a:cubicBezTo>
                  <a:pt x="142" y="1063"/>
                  <a:pt x="0" y="1498"/>
                  <a:pt x="257" y="1748"/>
                </a:cubicBezTo>
                <a:lnTo>
                  <a:pt x="624" y="2107"/>
                </a:lnTo>
                <a:cubicBezTo>
                  <a:pt x="727" y="2206"/>
                  <a:pt x="773" y="2348"/>
                  <a:pt x="748" y="2488"/>
                </a:cubicBezTo>
                <a:lnTo>
                  <a:pt x="661" y="2995"/>
                </a:lnTo>
                <a:cubicBezTo>
                  <a:pt x="614" y="3274"/>
                  <a:pt x="836" y="3501"/>
                  <a:pt x="1088" y="3501"/>
                </a:cubicBezTo>
                <a:cubicBezTo>
                  <a:pt x="1154" y="3501"/>
                  <a:pt x="1223" y="3485"/>
                  <a:pt x="1289" y="3450"/>
                </a:cubicBezTo>
                <a:lnTo>
                  <a:pt x="1744" y="3211"/>
                </a:lnTo>
                <a:cubicBezTo>
                  <a:pt x="1806" y="3178"/>
                  <a:pt x="1875" y="3162"/>
                  <a:pt x="1944" y="3162"/>
                </a:cubicBezTo>
                <a:cubicBezTo>
                  <a:pt x="2013" y="3162"/>
                  <a:pt x="2082" y="3178"/>
                  <a:pt x="2145" y="3211"/>
                </a:cubicBezTo>
                <a:lnTo>
                  <a:pt x="2600" y="3450"/>
                </a:lnTo>
                <a:cubicBezTo>
                  <a:pt x="2666" y="3485"/>
                  <a:pt x="2735" y="3501"/>
                  <a:pt x="2801" y="3501"/>
                </a:cubicBezTo>
                <a:cubicBezTo>
                  <a:pt x="3053" y="3501"/>
                  <a:pt x="3273" y="3274"/>
                  <a:pt x="3226" y="2995"/>
                </a:cubicBezTo>
                <a:lnTo>
                  <a:pt x="3139" y="2488"/>
                </a:lnTo>
                <a:cubicBezTo>
                  <a:pt x="3116" y="2348"/>
                  <a:pt x="3162" y="2206"/>
                  <a:pt x="3263" y="2107"/>
                </a:cubicBezTo>
                <a:lnTo>
                  <a:pt x="3631" y="1748"/>
                </a:lnTo>
                <a:cubicBezTo>
                  <a:pt x="3888" y="1498"/>
                  <a:pt x="3747" y="1063"/>
                  <a:pt x="3392" y="1012"/>
                </a:cubicBezTo>
                <a:lnTo>
                  <a:pt x="2884" y="938"/>
                </a:lnTo>
                <a:cubicBezTo>
                  <a:pt x="2744" y="918"/>
                  <a:pt x="2621" y="830"/>
                  <a:pt x="2559" y="702"/>
                </a:cubicBezTo>
                <a:lnTo>
                  <a:pt x="2331" y="241"/>
                </a:lnTo>
                <a:cubicBezTo>
                  <a:pt x="2252" y="81"/>
                  <a:pt x="2098" y="1"/>
                  <a:pt x="1944" y="1"/>
                </a:cubicBezTo>
                <a:close/>
              </a:path>
            </a:pathLst>
          </a:custGeom>
          <a:solidFill>
            <a:schemeClr val="accent1"/>
          </a:solidFill>
          <a:ln>
            <a:noFill/>
          </a:ln>
        </p:spPr>
        <p:txBody>
          <a:bodyPr spcFirstLastPara="1" wrap="square" lIns="91425" tIns="91425" rIns="91425" bIns="91425" anchor="ctr" anchorCtr="0">
            <a:noAutofit/>
          </a:bodyPr>
          <a:lstStyle/>
          <a:p>
            <a:pPr algn="l" rtl="0"/>
            <a:endParaRPr/>
          </a:p>
        </p:txBody>
      </p:sp>
      <p:sp>
        <p:nvSpPr>
          <p:cNvPr id="2380" name="Google Shape;2380;p41"/>
          <p:cNvSpPr/>
          <p:nvPr/>
        </p:nvSpPr>
        <p:spPr>
          <a:xfrm>
            <a:off x="915966" y="2011212"/>
            <a:ext cx="207420" cy="186779"/>
          </a:xfrm>
          <a:custGeom>
            <a:avLst/>
            <a:gdLst/>
            <a:ahLst/>
            <a:cxnLst/>
            <a:rect l="l" t="t" r="r" b="b"/>
            <a:pathLst>
              <a:path w="3889" h="3502" extrusionOk="0">
                <a:moveTo>
                  <a:pt x="1944" y="1"/>
                </a:moveTo>
                <a:cubicBezTo>
                  <a:pt x="1791" y="1"/>
                  <a:pt x="1637" y="81"/>
                  <a:pt x="1558" y="241"/>
                </a:cubicBezTo>
                <a:lnTo>
                  <a:pt x="1330" y="702"/>
                </a:lnTo>
                <a:cubicBezTo>
                  <a:pt x="1268" y="830"/>
                  <a:pt x="1145" y="918"/>
                  <a:pt x="1005" y="938"/>
                </a:cubicBezTo>
                <a:lnTo>
                  <a:pt x="497" y="1012"/>
                </a:lnTo>
                <a:cubicBezTo>
                  <a:pt x="142" y="1063"/>
                  <a:pt x="0" y="1498"/>
                  <a:pt x="257" y="1748"/>
                </a:cubicBezTo>
                <a:lnTo>
                  <a:pt x="624" y="2107"/>
                </a:lnTo>
                <a:cubicBezTo>
                  <a:pt x="727" y="2206"/>
                  <a:pt x="773" y="2348"/>
                  <a:pt x="748" y="2488"/>
                </a:cubicBezTo>
                <a:lnTo>
                  <a:pt x="661" y="2995"/>
                </a:lnTo>
                <a:cubicBezTo>
                  <a:pt x="614" y="3274"/>
                  <a:pt x="836" y="3501"/>
                  <a:pt x="1088" y="3501"/>
                </a:cubicBezTo>
                <a:cubicBezTo>
                  <a:pt x="1154" y="3501"/>
                  <a:pt x="1223" y="3485"/>
                  <a:pt x="1289" y="3450"/>
                </a:cubicBezTo>
                <a:lnTo>
                  <a:pt x="1744" y="3211"/>
                </a:lnTo>
                <a:cubicBezTo>
                  <a:pt x="1806" y="3178"/>
                  <a:pt x="1875" y="3162"/>
                  <a:pt x="1944" y="3162"/>
                </a:cubicBezTo>
                <a:cubicBezTo>
                  <a:pt x="2013" y="3162"/>
                  <a:pt x="2082" y="3178"/>
                  <a:pt x="2145" y="3211"/>
                </a:cubicBezTo>
                <a:lnTo>
                  <a:pt x="2600" y="3450"/>
                </a:lnTo>
                <a:cubicBezTo>
                  <a:pt x="2666" y="3485"/>
                  <a:pt x="2735" y="3501"/>
                  <a:pt x="2801" y="3501"/>
                </a:cubicBezTo>
                <a:cubicBezTo>
                  <a:pt x="3053" y="3501"/>
                  <a:pt x="3273" y="3274"/>
                  <a:pt x="3226" y="2995"/>
                </a:cubicBezTo>
                <a:lnTo>
                  <a:pt x="3139" y="2488"/>
                </a:lnTo>
                <a:cubicBezTo>
                  <a:pt x="3116" y="2348"/>
                  <a:pt x="3162" y="2206"/>
                  <a:pt x="3263" y="2107"/>
                </a:cubicBezTo>
                <a:lnTo>
                  <a:pt x="3631" y="1748"/>
                </a:lnTo>
                <a:cubicBezTo>
                  <a:pt x="3888" y="1498"/>
                  <a:pt x="3747" y="1063"/>
                  <a:pt x="3392" y="1012"/>
                </a:cubicBezTo>
                <a:lnTo>
                  <a:pt x="2884" y="938"/>
                </a:lnTo>
                <a:cubicBezTo>
                  <a:pt x="2744" y="918"/>
                  <a:pt x="2621" y="830"/>
                  <a:pt x="2559" y="702"/>
                </a:cubicBezTo>
                <a:lnTo>
                  <a:pt x="2331" y="241"/>
                </a:lnTo>
                <a:cubicBezTo>
                  <a:pt x="2252" y="81"/>
                  <a:pt x="2098" y="1"/>
                  <a:pt x="1944" y="1"/>
                </a:cubicBezTo>
                <a:close/>
              </a:path>
            </a:pathLst>
          </a:custGeom>
          <a:solidFill>
            <a:schemeClr val="dk2"/>
          </a:solidFill>
          <a:ln>
            <a:noFill/>
          </a:ln>
        </p:spPr>
        <p:txBody>
          <a:bodyPr spcFirstLastPara="1" wrap="square" lIns="91425" tIns="91425" rIns="91425" bIns="91425" anchor="ctr" anchorCtr="0">
            <a:noAutofit/>
          </a:bodyPr>
          <a:lstStyle/>
          <a:p>
            <a:pPr algn="l" rtl="0"/>
            <a:endParaRPr/>
          </a:p>
        </p:txBody>
      </p:sp>
      <p:sp>
        <p:nvSpPr>
          <p:cNvPr id="2382" name="Google Shape;2382;p41"/>
          <p:cNvSpPr/>
          <p:nvPr/>
        </p:nvSpPr>
        <p:spPr>
          <a:xfrm>
            <a:off x="6474866" y="1687787"/>
            <a:ext cx="207420" cy="186779"/>
          </a:xfrm>
          <a:custGeom>
            <a:avLst/>
            <a:gdLst/>
            <a:ahLst/>
            <a:cxnLst/>
            <a:rect l="l" t="t" r="r" b="b"/>
            <a:pathLst>
              <a:path w="3889" h="3502" extrusionOk="0">
                <a:moveTo>
                  <a:pt x="1944" y="1"/>
                </a:moveTo>
                <a:cubicBezTo>
                  <a:pt x="1791" y="1"/>
                  <a:pt x="1637" y="81"/>
                  <a:pt x="1558" y="241"/>
                </a:cubicBezTo>
                <a:lnTo>
                  <a:pt x="1330" y="702"/>
                </a:lnTo>
                <a:cubicBezTo>
                  <a:pt x="1268" y="830"/>
                  <a:pt x="1145" y="918"/>
                  <a:pt x="1005" y="938"/>
                </a:cubicBezTo>
                <a:lnTo>
                  <a:pt x="497" y="1012"/>
                </a:lnTo>
                <a:cubicBezTo>
                  <a:pt x="142" y="1063"/>
                  <a:pt x="0" y="1498"/>
                  <a:pt x="257" y="1748"/>
                </a:cubicBezTo>
                <a:lnTo>
                  <a:pt x="624" y="2107"/>
                </a:lnTo>
                <a:cubicBezTo>
                  <a:pt x="727" y="2206"/>
                  <a:pt x="773" y="2348"/>
                  <a:pt x="748" y="2488"/>
                </a:cubicBezTo>
                <a:lnTo>
                  <a:pt x="661" y="2995"/>
                </a:lnTo>
                <a:cubicBezTo>
                  <a:pt x="614" y="3274"/>
                  <a:pt x="836" y="3501"/>
                  <a:pt x="1088" y="3501"/>
                </a:cubicBezTo>
                <a:cubicBezTo>
                  <a:pt x="1154" y="3501"/>
                  <a:pt x="1223" y="3485"/>
                  <a:pt x="1289" y="3450"/>
                </a:cubicBezTo>
                <a:lnTo>
                  <a:pt x="1744" y="3211"/>
                </a:lnTo>
                <a:cubicBezTo>
                  <a:pt x="1806" y="3178"/>
                  <a:pt x="1875" y="3162"/>
                  <a:pt x="1944" y="3162"/>
                </a:cubicBezTo>
                <a:cubicBezTo>
                  <a:pt x="2013" y="3162"/>
                  <a:pt x="2082" y="3178"/>
                  <a:pt x="2145" y="3211"/>
                </a:cubicBezTo>
                <a:lnTo>
                  <a:pt x="2600" y="3450"/>
                </a:lnTo>
                <a:cubicBezTo>
                  <a:pt x="2666" y="3485"/>
                  <a:pt x="2735" y="3501"/>
                  <a:pt x="2801" y="3501"/>
                </a:cubicBezTo>
                <a:cubicBezTo>
                  <a:pt x="3053" y="3501"/>
                  <a:pt x="3273" y="3274"/>
                  <a:pt x="3226" y="2995"/>
                </a:cubicBezTo>
                <a:lnTo>
                  <a:pt x="3139" y="2488"/>
                </a:lnTo>
                <a:cubicBezTo>
                  <a:pt x="3116" y="2348"/>
                  <a:pt x="3162" y="2206"/>
                  <a:pt x="3263" y="2107"/>
                </a:cubicBezTo>
                <a:lnTo>
                  <a:pt x="3631" y="1748"/>
                </a:lnTo>
                <a:cubicBezTo>
                  <a:pt x="3888" y="1498"/>
                  <a:pt x="3747" y="1063"/>
                  <a:pt x="3392" y="1012"/>
                </a:cubicBezTo>
                <a:lnTo>
                  <a:pt x="2884" y="938"/>
                </a:lnTo>
                <a:cubicBezTo>
                  <a:pt x="2744" y="918"/>
                  <a:pt x="2621" y="830"/>
                  <a:pt x="2559" y="702"/>
                </a:cubicBezTo>
                <a:lnTo>
                  <a:pt x="2331" y="241"/>
                </a:lnTo>
                <a:cubicBezTo>
                  <a:pt x="2252" y="81"/>
                  <a:pt x="2098" y="1"/>
                  <a:pt x="1944" y="1"/>
                </a:cubicBezTo>
                <a:close/>
              </a:path>
            </a:pathLst>
          </a:custGeom>
          <a:solidFill>
            <a:schemeClr val="lt2"/>
          </a:solidFill>
          <a:ln>
            <a:noFill/>
          </a:ln>
        </p:spPr>
        <p:txBody>
          <a:bodyPr spcFirstLastPara="1" wrap="square" lIns="91425" tIns="91425" rIns="91425" bIns="91425" anchor="ctr" anchorCtr="0">
            <a:noAutofit/>
          </a:bodyPr>
          <a:lstStyle/>
          <a:p>
            <a:pPr algn="l" rtl="0"/>
            <a:endParaRPr/>
          </a:p>
        </p:txBody>
      </p:sp>
      <p:pic>
        <p:nvPicPr>
          <p:cNvPr id="2" name="Picture 1" descr="A close-up of a graph&#10;&#10;Description automatically generated">
            <a:extLst>
              <a:ext uri="{FF2B5EF4-FFF2-40B4-BE49-F238E27FC236}">
                <a16:creationId xmlns:a16="http://schemas.microsoft.com/office/drawing/2014/main" id="{CF6C2EDF-C09B-1ED2-ADB4-811BFC2C4DE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81805" y="1981964"/>
            <a:ext cx="6987526" cy="3261465"/>
          </a:xfrm>
          <a:prstGeom prst="rect">
            <a:avLst/>
          </a:prstGeom>
          <a:noFill/>
          <a:ln>
            <a:noFill/>
          </a:ln>
        </p:spPr>
      </p:pic>
      <p:sp>
        <p:nvSpPr>
          <p:cNvPr id="3" name="Title 2"/>
          <p:cNvSpPr>
            <a:spLocks noGrp="1"/>
          </p:cNvSpPr>
          <p:nvPr>
            <p:ph type="title"/>
          </p:nvPr>
        </p:nvSpPr>
        <p:spPr/>
        <p:txBody>
          <a:bodyPr/>
          <a:lstStyle/>
          <a:p>
            <a:endParaRPr lang="en-US"/>
          </a:p>
        </p:txBody>
      </p:sp>
      <p:sp>
        <p:nvSpPr>
          <p:cNvPr id="4" name="Content Placeholder 3"/>
          <p:cNvSpPr>
            <a:spLocks noGrp="1"/>
          </p:cNvSpPr>
          <p:nvPr>
            <p:ph idx="1"/>
          </p:nvPr>
        </p:nvSpPr>
        <p:spPr/>
        <p:txBody>
          <a:bodyPr/>
          <a:lstStyle/>
          <a:p>
            <a:endParaRPr lang="en-US"/>
          </a:p>
        </p:txBody>
      </p:sp>
    </p:spTree>
    <p:extLst>
      <p:ext uri="{BB962C8B-B14F-4D97-AF65-F5344CB8AC3E}">
        <p14:creationId xmlns:p14="http://schemas.microsoft.com/office/powerpoint/2010/main" val="21445636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334"/>
        <p:cNvGrpSpPr/>
        <p:nvPr/>
      </p:nvGrpSpPr>
      <p:grpSpPr>
        <a:xfrm>
          <a:off x="0" y="0"/>
          <a:ext cx="0" cy="0"/>
          <a:chOff x="0" y="0"/>
          <a:chExt cx="0" cy="0"/>
        </a:xfrm>
      </p:grpSpPr>
      <p:sp>
        <p:nvSpPr>
          <p:cNvPr id="2335" name="Google Shape;2335;p41"/>
          <p:cNvSpPr txBox="1">
            <a:spLocks noGrp="1"/>
          </p:cNvSpPr>
          <p:nvPr>
            <p:ph type="title"/>
          </p:nvPr>
        </p:nvSpPr>
        <p:spPr>
          <a:xfrm>
            <a:off x="628650" y="365126"/>
            <a:ext cx="7886700" cy="1325563"/>
          </a:xfrm>
        </p:spPr>
        <p:txBody>
          <a:bodyPr spcFirstLastPara="1" wrap="square" lIns="91425" tIns="91425" rIns="91425" bIns="91425" anchor="b" anchorCtr="0">
            <a:noAutofit/>
          </a:bodyPr>
          <a:lstStyle/>
          <a:p>
            <a:r>
              <a:rPr lang="en-US" dirty="0" err="1"/>
              <a:t>Tạo</a:t>
            </a:r>
            <a:r>
              <a:rPr lang="en-US" dirty="0"/>
              <a:t> </a:t>
            </a:r>
            <a:r>
              <a:rPr lang="en-US" dirty="0" err="1"/>
              <a:t>ra</a:t>
            </a:r>
            <a:r>
              <a:rPr lang="en-US" dirty="0"/>
              <a:t> </a:t>
            </a:r>
            <a:r>
              <a:rPr lang="en-US" dirty="0" err="1"/>
              <a:t>nhiều</a:t>
            </a:r>
            <a:r>
              <a:rPr lang="en-US" dirty="0"/>
              <a:t> </a:t>
            </a:r>
            <a:r>
              <a:rPr lang="en-US" dirty="0" err="1"/>
              <a:t>cụm</a:t>
            </a:r>
            <a:r>
              <a:rPr lang="en-US" dirty="0"/>
              <a:t> </a:t>
            </a:r>
            <a:r>
              <a:rPr lang="en-US" dirty="0" err="1"/>
              <a:t>nhỏ</a:t>
            </a:r>
            <a:r>
              <a:rPr lang="en-US" dirty="0"/>
              <a:t> </a:t>
            </a:r>
            <a:r>
              <a:rPr lang="en-US" dirty="0" err="1"/>
              <a:t>sau</a:t>
            </a:r>
            <a:r>
              <a:rPr lang="en-US" dirty="0"/>
              <a:t> </a:t>
            </a:r>
            <a:r>
              <a:rPr lang="en-US" dirty="0" err="1"/>
              <a:t>đó</a:t>
            </a:r>
            <a:r>
              <a:rPr lang="en-US" dirty="0"/>
              <a:t> </a:t>
            </a:r>
            <a:r>
              <a:rPr lang="en-US" dirty="0" err="1"/>
              <a:t>ghép</a:t>
            </a:r>
            <a:r>
              <a:rPr lang="en-US" dirty="0"/>
              <a:t> </a:t>
            </a:r>
            <a:r>
              <a:rPr lang="en-US" dirty="0" err="1"/>
              <a:t>lại</a:t>
            </a:r>
            <a:r>
              <a:rPr lang="en-US" dirty="0"/>
              <a:t> </a:t>
            </a:r>
            <a:r>
              <a:rPr lang="en-US" dirty="0" err="1"/>
              <a:t>với</a:t>
            </a:r>
            <a:r>
              <a:rPr lang="en-US" dirty="0"/>
              <a:t> </a:t>
            </a:r>
            <a:r>
              <a:rPr lang="en-US" dirty="0" err="1"/>
              <a:t>nhau</a:t>
            </a:r>
            <a:r>
              <a:rPr lang="en-US" dirty="0"/>
              <a:t> </a:t>
            </a:r>
          </a:p>
        </p:txBody>
      </p:sp>
      <p:pic>
        <p:nvPicPr>
          <p:cNvPr id="4" name="Content Placeholder 3" descr="A screenshot of a graph&#10;&#10;Description automatically generated">
            <a:extLst>
              <a:ext uri="{FF2B5EF4-FFF2-40B4-BE49-F238E27FC236}">
                <a16:creationId xmlns:a16="http://schemas.microsoft.com/office/drawing/2014/main" id="{9697BE07-3A30-03C6-FB59-E0E7C18F031D}"/>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628650" y="2284220"/>
            <a:ext cx="7886700" cy="3434148"/>
          </a:xfrm>
          <a:noFill/>
          <a:ln>
            <a:noFill/>
          </a:ln>
        </p:spPr>
      </p:pic>
    </p:spTree>
    <p:extLst>
      <p:ext uri="{BB962C8B-B14F-4D97-AF65-F5344CB8AC3E}">
        <p14:creationId xmlns:p14="http://schemas.microsoft.com/office/powerpoint/2010/main" val="24030483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endParaRPr lang="en-US"/>
          </a:p>
        </p:txBody>
      </p:sp>
      <p:pic>
        <p:nvPicPr>
          <p:cNvPr id="2" name="Content Placeholder 1" descr="A diagram of a number of dots&#10;&#10;Description automatically generated with medium confidence">
            <a:extLst>
              <a:ext uri="{FF2B5EF4-FFF2-40B4-BE49-F238E27FC236}">
                <a16:creationId xmlns:a16="http://schemas.microsoft.com/office/drawing/2014/main" id="{9F0EF28C-CF8B-67DD-D904-87DB23344DB0}"/>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28650" y="2286051"/>
            <a:ext cx="7886700" cy="3430486"/>
          </a:xfrm>
          <a:prstGeom prst="rect">
            <a:avLst/>
          </a:prstGeom>
          <a:noFill/>
          <a:ln>
            <a:noFill/>
          </a:ln>
        </p:spPr>
      </p:pic>
    </p:spTree>
    <p:extLst>
      <p:ext uri="{BB962C8B-B14F-4D97-AF65-F5344CB8AC3E}">
        <p14:creationId xmlns:p14="http://schemas.microsoft.com/office/powerpoint/2010/main" val="15801568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endParaRPr lang="en-US"/>
          </a:p>
        </p:txBody>
      </p:sp>
      <p:sp>
        <p:nvSpPr>
          <p:cNvPr id="9" name="Content Placeholder 8"/>
          <p:cNvSpPr>
            <a:spLocks noGrp="1"/>
          </p:cNvSpPr>
          <p:nvPr>
            <p:ph idx="1"/>
          </p:nvPr>
        </p:nvSpPr>
        <p:spPr/>
        <p:txBody>
          <a:bodyPr/>
          <a:lstStyle/>
          <a:p>
            <a:endParaRPr lang="en-US"/>
          </a:p>
        </p:txBody>
      </p:sp>
      <p:pic>
        <p:nvPicPr>
          <p:cNvPr id="8" name="Picture 7" descr="A diagram of a number of objects&#10;&#10;Description automatically generated with medium confidence">
            <a:extLst>
              <a:ext uri="{FF2B5EF4-FFF2-40B4-BE49-F238E27FC236}">
                <a16:creationId xmlns:a16="http://schemas.microsoft.com/office/drawing/2014/main" id="{E1090576-3587-D56F-0C5E-F75B12978BE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14049" y="1818782"/>
            <a:ext cx="7787226" cy="3544186"/>
          </a:xfrm>
          <a:prstGeom prst="rect">
            <a:avLst/>
          </a:prstGeom>
          <a:noFill/>
          <a:ln>
            <a:noFill/>
          </a:ln>
        </p:spPr>
      </p:pic>
    </p:spTree>
    <p:extLst>
      <p:ext uri="{BB962C8B-B14F-4D97-AF65-F5344CB8AC3E}">
        <p14:creationId xmlns:p14="http://schemas.microsoft.com/office/powerpoint/2010/main" val="2366326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365126"/>
            <a:ext cx="7886700" cy="1325563"/>
          </a:xfrm>
        </p:spPr>
        <p:txBody>
          <a:bodyPr vert="horz" wrap="square" lIns="0" tIns="207570" rIns="0" bIns="0" rtlCol="0">
            <a:spAutoFit/>
          </a:bodyPr>
          <a:lstStyle/>
          <a:p>
            <a:r>
              <a:rPr lang="en-US"/>
              <a:t>k-means</a:t>
            </a:r>
            <a:endParaRPr lang="en-US" dirty="0"/>
          </a:p>
        </p:txBody>
      </p:sp>
      <p:sp>
        <p:nvSpPr>
          <p:cNvPr id="7" name="Content Placeholder 6">
            <a:extLst>
              <a:ext uri="{FF2B5EF4-FFF2-40B4-BE49-F238E27FC236}">
                <a16:creationId xmlns:a16="http://schemas.microsoft.com/office/drawing/2014/main" id="{276456F6-7556-BAD2-1529-D84FE51F5136}"/>
              </a:ext>
            </a:extLst>
          </p:cNvPr>
          <p:cNvSpPr>
            <a:spLocks noGrp="1"/>
          </p:cNvSpPr>
          <p:nvPr>
            <p:ph idx="1"/>
          </p:nvPr>
        </p:nvSpPr>
        <p:spPr/>
        <p:txBody>
          <a:bodyPr/>
          <a:lstStyle/>
          <a:p>
            <a:r>
              <a:rPr lang="vi-VN" sz="2400">
                <a:latin typeface="Gill Sans MT"/>
                <a:cs typeface="Gill Sans MT"/>
              </a:rPr>
              <a:t>Đ</a:t>
            </a:r>
            <a:r>
              <a:rPr lang="vi-VN" sz="2400">
                <a:latin typeface="Calibri"/>
                <a:cs typeface="Calibri"/>
              </a:rPr>
              <a:t>ế</a:t>
            </a:r>
            <a:r>
              <a:rPr lang="vi-VN" sz="2400">
                <a:latin typeface="Gill Sans MT"/>
                <a:cs typeface="Gill Sans MT"/>
              </a:rPr>
              <a:t>n</a:t>
            </a:r>
            <a:r>
              <a:rPr lang="vi-VN" sz="2400" spc="-75">
                <a:latin typeface="Gill Sans MT"/>
                <a:cs typeface="Gill Sans MT"/>
              </a:rPr>
              <a:t> </a:t>
            </a:r>
            <a:r>
              <a:rPr lang="vi-VN" sz="2400" spc="-95">
                <a:latin typeface="Gill Sans MT"/>
                <a:cs typeface="Gill Sans MT"/>
              </a:rPr>
              <a:t>nay,</a:t>
            </a:r>
            <a:r>
              <a:rPr lang="vi-VN" sz="2400" spc="-295">
                <a:latin typeface="Gill Sans MT"/>
                <a:cs typeface="Gill Sans MT"/>
              </a:rPr>
              <a:t> </a:t>
            </a:r>
            <a:r>
              <a:rPr lang="vi-VN" sz="2400">
                <a:latin typeface="Gill Sans MT"/>
                <a:cs typeface="Gill Sans MT"/>
              </a:rPr>
              <a:t>có</a:t>
            </a:r>
            <a:r>
              <a:rPr lang="vi-VN" sz="2400" spc="-80">
                <a:latin typeface="Gill Sans MT"/>
                <a:cs typeface="Gill Sans MT"/>
              </a:rPr>
              <a:t> </a:t>
            </a:r>
            <a:r>
              <a:rPr lang="vi-VN" sz="2400">
                <a:latin typeface="Gill Sans MT"/>
                <a:cs typeface="Gill Sans MT"/>
              </a:rPr>
              <a:t>nhi</a:t>
            </a:r>
            <a:r>
              <a:rPr lang="vi-VN" sz="2400">
                <a:latin typeface="Calibri"/>
                <a:cs typeface="Calibri"/>
              </a:rPr>
              <a:t>ề</a:t>
            </a:r>
            <a:r>
              <a:rPr lang="vi-VN" sz="2400">
                <a:latin typeface="Gill Sans MT"/>
                <a:cs typeface="Gill Sans MT"/>
              </a:rPr>
              <a:t>u</a:t>
            </a:r>
            <a:r>
              <a:rPr lang="vi-VN" sz="2400" spc="-35">
                <a:latin typeface="Gill Sans MT"/>
                <a:cs typeface="Gill Sans MT"/>
              </a:rPr>
              <a:t> </a:t>
            </a:r>
            <a:r>
              <a:rPr lang="vi-VN" sz="2400">
                <a:latin typeface="Gill Sans MT"/>
                <a:cs typeface="Gill Sans MT"/>
              </a:rPr>
              <a:t>thu</a:t>
            </a:r>
            <a:r>
              <a:rPr lang="vi-VN" sz="2400">
                <a:latin typeface="Calibri"/>
                <a:cs typeface="Calibri"/>
              </a:rPr>
              <a:t>ậ</a:t>
            </a:r>
            <a:r>
              <a:rPr lang="vi-VN" sz="2400">
                <a:latin typeface="Gill Sans MT"/>
                <a:cs typeface="Gill Sans MT"/>
              </a:rPr>
              <a:t>t</a:t>
            </a:r>
            <a:r>
              <a:rPr lang="vi-VN" sz="2400" spc="25">
                <a:latin typeface="Gill Sans MT"/>
                <a:cs typeface="Gill Sans MT"/>
              </a:rPr>
              <a:t> </a:t>
            </a:r>
            <a:r>
              <a:rPr lang="vi-VN" sz="2400">
                <a:latin typeface="Gill Sans MT"/>
                <a:cs typeface="Gill Sans MT"/>
              </a:rPr>
              <a:t>toán</a:t>
            </a:r>
            <a:r>
              <a:rPr lang="vi-VN" sz="2400" spc="-40">
                <a:latin typeface="Gill Sans MT"/>
                <a:cs typeface="Gill Sans MT"/>
              </a:rPr>
              <a:t> </a:t>
            </a:r>
            <a:r>
              <a:rPr lang="vi-VN" sz="2400">
                <a:latin typeface="Gill Sans MT"/>
                <a:cs typeface="Gill Sans MT"/>
              </a:rPr>
              <a:t>k</a:t>
            </a:r>
            <a:r>
              <a:rPr lang="vi-VN" sz="2400">
                <a:latin typeface="Calibri"/>
                <a:cs typeface="Calibri"/>
              </a:rPr>
              <a:t>ế</a:t>
            </a:r>
            <a:r>
              <a:rPr lang="vi-VN" sz="2400" spc="110">
                <a:latin typeface="Calibri"/>
                <a:cs typeface="Calibri"/>
              </a:rPr>
              <a:t> </a:t>
            </a:r>
            <a:r>
              <a:rPr lang="vi-VN" sz="2400">
                <a:latin typeface="Gill Sans MT"/>
                <a:cs typeface="Gill Sans MT"/>
              </a:rPr>
              <a:t>th</a:t>
            </a:r>
            <a:r>
              <a:rPr lang="vi-VN" sz="2400">
                <a:latin typeface="Calibri"/>
                <a:cs typeface="Calibri"/>
              </a:rPr>
              <a:t>ừ</a:t>
            </a:r>
            <a:r>
              <a:rPr lang="vi-VN" sz="2400">
                <a:latin typeface="Gill Sans MT"/>
                <a:cs typeface="Gill Sans MT"/>
              </a:rPr>
              <a:t>a</a:t>
            </a:r>
            <a:r>
              <a:rPr lang="vi-VN" sz="2400" spc="-30">
                <a:latin typeface="Gill Sans MT"/>
                <a:cs typeface="Gill Sans MT"/>
              </a:rPr>
              <a:t> </a:t>
            </a:r>
            <a:r>
              <a:rPr lang="vi-VN" sz="2400">
                <a:latin typeface="Gill Sans MT"/>
                <a:cs typeface="Gill Sans MT"/>
              </a:rPr>
              <a:t>t</a:t>
            </a:r>
            <a:r>
              <a:rPr lang="vi-VN" sz="2400">
                <a:latin typeface="Calibri"/>
                <a:cs typeface="Calibri"/>
              </a:rPr>
              <a:t>ư</a:t>
            </a:r>
            <a:r>
              <a:rPr lang="vi-VN" sz="2400" spc="114">
                <a:latin typeface="Calibri"/>
                <a:cs typeface="Calibri"/>
              </a:rPr>
              <a:t> </a:t>
            </a:r>
            <a:r>
              <a:rPr lang="vi-VN" sz="2400">
                <a:latin typeface="Gill Sans MT"/>
                <a:cs typeface="Gill Sans MT"/>
              </a:rPr>
              <a:t>t</a:t>
            </a:r>
            <a:r>
              <a:rPr lang="vi-VN" sz="2400">
                <a:latin typeface="Calibri"/>
                <a:cs typeface="Calibri"/>
              </a:rPr>
              <a:t>ưở</a:t>
            </a:r>
            <a:r>
              <a:rPr lang="vi-VN" sz="2400">
                <a:latin typeface="Gill Sans MT"/>
                <a:cs typeface="Gill Sans MT"/>
              </a:rPr>
              <a:t>ng</a:t>
            </a:r>
            <a:r>
              <a:rPr lang="vi-VN" sz="2400" spc="60">
                <a:latin typeface="Gill Sans MT"/>
                <a:cs typeface="Gill Sans MT"/>
              </a:rPr>
              <a:t> </a:t>
            </a:r>
            <a:r>
              <a:rPr lang="vi-VN" sz="2400" spc="-150">
                <a:latin typeface="Gill Sans MT"/>
                <a:cs typeface="Gill Sans MT"/>
              </a:rPr>
              <a:t>c</a:t>
            </a:r>
            <a:r>
              <a:rPr lang="vi-VN" sz="2400" spc="-150">
                <a:latin typeface="Calibri"/>
                <a:cs typeface="Calibri"/>
              </a:rPr>
              <a:t>ủ</a:t>
            </a:r>
            <a:r>
              <a:rPr lang="vi-VN" sz="2400" spc="-150">
                <a:latin typeface="Gill Sans MT"/>
                <a:cs typeface="Gill Sans MT"/>
              </a:rPr>
              <a:t>a </a:t>
            </a:r>
            <a:r>
              <a:rPr lang="vi-VN" sz="2400" spc="-35">
                <a:latin typeface="Gill Sans MT"/>
                <a:cs typeface="Gill Sans MT"/>
              </a:rPr>
              <a:t>k-</a:t>
            </a:r>
            <a:r>
              <a:rPr lang="vi-VN" sz="2400">
                <a:latin typeface="Gill Sans MT"/>
                <a:cs typeface="Gill Sans MT"/>
              </a:rPr>
              <a:t>means</a:t>
            </a:r>
            <a:r>
              <a:rPr lang="vi-VN" sz="2400" spc="-30">
                <a:latin typeface="Gill Sans MT"/>
                <a:cs typeface="Gill Sans MT"/>
              </a:rPr>
              <a:t> </a:t>
            </a:r>
            <a:r>
              <a:rPr lang="vi-VN" sz="2400">
                <a:latin typeface="Gill Sans MT"/>
                <a:cs typeface="Gill Sans MT"/>
              </a:rPr>
              <a:t>nh</a:t>
            </a:r>
            <a:r>
              <a:rPr lang="vi-VN" sz="2400">
                <a:latin typeface="Calibri"/>
                <a:cs typeface="Calibri"/>
              </a:rPr>
              <a:t>ư</a:t>
            </a:r>
            <a:r>
              <a:rPr lang="vi-VN" sz="2400" spc="145">
                <a:latin typeface="Calibri"/>
                <a:cs typeface="Calibri"/>
              </a:rPr>
              <a:t> </a:t>
            </a:r>
            <a:r>
              <a:rPr lang="vi-VN" sz="2400">
                <a:latin typeface="Gill Sans MT"/>
                <a:cs typeface="Gill Sans MT"/>
              </a:rPr>
              <a:t>thu</a:t>
            </a:r>
            <a:r>
              <a:rPr lang="vi-VN" sz="2400">
                <a:latin typeface="Calibri"/>
                <a:cs typeface="Calibri"/>
              </a:rPr>
              <a:t>ậ</a:t>
            </a:r>
            <a:r>
              <a:rPr lang="vi-VN" sz="2400">
                <a:latin typeface="Gill Sans MT"/>
                <a:cs typeface="Gill Sans MT"/>
              </a:rPr>
              <a:t>t</a:t>
            </a:r>
            <a:r>
              <a:rPr lang="vi-VN" sz="2400" spc="-45">
                <a:latin typeface="Gill Sans MT"/>
                <a:cs typeface="Gill Sans MT"/>
              </a:rPr>
              <a:t> </a:t>
            </a:r>
            <a:r>
              <a:rPr lang="vi-VN" sz="2400">
                <a:latin typeface="Gill Sans MT"/>
                <a:cs typeface="Gill Sans MT"/>
              </a:rPr>
              <a:t>toán</a:t>
            </a:r>
            <a:r>
              <a:rPr lang="vi-VN" sz="2400" spc="85">
                <a:latin typeface="Gill Sans MT"/>
                <a:cs typeface="Gill Sans MT"/>
              </a:rPr>
              <a:t> </a:t>
            </a:r>
            <a:r>
              <a:rPr lang="vi-VN" sz="2400" spc="-35">
                <a:solidFill>
                  <a:srgbClr val="FF0000"/>
                </a:solidFill>
                <a:latin typeface="Gill Sans MT"/>
                <a:cs typeface="Gill Sans MT"/>
              </a:rPr>
              <a:t>k-</a:t>
            </a:r>
            <a:r>
              <a:rPr lang="vi-VN" sz="2400" spc="-25">
                <a:solidFill>
                  <a:srgbClr val="FF0000"/>
                </a:solidFill>
                <a:latin typeface="Gill Sans MT"/>
                <a:cs typeface="Gill Sans MT"/>
              </a:rPr>
              <a:t>modes,</a:t>
            </a:r>
            <a:r>
              <a:rPr lang="vi-VN" sz="2400" spc="-195">
                <a:solidFill>
                  <a:srgbClr val="FF0000"/>
                </a:solidFill>
                <a:latin typeface="Gill Sans MT"/>
                <a:cs typeface="Gill Sans MT"/>
              </a:rPr>
              <a:t> </a:t>
            </a:r>
            <a:r>
              <a:rPr lang="vi-VN" sz="2400" spc="-60">
                <a:solidFill>
                  <a:srgbClr val="FF0000"/>
                </a:solidFill>
                <a:latin typeface="Gill Sans MT"/>
                <a:cs typeface="Gill Sans MT"/>
              </a:rPr>
              <a:t>PAM,</a:t>
            </a:r>
            <a:r>
              <a:rPr lang="vi-VN" sz="2400" spc="-295">
                <a:solidFill>
                  <a:srgbClr val="FF0000"/>
                </a:solidFill>
                <a:latin typeface="Gill Sans MT"/>
                <a:cs typeface="Gill Sans MT"/>
              </a:rPr>
              <a:t> </a:t>
            </a:r>
            <a:r>
              <a:rPr lang="vi-VN" sz="2400" spc="-10">
                <a:solidFill>
                  <a:srgbClr val="FF0000"/>
                </a:solidFill>
                <a:latin typeface="Gill Sans MT"/>
                <a:cs typeface="Gill Sans MT"/>
              </a:rPr>
              <a:t>CLARA, </a:t>
            </a:r>
            <a:r>
              <a:rPr lang="vi-VN" sz="2400">
                <a:solidFill>
                  <a:srgbClr val="FF0000"/>
                </a:solidFill>
                <a:latin typeface="Gill Sans MT"/>
                <a:cs typeface="Gill Sans MT"/>
              </a:rPr>
              <a:t>CLARANS,</a:t>
            </a:r>
            <a:r>
              <a:rPr lang="vi-VN" sz="2400" spc="-395">
                <a:solidFill>
                  <a:srgbClr val="FF0000"/>
                </a:solidFill>
                <a:latin typeface="Gill Sans MT"/>
                <a:cs typeface="Gill Sans MT"/>
              </a:rPr>
              <a:t> </a:t>
            </a:r>
            <a:r>
              <a:rPr lang="vi-VN" sz="2400">
                <a:solidFill>
                  <a:srgbClr val="FF0000"/>
                </a:solidFill>
                <a:latin typeface="Gill Sans MT"/>
                <a:cs typeface="Gill Sans MT"/>
              </a:rPr>
              <a:t>k-</a:t>
            </a:r>
            <a:r>
              <a:rPr lang="vi-VN" sz="2400" spc="20">
                <a:solidFill>
                  <a:srgbClr val="FF0000"/>
                </a:solidFill>
                <a:latin typeface="Gill Sans MT"/>
                <a:cs typeface="Gill Sans MT"/>
              </a:rPr>
              <a:t> </a:t>
            </a:r>
            <a:r>
              <a:rPr lang="vi-VN" sz="2400" spc="-35">
                <a:solidFill>
                  <a:srgbClr val="FF0000"/>
                </a:solidFill>
                <a:latin typeface="Gill Sans MT"/>
                <a:cs typeface="Gill Sans MT"/>
              </a:rPr>
              <a:t>prototypes</a:t>
            </a:r>
            <a:r>
              <a:rPr lang="vi-VN" sz="2400" spc="-35">
                <a:latin typeface="Gill Sans MT"/>
                <a:cs typeface="Gill Sans MT"/>
              </a:rPr>
              <a:t>,</a:t>
            </a:r>
            <a:r>
              <a:rPr lang="vi-VN" sz="2400" spc="-90">
                <a:latin typeface="Gill Sans MT"/>
                <a:cs typeface="Gill Sans MT"/>
              </a:rPr>
              <a:t> </a:t>
            </a:r>
            <a:r>
              <a:rPr lang="vi-VN" sz="2400" spc="-50">
                <a:latin typeface="Gill Sans MT"/>
                <a:cs typeface="Gill Sans MT"/>
              </a:rPr>
              <a:t>…</a:t>
            </a:r>
            <a:endParaRPr lang="vi-VN" sz="2400">
              <a:latin typeface="Gill Sans MT"/>
              <a:cs typeface="Gill Sans MT"/>
            </a:endParaRPr>
          </a:p>
          <a:p>
            <a:endParaRPr lang="en-US"/>
          </a:p>
        </p:txBody>
      </p:sp>
      <p:sp>
        <p:nvSpPr>
          <p:cNvPr id="4" name="object 4"/>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50</a:t>
            </a:fld>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772195"/>
            <a:ext cx="7886700" cy="511422"/>
          </a:xfrm>
        </p:spPr>
        <p:txBody>
          <a:bodyPr vert="horz" wrap="square" lIns="0" tIns="12700" rIns="0" bIns="0" rtlCol="0">
            <a:spAutoFit/>
          </a:bodyPr>
          <a:lstStyle/>
          <a:p>
            <a:r>
              <a:rPr lang="en-US" sz="3600" spc="-30">
                <a:latin typeface="Tahoma" panose="020B0604030504040204" pitchFamily="34" charset="0"/>
                <a:ea typeface="Tahoma" panose="020B0604030504040204" pitchFamily="34" charset="0"/>
                <a:cs typeface="Tahoma" panose="020B0604030504040204" pitchFamily="34" charset="0"/>
              </a:rPr>
              <a:t>Partitioning Around Medoids (</a:t>
            </a:r>
            <a:r>
              <a:rPr lang="en-US" sz="3200" spc="-30">
                <a:latin typeface="Tahoma" panose="020B0604030504040204" pitchFamily="34" charset="0"/>
                <a:ea typeface="Tahoma" panose="020B0604030504040204" pitchFamily="34" charset="0"/>
                <a:cs typeface="Tahoma" panose="020B0604030504040204" pitchFamily="34" charset="0"/>
              </a:rPr>
              <a:t>PAM</a:t>
            </a:r>
            <a:r>
              <a:rPr lang="en-US" sz="3200" spc="-25">
                <a:latin typeface="Tahoma" panose="020B0604030504040204" pitchFamily="34" charset="0"/>
                <a:ea typeface="Tahoma" panose="020B0604030504040204" pitchFamily="34" charset="0"/>
                <a:cs typeface="Tahoma" panose="020B0604030504040204" pitchFamily="34" charset="0"/>
              </a:rPr>
              <a:t>)</a:t>
            </a:r>
            <a:endParaRPr lang="en-US" dirty="0"/>
          </a:p>
        </p:txBody>
      </p:sp>
      <p:sp>
        <p:nvSpPr>
          <p:cNvPr id="7" name="Content Placeholder 6">
            <a:extLst>
              <a:ext uri="{FF2B5EF4-FFF2-40B4-BE49-F238E27FC236}">
                <a16:creationId xmlns:a16="http://schemas.microsoft.com/office/drawing/2014/main" id="{F04CF483-2549-5577-648A-F6CE08B9203E}"/>
              </a:ext>
            </a:extLst>
          </p:cNvPr>
          <p:cNvSpPr>
            <a:spLocks noGrp="1"/>
          </p:cNvSpPr>
          <p:nvPr>
            <p:ph idx="1"/>
          </p:nvPr>
        </p:nvSpPr>
        <p:spPr>
          <a:xfrm>
            <a:off x="654926" y="1631176"/>
            <a:ext cx="7886700" cy="4351338"/>
          </a:xfrm>
        </p:spPr>
        <p:txBody>
          <a:bodyPr/>
          <a:lstStyle/>
          <a:p>
            <a:pPr marL="355600" marR="350520" indent="-342900" algn="just">
              <a:lnSpc>
                <a:spcPts val="2600"/>
              </a:lnSpc>
              <a:spcBef>
                <a:spcPts val="420"/>
              </a:spcBef>
              <a:buFont typeface="Arial"/>
              <a:buChar char="•"/>
              <a:tabLst>
                <a:tab pos="355600" algn="l"/>
              </a:tabLst>
            </a:pPr>
            <a:r>
              <a:rPr lang="vi-VN" sz="2400" spc="-30">
                <a:latin typeface="Tahoma" panose="020B0604030504040204" pitchFamily="34" charset="0"/>
                <a:ea typeface="Tahoma" panose="020B0604030504040204" pitchFamily="34" charset="0"/>
                <a:cs typeface="Tahoma" panose="020B0604030504040204" pitchFamily="34" charset="0"/>
              </a:rPr>
              <a:t>là mở rộng của k-means, đề xuất bởi Kaufman và Rousseeuw. Nhằm xử lý hiệu quả DL nhiễu/phần tử ngoại lai.</a:t>
            </a:r>
          </a:p>
          <a:p>
            <a:pPr marL="353695" marR="255904" indent="-340995" algn="just">
              <a:lnSpc>
                <a:spcPts val="2600"/>
              </a:lnSpc>
              <a:spcBef>
                <a:spcPts val="500"/>
              </a:spcBef>
              <a:buFont typeface="Arial"/>
              <a:buChar char="•"/>
              <a:tabLst>
                <a:tab pos="355600" algn="l"/>
              </a:tabLst>
            </a:pPr>
            <a:r>
              <a:rPr lang="vi-VN" sz="2400" spc="-30">
                <a:latin typeface="Tahoma" panose="020B0604030504040204" pitchFamily="34" charset="0"/>
                <a:ea typeface="Tahoma" panose="020B0604030504040204" pitchFamily="34" charset="0"/>
                <a:cs typeface="Tahoma" panose="020B0604030504040204" pitchFamily="34" charset="0"/>
              </a:rPr>
              <a:t>PAM sử dụng các đối tượng medoid để biểu diễn cho các</a:t>
            </a:r>
            <a:r>
              <a:rPr lang="en-US" sz="2400" spc="-30">
                <a:latin typeface="Tahoma" panose="020B0604030504040204" pitchFamily="34" charset="0"/>
                <a:ea typeface="Tahoma" panose="020B0604030504040204" pitchFamily="34" charset="0"/>
                <a:cs typeface="Tahoma" panose="020B0604030504040204" pitchFamily="34" charset="0"/>
              </a:rPr>
              <a:t> </a:t>
            </a:r>
            <a:r>
              <a:rPr lang="vi-VN" sz="2400" spc="-30">
                <a:latin typeface="Tahoma" panose="020B0604030504040204" pitchFamily="34" charset="0"/>
                <a:ea typeface="Tahoma" panose="020B0604030504040204" pitchFamily="34" charset="0"/>
                <a:cs typeface="Tahoma" panose="020B0604030504040204" pitchFamily="34" charset="0"/>
              </a:rPr>
              <a:t>cụm DL. medoid là đối tượng đặt tại vị trí trung tâm nhất bên trong của mỗi cụm. Nên medoid ít bị ảnh hưởng của các đối tượng ở rất xa trung tâm, còn các trọng tâm của k-means lại bị tác động.</a:t>
            </a:r>
          </a:p>
          <a:p>
            <a:pPr marL="759460" lvl="1" indent="-391160" algn="just">
              <a:lnSpc>
                <a:spcPct val="100000"/>
              </a:lnSpc>
              <a:spcBef>
                <a:spcPts val="180"/>
              </a:spcBef>
              <a:buClr>
                <a:srgbClr val="558ED5"/>
              </a:buClr>
              <a:buSzPct val="75000"/>
              <a:buFont typeface="Arial"/>
              <a:buChar char="□"/>
              <a:tabLst>
                <a:tab pos="759460" algn="l"/>
              </a:tabLst>
            </a:pPr>
            <a:r>
              <a:rPr lang="vi-VN" sz="2400" spc="-30">
                <a:latin typeface="Tahoma" panose="020B0604030504040204" pitchFamily="34" charset="0"/>
                <a:ea typeface="Tahoma" panose="020B0604030504040204" pitchFamily="34" charset="0"/>
                <a:cs typeface="Tahoma" panose="020B0604030504040204" pitchFamily="34" charset="0"/>
              </a:rPr>
              <a:t>Ban đầu, PAM khởi tạo k đối tượng medoid.</a:t>
            </a:r>
          </a:p>
          <a:p>
            <a:pPr marL="759460" marR="334645" lvl="1" indent="-391160" algn="just">
              <a:lnSpc>
                <a:spcPct val="89600"/>
              </a:lnSpc>
              <a:spcBef>
                <a:spcPts val="550"/>
              </a:spcBef>
              <a:buClr>
                <a:srgbClr val="558ED5"/>
              </a:buClr>
              <a:buSzPct val="75000"/>
              <a:buFont typeface="Arial"/>
              <a:buChar char="□"/>
              <a:tabLst>
                <a:tab pos="762000" algn="l"/>
              </a:tabLst>
            </a:pPr>
            <a:r>
              <a:rPr lang="vi-VN" sz="2400" spc="-30">
                <a:latin typeface="Tahoma" panose="020B0604030504040204" pitchFamily="34" charset="0"/>
                <a:ea typeface="Tahoma" panose="020B0604030504040204" pitchFamily="34" charset="0"/>
                <a:cs typeface="Tahoma" panose="020B0604030504040204" pitchFamily="34" charset="0"/>
              </a:rPr>
              <a:t>phân phối các đối tượng còn lại vào các cụm tương ứng với các medoid đại diện, sao cho chúng tương tự với medoid trong cụm nhất.</a:t>
            </a:r>
          </a:p>
          <a:p>
            <a:endParaRPr lang="en-US"/>
          </a:p>
        </p:txBody>
      </p:sp>
      <p:sp>
        <p:nvSpPr>
          <p:cNvPr id="4" name="object 4"/>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51</a:t>
            </a:fld>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792970"/>
            <a:ext cx="7886700" cy="469872"/>
          </a:xfrm>
        </p:spPr>
        <p:txBody>
          <a:bodyPr vert="horz" wrap="square" lIns="0" tIns="12700" rIns="0" bIns="0" rtlCol="0">
            <a:spAutoFit/>
          </a:bodyPr>
          <a:lstStyle/>
          <a:p>
            <a:r>
              <a:rPr lang="en-US"/>
              <a:t>PAM</a:t>
            </a:r>
            <a:endParaRPr lang="en-US" dirty="0"/>
          </a:p>
        </p:txBody>
      </p:sp>
      <p:sp>
        <p:nvSpPr>
          <p:cNvPr id="7" name="Content Placeholder 6">
            <a:extLst>
              <a:ext uri="{FF2B5EF4-FFF2-40B4-BE49-F238E27FC236}">
                <a16:creationId xmlns:a16="http://schemas.microsoft.com/office/drawing/2014/main" id="{B282A9EC-32DB-1004-27C3-A15241656096}"/>
              </a:ext>
            </a:extLst>
          </p:cNvPr>
          <p:cNvSpPr>
            <a:spLocks noGrp="1"/>
          </p:cNvSpPr>
          <p:nvPr>
            <p:ph idx="1"/>
          </p:nvPr>
        </p:nvSpPr>
        <p:spPr/>
        <p:txBody>
          <a:bodyPr/>
          <a:lstStyle/>
          <a:p>
            <a:pPr marL="381000" marR="407670" indent="-342900" algn="just">
              <a:lnSpc>
                <a:spcPts val="2600"/>
              </a:lnSpc>
              <a:spcBef>
                <a:spcPts val="420"/>
              </a:spcBef>
              <a:buFont typeface="Arial"/>
              <a:buChar char="•"/>
              <a:tabLst>
                <a:tab pos="381000" algn="l"/>
              </a:tabLst>
            </a:pPr>
            <a:r>
              <a:rPr lang="vi-VN" sz="2000">
                <a:latin typeface="Tahoma" panose="020B0604030504040204" pitchFamily="34" charset="0"/>
                <a:ea typeface="Tahoma" panose="020B0604030504040204" pitchFamily="34" charset="0"/>
                <a:cs typeface="Tahoma" panose="020B0604030504040204" pitchFamily="34" charset="0"/>
              </a:rPr>
              <a:t>Nếu</a:t>
            </a:r>
            <a:r>
              <a:rPr lang="vi-VN" sz="2000" spc="-100">
                <a:latin typeface="Tahoma" panose="020B0604030504040204" pitchFamily="34" charset="0"/>
                <a:ea typeface="Tahoma" panose="020B0604030504040204" pitchFamily="34" charset="0"/>
                <a:cs typeface="Tahoma" panose="020B0604030504040204" pitchFamily="34" charset="0"/>
              </a:rPr>
              <a:t> </a:t>
            </a:r>
            <a:r>
              <a:rPr lang="vi-VN" sz="2000">
                <a:latin typeface="Tahoma" panose="020B0604030504040204" pitchFamily="34" charset="0"/>
                <a:ea typeface="Tahoma" panose="020B0604030504040204" pitchFamily="34" charset="0"/>
                <a:cs typeface="Tahoma" panose="020B0604030504040204" pitchFamily="34" charset="0"/>
              </a:rPr>
              <a:t>O</a:t>
            </a:r>
            <a:r>
              <a:rPr lang="vi-VN" sz="2000" baseline="-25000">
                <a:latin typeface="Tahoma" panose="020B0604030504040204" pitchFamily="34" charset="0"/>
                <a:ea typeface="Tahoma" panose="020B0604030504040204" pitchFamily="34" charset="0"/>
                <a:cs typeface="Tahoma" panose="020B0604030504040204" pitchFamily="34" charset="0"/>
              </a:rPr>
              <a:t>j</a:t>
            </a:r>
            <a:r>
              <a:rPr lang="vi-VN" sz="2000" spc="-30">
                <a:latin typeface="Tahoma" panose="020B0604030504040204" pitchFamily="34" charset="0"/>
                <a:ea typeface="Tahoma" panose="020B0604030504040204" pitchFamily="34" charset="0"/>
                <a:cs typeface="Tahoma" panose="020B0604030504040204" pitchFamily="34" charset="0"/>
              </a:rPr>
              <a:t> </a:t>
            </a:r>
            <a:r>
              <a:rPr lang="vi-VN" sz="2000">
                <a:latin typeface="Tahoma" panose="020B0604030504040204" pitchFamily="34" charset="0"/>
                <a:ea typeface="Tahoma" panose="020B0604030504040204" pitchFamily="34" charset="0"/>
                <a:cs typeface="Tahoma" panose="020B0604030504040204" pitchFamily="34" charset="0"/>
              </a:rPr>
              <a:t>là</a:t>
            </a:r>
            <a:r>
              <a:rPr lang="vi-VN" sz="2000" spc="-25">
                <a:latin typeface="Tahoma" panose="020B0604030504040204" pitchFamily="34" charset="0"/>
                <a:ea typeface="Tahoma" panose="020B0604030504040204" pitchFamily="34" charset="0"/>
                <a:cs typeface="Tahoma" panose="020B0604030504040204" pitchFamily="34" charset="0"/>
              </a:rPr>
              <a:t> </a:t>
            </a:r>
            <a:r>
              <a:rPr lang="vi-VN" sz="2000">
                <a:latin typeface="Tahoma" panose="020B0604030504040204" pitchFamily="34" charset="0"/>
                <a:ea typeface="Tahoma" panose="020B0604030504040204" pitchFamily="34" charset="0"/>
                <a:cs typeface="Tahoma" panose="020B0604030504040204" pitchFamily="34" charset="0"/>
              </a:rPr>
              <a:t>đối</a:t>
            </a:r>
            <a:r>
              <a:rPr lang="vi-VN" sz="2000" spc="-30">
                <a:latin typeface="Tahoma" panose="020B0604030504040204" pitchFamily="34" charset="0"/>
                <a:ea typeface="Tahoma" panose="020B0604030504040204" pitchFamily="34" charset="0"/>
                <a:cs typeface="Tahoma" panose="020B0604030504040204" pitchFamily="34" charset="0"/>
              </a:rPr>
              <a:t> </a:t>
            </a:r>
            <a:r>
              <a:rPr lang="vi-VN" sz="2000">
                <a:latin typeface="Tahoma" panose="020B0604030504040204" pitchFamily="34" charset="0"/>
                <a:ea typeface="Tahoma" panose="020B0604030504040204" pitchFamily="34" charset="0"/>
                <a:cs typeface="Tahoma" panose="020B0604030504040204" pitchFamily="34" charset="0"/>
              </a:rPr>
              <a:t>tượng</a:t>
            </a:r>
            <a:r>
              <a:rPr lang="vi-VN" sz="2000" spc="-25">
                <a:latin typeface="Tahoma" panose="020B0604030504040204" pitchFamily="34" charset="0"/>
                <a:ea typeface="Tahoma" panose="020B0604030504040204" pitchFamily="34" charset="0"/>
                <a:cs typeface="Tahoma" panose="020B0604030504040204" pitchFamily="34" charset="0"/>
              </a:rPr>
              <a:t> </a:t>
            </a:r>
            <a:r>
              <a:rPr lang="vi-VN" sz="2000">
                <a:latin typeface="Tahoma" panose="020B0604030504040204" pitchFamily="34" charset="0"/>
                <a:ea typeface="Tahoma" panose="020B0604030504040204" pitchFamily="34" charset="0"/>
                <a:cs typeface="Tahoma" panose="020B0604030504040204" pitchFamily="34" charset="0"/>
              </a:rPr>
              <a:t>không</a:t>
            </a:r>
            <a:r>
              <a:rPr lang="vi-VN" sz="2000" spc="70">
                <a:latin typeface="Tahoma" panose="020B0604030504040204" pitchFamily="34" charset="0"/>
                <a:ea typeface="Tahoma" panose="020B0604030504040204" pitchFamily="34" charset="0"/>
                <a:cs typeface="Tahoma" panose="020B0604030504040204" pitchFamily="34" charset="0"/>
              </a:rPr>
              <a:t> </a:t>
            </a:r>
            <a:r>
              <a:rPr lang="vi-VN" sz="2000">
                <a:latin typeface="Tahoma" panose="020B0604030504040204" pitchFamily="34" charset="0"/>
                <a:ea typeface="Tahoma" panose="020B0604030504040204" pitchFamily="34" charset="0"/>
                <a:cs typeface="Tahoma" panose="020B0604030504040204" pitchFamily="34" charset="0"/>
              </a:rPr>
              <a:t>phải là medoid và O</a:t>
            </a:r>
            <a:r>
              <a:rPr lang="vi-VN" sz="2000" baseline="-25000">
                <a:latin typeface="Tahoma" panose="020B0604030504040204" pitchFamily="34" charset="0"/>
                <a:ea typeface="Tahoma" panose="020B0604030504040204" pitchFamily="34" charset="0"/>
                <a:cs typeface="Tahoma" panose="020B0604030504040204" pitchFamily="34" charset="0"/>
              </a:rPr>
              <a:t>m</a:t>
            </a:r>
            <a:r>
              <a:rPr lang="vi-VN" sz="2000">
                <a:latin typeface="Tahoma" panose="020B0604030504040204" pitchFamily="34" charset="0"/>
                <a:ea typeface="Tahoma" panose="020B0604030504040204" pitchFamily="34" charset="0"/>
                <a:cs typeface="Tahoma" panose="020B0604030504040204" pitchFamily="34" charset="0"/>
              </a:rPr>
              <a:t> là đối tượng medoid, ta nói O</a:t>
            </a:r>
            <a:r>
              <a:rPr lang="vi-VN" sz="2000" baseline="-25000">
                <a:latin typeface="Tahoma" panose="020B0604030504040204" pitchFamily="34" charset="0"/>
                <a:ea typeface="Tahoma" panose="020B0604030504040204" pitchFamily="34" charset="0"/>
                <a:cs typeface="Tahoma" panose="020B0604030504040204" pitchFamily="34" charset="0"/>
              </a:rPr>
              <a:t>j</a:t>
            </a:r>
            <a:r>
              <a:rPr lang="vi-VN" sz="2000">
                <a:latin typeface="Tahoma" panose="020B0604030504040204" pitchFamily="34" charset="0"/>
                <a:ea typeface="Tahoma" panose="020B0604030504040204" pitchFamily="34" charset="0"/>
                <a:cs typeface="Tahoma" panose="020B0604030504040204" pitchFamily="34" charset="0"/>
              </a:rPr>
              <a:t> thuộc về cụm có medoid là O</a:t>
            </a:r>
            <a:r>
              <a:rPr lang="vi-VN" sz="2000" baseline="-25000">
                <a:latin typeface="Tahoma" panose="020B0604030504040204" pitchFamily="34" charset="0"/>
                <a:ea typeface="Tahoma" panose="020B0604030504040204" pitchFamily="34" charset="0"/>
                <a:cs typeface="Tahoma" panose="020B0604030504040204" pitchFamily="34" charset="0"/>
              </a:rPr>
              <a:t>m</a:t>
            </a:r>
            <a:r>
              <a:rPr lang="vi-VN" sz="2000">
                <a:latin typeface="Tahoma" panose="020B0604030504040204" pitchFamily="34" charset="0"/>
                <a:ea typeface="Tahoma" panose="020B0604030504040204" pitchFamily="34" charset="0"/>
                <a:cs typeface="Tahoma" panose="020B0604030504040204" pitchFamily="34" charset="0"/>
              </a:rPr>
              <a:t> làm đại diện nếu: d(O</a:t>
            </a:r>
            <a:r>
              <a:rPr lang="vi-VN" sz="2000" baseline="-25000">
                <a:latin typeface="Tahoma" panose="020B0604030504040204" pitchFamily="34" charset="0"/>
                <a:ea typeface="Tahoma" panose="020B0604030504040204" pitchFamily="34" charset="0"/>
                <a:cs typeface="Tahoma" panose="020B0604030504040204" pitchFamily="34" charset="0"/>
              </a:rPr>
              <a:t>j</a:t>
            </a:r>
            <a:r>
              <a:rPr lang="vi-VN" sz="2000">
                <a:latin typeface="Tahoma" panose="020B0604030504040204" pitchFamily="34" charset="0"/>
                <a:ea typeface="Tahoma" panose="020B0604030504040204" pitchFamily="34" charset="0"/>
                <a:cs typeface="Tahoma" panose="020B0604030504040204" pitchFamily="34" charset="0"/>
              </a:rPr>
              <a:t>, O</a:t>
            </a:r>
            <a:r>
              <a:rPr lang="vi-VN" sz="2000" baseline="-25000">
                <a:latin typeface="Tahoma" panose="020B0604030504040204" pitchFamily="34" charset="0"/>
                <a:ea typeface="Tahoma" panose="020B0604030504040204" pitchFamily="34" charset="0"/>
                <a:cs typeface="Tahoma" panose="020B0604030504040204" pitchFamily="34" charset="0"/>
              </a:rPr>
              <a:t>m</a:t>
            </a:r>
            <a:r>
              <a:rPr lang="vi-VN" sz="2000">
                <a:latin typeface="Tahoma" panose="020B0604030504040204" pitchFamily="34" charset="0"/>
                <a:ea typeface="Tahoma" panose="020B0604030504040204" pitchFamily="34" charset="0"/>
                <a:cs typeface="Tahoma" panose="020B0604030504040204" pitchFamily="34" charset="0"/>
              </a:rPr>
              <a:t>) = min</a:t>
            </a:r>
            <a:r>
              <a:rPr lang="vi-VN" sz="2000" baseline="-25000">
                <a:latin typeface="Tahoma" panose="020B0604030504040204" pitchFamily="34" charset="0"/>
                <a:ea typeface="Tahoma" panose="020B0604030504040204" pitchFamily="34" charset="0"/>
                <a:cs typeface="Tahoma" panose="020B0604030504040204" pitchFamily="34" charset="0"/>
              </a:rPr>
              <a:t>Oe</a:t>
            </a:r>
            <a:r>
              <a:rPr lang="vi-VN" sz="2000">
                <a:latin typeface="Tahoma" panose="020B0604030504040204" pitchFamily="34" charset="0"/>
                <a:ea typeface="Tahoma" panose="020B0604030504040204" pitchFamily="34" charset="0"/>
                <a:cs typeface="Tahoma" panose="020B0604030504040204" pitchFamily="34" charset="0"/>
              </a:rPr>
              <a:t>d(O</a:t>
            </a:r>
            <a:r>
              <a:rPr lang="vi-VN" sz="2000" baseline="-25000">
                <a:latin typeface="Tahoma" panose="020B0604030504040204" pitchFamily="34" charset="0"/>
                <a:ea typeface="Tahoma" panose="020B0604030504040204" pitchFamily="34" charset="0"/>
                <a:cs typeface="Tahoma" panose="020B0604030504040204" pitchFamily="34" charset="0"/>
              </a:rPr>
              <a:t>j</a:t>
            </a:r>
            <a:r>
              <a:rPr lang="vi-VN" sz="2000">
                <a:latin typeface="Tahoma" panose="020B0604030504040204" pitchFamily="34" charset="0"/>
                <a:ea typeface="Tahoma" panose="020B0604030504040204" pitchFamily="34" charset="0"/>
                <a:cs typeface="Tahoma" panose="020B0604030504040204" pitchFamily="34" charset="0"/>
              </a:rPr>
              <a:t>,O</a:t>
            </a:r>
            <a:r>
              <a:rPr lang="vi-VN" sz="2000" baseline="-25000">
                <a:latin typeface="Tahoma" panose="020B0604030504040204" pitchFamily="34" charset="0"/>
                <a:ea typeface="Tahoma" panose="020B0604030504040204" pitchFamily="34" charset="0"/>
                <a:cs typeface="Tahoma" panose="020B0604030504040204" pitchFamily="34" charset="0"/>
              </a:rPr>
              <a:t>e</a:t>
            </a:r>
            <a:r>
              <a:rPr lang="vi-VN" sz="2000">
                <a:latin typeface="Tahoma" panose="020B0604030504040204" pitchFamily="34" charset="0"/>
                <a:ea typeface="Tahoma" panose="020B0604030504040204" pitchFamily="34" charset="0"/>
                <a:cs typeface="Tahoma" panose="020B0604030504040204" pitchFamily="34" charset="0"/>
              </a:rPr>
              <a:t>).</a:t>
            </a:r>
          </a:p>
          <a:p>
            <a:pPr marL="393700" algn="just">
              <a:lnSpc>
                <a:spcPct val="100000"/>
              </a:lnSpc>
              <a:spcBef>
                <a:spcPts val="280"/>
              </a:spcBef>
              <a:tabLst>
                <a:tab pos="786765" algn="l"/>
              </a:tabLst>
            </a:pPr>
            <a:r>
              <a:rPr lang="vi-VN" sz="2000">
                <a:latin typeface="Tahoma" panose="020B0604030504040204" pitchFamily="34" charset="0"/>
                <a:ea typeface="Tahoma" panose="020B0604030504040204" pitchFamily="34" charset="0"/>
                <a:cs typeface="Tahoma" panose="020B0604030504040204" pitchFamily="34" charset="0"/>
              </a:rPr>
              <a:t>□	d(O</a:t>
            </a:r>
            <a:r>
              <a:rPr lang="vi-VN" sz="2000" baseline="-25000">
                <a:latin typeface="Tahoma" panose="020B0604030504040204" pitchFamily="34" charset="0"/>
                <a:ea typeface="Tahoma" panose="020B0604030504040204" pitchFamily="34" charset="0"/>
                <a:cs typeface="Tahoma" panose="020B0604030504040204" pitchFamily="34" charset="0"/>
              </a:rPr>
              <a:t>j</a:t>
            </a:r>
            <a:r>
              <a:rPr lang="vi-VN" sz="2000">
                <a:latin typeface="Tahoma" panose="020B0604030504040204" pitchFamily="34" charset="0"/>
                <a:ea typeface="Tahoma" panose="020B0604030504040204" pitchFamily="34" charset="0"/>
                <a:cs typeface="Tahoma" panose="020B0604030504040204" pitchFamily="34" charset="0"/>
              </a:rPr>
              <a:t>,O</a:t>
            </a:r>
            <a:r>
              <a:rPr lang="vi-VN" sz="2000" baseline="-25000">
                <a:latin typeface="Tahoma" panose="020B0604030504040204" pitchFamily="34" charset="0"/>
                <a:ea typeface="Tahoma" panose="020B0604030504040204" pitchFamily="34" charset="0"/>
                <a:cs typeface="Tahoma" panose="020B0604030504040204" pitchFamily="34" charset="0"/>
              </a:rPr>
              <a:t>e</a:t>
            </a:r>
            <a:r>
              <a:rPr lang="vi-VN" sz="2000">
                <a:latin typeface="Tahoma" panose="020B0604030504040204" pitchFamily="34" charset="0"/>
                <a:ea typeface="Tahoma" panose="020B0604030504040204" pitchFamily="34" charset="0"/>
                <a:cs typeface="Tahoma" panose="020B0604030504040204" pitchFamily="34" charset="0"/>
              </a:rPr>
              <a:t>) là độ phi tương tự giữa O</a:t>
            </a:r>
            <a:r>
              <a:rPr lang="vi-VN" sz="2000" baseline="-25000">
                <a:latin typeface="Tahoma" panose="020B0604030504040204" pitchFamily="34" charset="0"/>
                <a:ea typeface="Tahoma" panose="020B0604030504040204" pitchFamily="34" charset="0"/>
                <a:cs typeface="Tahoma" panose="020B0604030504040204" pitchFamily="34" charset="0"/>
              </a:rPr>
              <a:t>j</a:t>
            </a:r>
            <a:r>
              <a:rPr lang="vi-VN" sz="2000">
                <a:latin typeface="Tahoma" panose="020B0604030504040204" pitchFamily="34" charset="0"/>
                <a:ea typeface="Tahoma" panose="020B0604030504040204" pitchFamily="34" charset="0"/>
                <a:cs typeface="Tahoma" panose="020B0604030504040204" pitchFamily="34" charset="0"/>
              </a:rPr>
              <a:t> và O</a:t>
            </a:r>
            <a:r>
              <a:rPr lang="vi-VN" sz="2000" baseline="-25000">
                <a:latin typeface="Tahoma" panose="020B0604030504040204" pitchFamily="34" charset="0"/>
                <a:ea typeface="Tahoma" panose="020B0604030504040204" pitchFamily="34" charset="0"/>
                <a:cs typeface="Tahoma" panose="020B0604030504040204" pitchFamily="34" charset="0"/>
              </a:rPr>
              <a:t>e</a:t>
            </a:r>
            <a:r>
              <a:rPr lang="vi-VN" sz="2000">
                <a:latin typeface="Tahoma" panose="020B0604030504040204" pitchFamily="34" charset="0"/>
                <a:ea typeface="Tahoma" panose="020B0604030504040204" pitchFamily="34" charset="0"/>
                <a:cs typeface="Tahoma" panose="020B0604030504040204" pitchFamily="34" charset="0"/>
              </a:rPr>
              <a:t>.</a:t>
            </a:r>
          </a:p>
          <a:p>
            <a:pPr marL="787400" marR="146050" indent="-393700" algn="just">
              <a:lnSpc>
                <a:spcPts val="2200"/>
              </a:lnSpc>
              <a:spcBef>
                <a:spcPts val="439"/>
              </a:spcBef>
              <a:tabLst>
                <a:tab pos="786765" algn="l"/>
              </a:tabLst>
            </a:pPr>
            <a:r>
              <a:rPr lang="vi-VN" sz="2000">
                <a:latin typeface="Tahoma" panose="020B0604030504040204" pitchFamily="34" charset="0"/>
                <a:ea typeface="Tahoma" panose="020B0604030504040204" pitchFamily="34" charset="0"/>
                <a:cs typeface="Tahoma" panose="020B0604030504040204" pitchFamily="34" charset="0"/>
              </a:rPr>
              <a:t>□	min</a:t>
            </a:r>
            <a:r>
              <a:rPr lang="vi-VN" sz="2000" baseline="-25000">
                <a:latin typeface="Tahoma" panose="020B0604030504040204" pitchFamily="34" charset="0"/>
                <a:ea typeface="Tahoma" panose="020B0604030504040204" pitchFamily="34" charset="0"/>
                <a:cs typeface="Tahoma" panose="020B0604030504040204" pitchFamily="34" charset="0"/>
              </a:rPr>
              <a:t>Oe</a:t>
            </a:r>
            <a:r>
              <a:rPr lang="vi-VN" sz="2000">
                <a:latin typeface="Tahoma" panose="020B0604030504040204" pitchFamily="34" charset="0"/>
                <a:ea typeface="Tahoma" panose="020B0604030504040204" pitchFamily="34" charset="0"/>
                <a:cs typeface="Tahoma" panose="020B0604030504040204" pitchFamily="34" charset="0"/>
              </a:rPr>
              <a:t> là giá trị nhỏ nhất của độ phi tương tự giữa O</a:t>
            </a:r>
            <a:r>
              <a:rPr lang="vi-VN" sz="2000" baseline="-25000">
                <a:latin typeface="Tahoma" panose="020B0604030504040204" pitchFamily="34" charset="0"/>
                <a:ea typeface="Tahoma" panose="020B0604030504040204" pitchFamily="34" charset="0"/>
                <a:cs typeface="Tahoma" panose="020B0604030504040204" pitchFamily="34" charset="0"/>
              </a:rPr>
              <a:t>j</a:t>
            </a:r>
            <a:r>
              <a:rPr lang="vi-VN" sz="2000">
                <a:latin typeface="Tahoma" panose="020B0604030504040204" pitchFamily="34" charset="0"/>
                <a:ea typeface="Tahoma" panose="020B0604030504040204" pitchFamily="34" charset="0"/>
                <a:cs typeface="Tahoma" panose="020B0604030504040204" pitchFamily="34" charset="0"/>
              </a:rPr>
              <a:t> và tất cả các đối tượng medoid của các cụm DL.</a:t>
            </a:r>
          </a:p>
          <a:p>
            <a:pPr marL="381000" marR="30480" indent="-342900" algn="just">
              <a:lnSpc>
                <a:spcPct val="91400"/>
              </a:lnSpc>
              <a:spcBef>
                <a:spcPts val="405"/>
              </a:spcBef>
              <a:buFont typeface="Arial"/>
              <a:buChar char="•"/>
              <a:tabLst>
                <a:tab pos="381000" algn="l"/>
              </a:tabLst>
            </a:pPr>
            <a:r>
              <a:rPr lang="vi-VN" sz="2000">
                <a:latin typeface="Tahoma" panose="020B0604030504040204" pitchFamily="34" charset="0"/>
                <a:ea typeface="Tahoma" panose="020B0604030504040204" pitchFamily="34" charset="0"/>
                <a:cs typeface="Tahoma" panose="020B0604030504040204" pitchFamily="34" charset="0"/>
              </a:rPr>
              <a:t>Chất lượng của mỗi cụm được đánh giá qua độ phi tương tự trung bình giữa một đối tượng và medoid tương ứng với cụm của nó, nghĩa là được đánh giá qua chất lượng của tất cả các medoid.</a:t>
            </a:r>
          </a:p>
          <a:p>
            <a:pPr marL="0" indent="0">
              <a:buNone/>
            </a:pPr>
            <a:endParaRPr lang="en-US"/>
          </a:p>
        </p:txBody>
      </p:sp>
      <p:sp>
        <p:nvSpPr>
          <p:cNvPr id="4" name="object 4"/>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52</a:t>
            </a:fld>
            <a:endParaRPr lang="en-US" dirty="0"/>
          </a:p>
        </p:txBody>
      </p:sp>
      <p:sp>
        <p:nvSpPr>
          <p:cNvPr id="3" name="object 3"/>
          <p:cNvSpPr txBox="1"/>
          <p:nvPr/>
        </p:nvSpPr>
        <p:spPr>
          <a:xfrm>
            <a:off x="369888" y="3041714"/>
            <a:ext cx="8404224" cy="387286"/>
          </a:xfrm>
          <a:prstGeom prst="rect">
            <a:avLst/>
          </a:prstGeom>
        </p:spPr>
        <p:txBody>
          <a:bodyPr vert="horz" wrap="square" lIns="0" tIns="53340" rIns="0" bIns="0" rtlCol="0">
            <a:spAutoFit/>
          </a:bodyPr>
          <a:lstStyle/>
          <a:p>
            <a:pPr marL="381000" marR="407670" indent="-342900" algn="just">
              <a:lnSpc>
                <a:spcPts val="2600"/>
              </a:lnSpc>
              <a:spcBef>
                <a:spcPts val="420"/>
              </a:spcBef>
              <a:buFont typeface="Arial"/>
              <a:buChar char="•"/>
              <a:tabLst>
                <a:tab pos="381000" algn="l"/>
              </a:tabLst>
            </a:pPr>
            <a:endParaRPr sz="2400" dirty="0">
              <a:latin typeface="Tahoma" panose="020B0604030504040204" pitchFamily="34" charset="0"/>
              <a:ea typeface="Tahoma" panose="020B0604030504040204" pitchFamily="34" charset="0"/>
              <a:cs typeface="Tahoma" panose="020B0604030504040204" pitchFamily="34"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365126"/>
            <a:ext cx="7886700" cy="1325563"/>
          </a:xfrm>
        </p:spPr>
        <p:txBody>
          <a:bodyPr vert="horz" wrap="square" lIns="0" tIns="12700" rIns="0" bIns="0" rtlCol="0">
            <a:spAutoFit/>
          </a:bodyPr>
          <a:lstStyle/>
          <a:p>
            <a:r>
              <a:rPr lang="en-US" dirty="0"/>
              <a:t>Thuật toán PAM…</a:t>
            </a:r>
          </a:p>
        </p:txBody>
      </p:sp>
      <p:sp>
        <p:nvSpPr>
          <p:cNvPr id="7" name="Content Placeholder 6">
            <a:extLst>
              <a:ext uri="{FF2B5EF4-FFF2-40B4-BE49-F238E27FC236}">
                <a16:creationId xmlns:a16="http://schemas.microsoft.com/office/drawing/2014/main" id="{EECE1CB5-7A07-2F35-9A2B-F3E8FE097718}"/>
              </a:ext>
            </a:extLst>
          </p:cNvPr>
          <p:cNvSpPr>
            <a:spLocks noGrp="1"/>
          </p:cNvSpPr>
          <p:nvPr>
            <p:ph idx="1"/>
          </p:nvPr>
        </p:nvSpPr>
        <p:spPr/>
        <p:txBody>
          <a:bodyPr>
            <a:normAutofit fontScale="92500"/>
          </a:bodyPr>
          <a:lstStyle/>
          <a:p>
            <a:pPr marL="355600" marR="299085" indent="-342900" algn="just">
              <a:lnSpc>
                <a:spcPts val="2600"/>
              </a:lnSpc>
              <a:spcBef>
                <a:spcPts val="420"/>
              </a:spcBef>
              <a:buFont typeface="Arial"/>
              <a:buChar char="•"/>
              <a:tabLst>
                <a:tab pos="355600" algn="l"/>
              </a:tabLst>
            </a:pPr>
            <a:r>
              <a:rPr lang="vi-VN" sz="2400">
                <a:latin typeface="Tahoma" panose="020B0604030504040204" pitchFamily="34" charset="0"/>
                <a:ea typeface="Tahoma" panose="020B0604030504040204" pitchFamily="34" charset="0"/>
                <a:cs typeface="Tahoma" panose="020B0604030504040204" pitchFamily="34" charset="0"/>
              </a:rPr>
              <a:t>Độ phi tương tự thường được xác định bằng độ đo khoảng cách. PAM được áp dụng cho DL không gian.</a:t>
            </a:r>
          </a:p>
          <a:p>
            <a:pPr marL="354965" indent="-342265" algn="just">
              <a:lnSpc>
                <a:spcPct val="100000"/>
              </a:lnSpc>
              <a:spcBef>
                <a:spcPts val="280"/>
              </a:spcBef>
              <a:buFont typeface="Arial"/>
              <a:buChar char="•"/>
              <a:tabLst>
                <a:tab pos="354965" algn="l"/>
              </a:tabLst>
            </a:pPr>
            <a:r>
              <a:rPr lang="vi-VN" sz="2400">
                <a:latin typeface="Tahoma" panose="020B0604030504040204" pitchFamily="34" charset="0"/>
                <a:ea typeface="Tahoma" panose="020B0604030504040204" pitchFamily="34" charset="0"/>
                <a:cs typeface="Tahoma" panose="020B0604030504040204" pitchFamily="34" charset="0"/>
              </a:rPr>
              <a:t>Xác định các medoid:</a:t>
            </a:r>
          </a:p>
          <a:p>
            <a:pPr marL="761365" lvl="1" indent="-393065" algn="just">
              <a:lnSpc>
                <a:spcPct val="100000"/>
              </a:lnSpc>
              <a:spcBef>
                <a:spcPts val="219"/>
              </a:spcBef>
              <a:buClr>
                <a:srgbClr val="558ED5"/>
              </a:buClr>
              <a:buSzPct val="75000"/>
              <a:buFont typeface="Arial"/>
              <a:buChar char="□"/>
              <a:tabLst>
                <a:tab pos="761365" algn="l"/>
              </a:tabLst>
            </a:pPr>
            <a:r>
              <a:rPr lang="vi-VN" sz="2400">
                <a:latin typeface="Tahoma" panose="020B0604030504040204" pitchFamily="34" charset="0"/>
                <a:ea typeface="Tahoma" panose="020B0604030504040204" pitchFamily="34" charset="0"/>
                <a:cs typeface="Tahoma" panose="020B0604030504040204" pitchFamily="34" charset="0"/>
              </a:rPr>
              <a:t>PAM bắt đầu lựa chọn k đối tượng medoid bất kỳ.</a:t>
            </a:r>
          </a:p>
          <a:p>
            <a:pPr marL="761365" lvl="1" indent="-393065" algn="just">
              <a:lnSpc>
                <a:spcPts val="2250"/>
              </a:lnSpc>
              <a:spcBef>
                <a:spcPts val="300"/>
              </a:spcBef>
              <a:buClr>
                <a:srgbClr val="558ED5"/>
              </a:buClr>
              <a:buSzPct val="75000"/>
              <a:buFont typeface="Arial"/>
              <a:buChar char="□"/>
              <a:tabLst>
                <a:tab pos="761365" algn="l"/>
                <a:tab pos="3034665" algn="l"/>
              </a:tabLst>
            </a:pPr>
            <a:r>
              <a:rPr lang="vi-VN" sz="2400">
                <a:latin typeface="Tahoma" panose="020B0604030504040204" pitchFamily="34" charset="0"/>
                <a:ea typeface="Tahoma" panose="020B0604030504040204" pitchFamily="34" charset="0"/>
                <a:cs typeface="Tahoma" panose="020B0604030504040204" pitchFamily="34" charset="0"/>
              </a:rPr>
              <a:t>Hoán chuyển medoid	O</a:t>
            </a:r>
            <a:r>
              <a:rPr lang="vi-VN" sz="2400" baseline="-25000">
                <a:latin typeface="Tahoma" panose="020B0604030504040204" pitchFamily="34" charset="0"/>
                <a:ea typeface="Tahoma" panose="020B0604030504040204" pitchFamily="34" charset="0"/>
                <a:cs typeface="Tahoma" panose="020B0604030504040204" pitchFamily="34" charset="0"/>
              </a:rPr>
              <a:t>m</a:t>
            </a:r>
            <a:r>
              <a:rPr lang="vi-VN" sz="2400">
                <a:latin typeface="Tahoma" panose="020B0604030504040204" pitchFamily="34" charset="0"/>
                <a:ea typeface="Tahoma" panose="020B0604030504040204" pitchFamily="34" charset="0"/>
                <a:cs typeface="Tahoma" panose="020B0604030504040204" pitchFamily="34" charset="0"/>
              </a:rPr>
              <a:t> và một đối tượng O</a:t>
            </a:r>
            <a:r>
              <a:rPr lang="vi-VN" sz="2400" baseline="-25000">
                <a:latin typeface="Tahoma" panose="020B0604030504040204" pitchFamily="34" charset="0"/>
                <a:ea typeface="Tahoma" panose="020B0604030504040204" pitchFamily="34" charset="0"/>
                <a:cs typeface="Tahoma" panose="020B0604030504040204" pitchFamily="34" charset="0"/>
              </a:rPr>
              <a:t>p</a:t>
            </a:r>
            <a:r>
              <a:rPr lang="vi-VN" sz="2400">
                <a:latin typeface="Tahoma" panose="020B0604030504040204" pitchFamily="34" charset="0"/>
                <a:ea typeface="Tahoma" panose="020B0604030504040204" pitchFamily="34" charset="0"/>
                <a:cs typeface="Tahoma" panose="020B0604030504040204" pitchFamily="34" charset="0"/>
              </a:rPr>
              <a:t> không phải là medoid, nếu chất lượng phân cụm tốt hơn.</a:t>
            </a:r>
          </a:p>
          <a:p>
            <a:pPr marL="761365" lvl="1" indent="-393065" algn="just">
              <a:lnSpc>
                <a:spcPct val="100000"/>
              </a:lnSpc>
              <a:spcBef>
                <a:spcPts val="300"/>
              </a:spcBef>
              <a:buClr>
                <a:srgbClr val="558ED5"/>
              </a:buClr>
              <a:buSzPct val="75000"/>
              <a:buFont typeface="Arial"/>
              <a:buChar char="□"/>
              <a:tabLst>
                <a:tab pos="761365" algn="l"/>
              </a:tabLst>
            </a:pPr>
            <a:r>
              <a:rPr lang="vi-VN" sz="2400">
                <a:latin typeface="Tahoma" panose="020B0604030504040204" pitchFamily="34" charset="0"/>
                <a:ea typeface="Tahoma" panose="020B0604030504040204" pitchFamily="34" charset="0"/>
                <a:cs typeface="Tahoma" panose="020B0604030504040204" pitchFamily="34" charset="0"/>
              </a:rPr>
              <a:t>Quá trình này kết thúc khi chất lượng phân cụm không thay đổi.</a:t>
            </a:r>
          </a:p>
          <a:p>
            <a:pPr marL="355600" marR="645160" indent="-342900" algn="just">
              <a:lnSpc>
                <a:spcPts val="2600"/>
              </a:lnSpc>
              <a:spcBef>
                <a:spcPts val="520"/>
              </a:spcBef>
              <a:buFont typeface="Arial"/>
              <a:buChar char="•"/>
              <a:tabLst>
                <a:tab pos="355600" algn="l"/>
              </a:tabLst>
            </a:pPr>
            <a:r>
              <a:rPr lang="vi-VN" sz="2400">
                <a:latin typeface="Tahoma" panose="020B0604030504040204" pitchFamily="34" charset="0"/>
                <a:ea typeface="Tahoma" panose="020B0604030504040204" pitchFamily="34" charset="0"/>
                <a:cs typeface="Tahoma" panose="020B0604030504040204" pitchFamily="34" charset="0"/>
              </a:rPr>
              <a:t>Chất lượng phân cụm được đánh giá thông qua hàm tiêu chuẩn.Tốt khi hàm tiêu chuẩn đạt giá trị tối thiểu.</a:t>
            </a:r>
          </a:p>
          <a:p>
            <a:endParaRPr lang="en-US"/>
          </a:p>
        </p:txBody>
      </p:sp>
      <p:sp>
        <p:nvSpPr>
          <p:cNvPr id="4" name="object 4"/>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53</a:t>
            </a:fld>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365126"/>
            <a:ext cx="7886700" cy="1325563"/>
          </a:xfrm>
        </p:spPr>
        <p:txBody>
          <a:bodyPr vert="horz" wrap="square" lIns="0" tIns="12700" rIns="0" bIns="0" rtlCol="0">
            <a:spAutoFit/>
          </a:bodyPr>
          <a:lstStyle/>
          <a:p>
            <a:r>
              <a:rPr lang="en-US" dirty="0"/>
              <a:t>Thuật toán PAM…</a:t>
            </a:r>
          </a:p>
        </p:txBody>
      </p:sp>
      <p:sp>
        <p:nvSpPr>
          <p:cNvPr id="7" name="Content Placeholder 6">
            <a:extLst>
              <a:ext uri="{FF2B5EF4-FFF2-40B4-BE49-F238E27FC236}">
                <a16:creationId xmlns:a16="http://schemas.microsoft.com/office/drawing/2014/main" id="{CD95F9EB-D347-4934-8A3D-BBA116EE8DD4}"/>
              </a:ext>
            </a:extLst>
          </p:cNvPr>
          <p:cNvSpPr>
            <a:spLocks noGrp="1"/>
          </p:cNvSpPr>
          <p:nvPr>
            <p:ph idx="1"/>
          </p:nvPr>
        </p:nvSpPr>
        <p:spPr>
          <a:xfrm>
            <a:off x="628650" y="1447800"/>
            <a:ext cx="7886700" cy="4729163"/>
          </a:xfrm>
        </p:spPr>
        <p:txBody>
          <a:bodyPr>
            <a:normAutofit/>
          </a:bodyPr>
          <a:lstStyle/>
          <a:p>
            <a:pPr marL="12700" marR="41275">
              <a:lnSpc>
                <a:spcPts val="3000"/>
              </a:lnSpc>
              <a:spcBef>
                <a:spcPts val="500"/>
              </a:spcBef>
              <a:tabLst>
                <a:tab pos="355600" algn="l"/>
              </a:tabLst>
            </a:pPr>
            <a:r>
              <a:rPr lang="vi-VN" sz="2800">
                <a:latin typeface="Tahoma" panose="020B0604030504040204" pitchFamily="34" charset="0"/>
                <a:ea typeface="Tahoma" panose="020B0604030504040204" pitchFamily="34" charset="0"/>
                <a:cs typeface="Tahoma" panose="020B0604030504040204" pitchFamily="34" charset="0"/>
              </a:rPr>
              <a:t>Để</a:t>
            </a:r>
            <a:r>
              <a:rPr lang="vi-VN" sz="2800" spc="114">
                <a:latin typeface="Tahoma" panose="020B0604030504040204" pitchFamily="34" charset="0"/>
                <a:ea typeface="Tahoma" panose="020B0604030504040204" pitchFamily="34" charset="0"/>
                <a:cs typeface="Tahoma" panose="020B0604030504040204" pitchFamily="34" charset="0"/>
              </a:rPr>
              <a:t> </a:t>
            </a:r>
            <a:r>
              <a:rPr lang="vi-VN" sz="2800">
                <a:latin typeface="Tahoma" panose="020B0604030504040204" pitchFamily="34" charset="0"/>
                <a:ea typeface="Tahoma" panose="020B0604030504040204" pitchFamily="34" charset="0"/>
                <a:cs typeface="Tahoma" panose="020B0604030504040204" pitchFamily="34" charset="0"/>
              </a:rPr>
              <a:t>quyết</a:t>
            </a:r>
            <a:r>
              <a:rPr lang="vi-VN" sz="2800" spc="-65">
                <a:latin typeface="Tahoma" panose="020B0604030504040204" pitchFamily="34" charset="0"/>
                <a:ea typeface="Tahoma" panose="020B0604030504040204" pitchFamily="34" charset="0"/>
                <a:cs typeface="Tahoma" panose="020B0604030504040204" pitchFamily="34" charset="0"/>
              </a:rPr>
              <a:t> </a:t>
            </a:r>
            <a:r>
              <a:rPr lang="vi-VN" sz="2800">
                <a:latin typeface="Tahoma" panose="020B0604030504040204" pitchFamily="34" charset="0"/>
                <a:ea typeface="Tahoma" panose="020B0604030504040204" pitchFamily="34" charset="0"/>
                <a:cs typeface="Tahoma" panose="020B0604030504040204" pitchFamily="34" charset="0"/>
              </a:rPr>
              <a:t>định</a:t>
            </a:r>
            <a:r>
              <a:rPr lang="vi-VN" sz="2800" spc="-30">
                <a:latin typeface="Tahoma" panose="020B0604030504040204" pitchFamily="34" charset="0"/>
                <a:ea typeface="Tahoma" panose="020B0604030504040204" pitchFamily="34" charset="0"/>
                <a:cs typeface="Tahoma" panose="020B0604030504040204" pitchFamily="34" charset="0"/>
              </a:rPr>
              <a:t> </a:t>
            </a:r>
            <a:r>
              <a:rPr lang="vi-VN" sz="2800">
                <a:latin typeface="Tahoma" panose="020B0604030504040204" pitchFamily="34" charset="0"/>
                <a:ea typeface="Tahoma" panose="020B0604030504040204" pitchFamily="34" charset="0"/>
                <a:cs typeface="Tahoma" panose="020B0604030504040204" pitchFamily="34" charset="0"/>
              </a:rPr>
              <a:t>hoán</a:t>
            </a:r>
            <a:r>
              <a:rPr lang="vi-VN" sz="2800" spc="60">
                <a:latin typeface="Tahoma" panose="020B0604030504040204" pitchFamily="34" charset="0"/>
                <a:ea typeface="Tahoma" panose="020B0604030504040204" pitchFamily="34" charset="0"/>
                <a:cs typeface="Tahoma" panose="020B0604030504040204" pitchFamily="34" charset="0"/>
              </a:rPr>
              <a:t> </a:t>
            </a:r>
            <a:r>
              <a:rPr lang="vi-VN" sz="2800">
                <a:latin typeface="Tahoma" panose="020B0604030504040204" pitchFamily="34" charset="0"/>
                <a:ea typeface="Tahoma" panose="020B0604030504040204" pitchFamily="34" charset="0"/>
                <a:cs typeface="Tahoma" panose="020B0604030504040204" pitchFamily="34" charset="0"/>
              </a:rPr>
              <a:t>chuyển</a:t>
            </a:r>
            <a:r>
              <a:rPr lang="vi-VN" sz="2800" spc="-30">
                <a:latin typeface="Tahoma" panose="020B0604030504040204" pitchFamily="34" charset="0"/>
                <a:ea typeface="Tahoma" panose="020B0604030504040204" pitchFamily="34" charset="0"/>
                <a:cs typeface="Tahoma" panose="020B0604030504040204" pitchFamily="34" charset="0"/>
              </a:rPr>
              <a:t> </a:t>
            </a:r>
            <a:r>
              <a:rPr lang="vi-VN" sz="2800">
                <a:latin typeface="Tahoma" panose="020B0604030504040204" pitchFamily="34" charset="0"/>
                <a:ea typeface="Tahoma" panose="020B0604030504040204" pitchFamily="34" charset="0"/>
                <a:cs typeface="Tahoma" panose="020B0604030504040204" pitchFamily="34" charset="0"/>
              </a:rPr>
              <a:t>hai đối tượng O</a:t>
            </a:r>
            <a:r>
              <a:rPr lang="vi-VN" sz="2800" baseline="-25000">
                <a:latin typeface="Tahoma" panose="020B0604030504040204" pitchFamily="34" charset="0"/>
                <a:ea typeface="Tahoma" panose="020B0604030504040204" pitchFamily="34" charset="0"/>
                <a:cs typeface="Tahoma" panose="020B0604030504040204" pitchFamily="34" charset="0"/>
              </a:rPr>
              <a:t>m</a:t>
            </a:r>
            <a:r>
              <a:rPr lang="vi-VN" sz="2800">
                <a:latin typeface="Tahoma" panose="020B0604030504040204" pitchFamily="34" charset="0"/>
                <a:ea typeface="Tahoma" panose="020B0604030504040204" pitchFamily="34" charset="0"/>
                <a:cs typeface="Tahoma" panose="020B0604030504040204" pitchFamily="34" charset="0"/>
              </a:rPr>
              <a:t> và O</a:t>
            </a:r>
            <a:r>
              <a:rPr lang="vi-VN" sz="2800" baseline="-25000">
                <a:latin typeface="Tahoma" panose="020B0604030504040204" pitchFamily="34" charset="0"/>
                <a:ea typeface="Tahoma" panose="020B0604030504040204" pitchFamily="34" charset="0"/>
                <a:cs typeface="Tahoma" panose="020B0604030504040204" pitchFamily="34" charset="0"/>
              </a:rPr>
              <a:t>p</a:t>
            </a:r>
            <a:r>
              <a:rPr lang="vi-VN" sz="2800">
                <a:latin typeface="Tahoma" panose="020B0604030504040204" pitchFamily="34" charset="0"/>
                <a:ea typeface="Tahoma" panose="020B0604030504040204" pitchFamily="34" charset="0"/>
                <a:cs typeface="Tahoma" panose="020B0604030504040204" pitchFamily="34" charset="0"/>
              </a:rPr>
              <a:t> hay không, thuật toán PAM sử dụng giá trị tổng chi phí hoán chuyển C</a:t>
            </a:r>
            <a:r>
              <a:rPr lang="vi-VN" sz="2800" baseline="-25000">
                <a:latin typeface="Tahoma" panose="020B0604030504040204" pitchFamily="34" charset="0"/>
                <a:ea typeface="Tahoma" panose="020B0604030504040204" pitchFamily="34" charset="0"/>
                <a:cs typeface="Tahoma" panose="020B0604030504040204" pitchFamily="34" charset="0"/>
              </a:rPr>
              <a:t>jmp</a:t>
            </a:r>
            <a:r>
              <a:rPr lang="vi-VN" sz="2800">
                <a:latin typeface="Tahoma" panose="020B0604030504040204" pitchFamily="34" charset="0"/>
                <a:ea typeface="Tahoma" panose="020B0604030504040204" pitchFamily="34" charset="0"/>
                <a:cs typeface="Tahoma" panose="020B0604030504040204" pitchFamily="34" charset="0"/>
              </a:rPr>
              <a:t> làm căn cứ:</a:t>
            </a:r>
          </a:p>
          <a:p>
            <a:pPr marL="469900" marR="156210" lvl="5" indent="-457200">
              <a:lnSpc>
                <a:spcPts val="3100"/>
              </a:lnSpc>
              <a:spcBef>
                <a:spcPts val="620"/>
              </a:spcBef>
              <a:buFont typeface="Arial" panose="020B0604020202020204" pitchFamily="34" charset="0"/>
              <a:buChar char="•"/>
              <a:tabLst>
                <a:tab pos="355600" algn="l"/>
              </a:tabLst>
            </a:pPr>
            <a:r>
              <a:rPr lang="vi-VN" sz="2800">
                <a:latin typeface="Tahoma" panose="020B0604030504040204" pitchFamily="34" charset="0"/>
                <a:ea typeface="Tahoma" panose="020B0604030504040204" pitchFamily="34" charset="0"/>
                <a:cs typeface="Tahoma" panose="020B0604030504040204" pitchFamily="34" charset="0"/>
              </a:rPr>
              <a:t>O</a:t>
            </a:r>
            <a:r>
              <a:rPr lang="vi-VN" sz="2800" baseline="-25000">
                <a:latin typeface="Tahoma" panose="020B0604030504040204" pitchFamily="34" charset="0"/>
                <a:ea typeface="Tahoma" panose="020B0604030504040204" pitchFamily="34" charset="0"/>
                <a:cs typeface="Tahoma" panose="020B0604030504040204" pitchFamily="34" charset="0"/>
              </a:rPr>
              <a:t>m</a:t>
            </a:r>
            <a:r>
              <a:rPr lang="vi-VN" sz="2800">
                <a:latin typeface="Tahoma" panose="020B0604030504040204" pitchFamily="34" charset="0"/>
                <a:ea typeface="Tahoma" panose="020B0604030504040204" pitchFamily="34" charset="0"/>
                <a:cs typeface="Tahoma" panose="020B0604030504040204" pitchFamily="34" charset="0"/>
              </a:rPr>
              <a:t>: đối tượng medoid hiện thời cần được thay thế</a:t>
            </a:r>
          </a:p>
          <a:p>
            <a:pPr marL="469900" lvl="5" indent="-457200">
              <a:spcBef>
                <a:spcPts val="280"/>
              </a:spcBef>
              <a:buFont typeface="Arial" panose="020B0604020202020204" pitchFamily="34" charset="0"/>
              <a:buChar char="•"/>
              <a:tabLst>
                <a:tab pos="354965" algn="l"/>
              </a:tabLst>
            </a:pPr>
            <a:r>
              <a:rPr lang="vi-VN" sz="2800">
                <a:latin typeface="Tahoma" panose="020B0604030504040204" pitchFamily="34" charset="0"/>
                <a:ea typeface="Tahoma" panose="020B0604030504040204" pitchFamily="34" charset="0"/>
                <a:cs typeface="Tahoma" panose="020B0604030504040204" pitchFamily="34" charset="0"/>
              </a:rPr>
              <a:t>O</a:t>
            </a:r>
            <a:r>
              <a:rPr lang="vi-VN" sz="2800" baseline="-25000">
                <a:latin typeface="Tahoma" panose="020B0604030504040204" pitchFamily="34" charset="0"/>
                <a:ea typeface="Tahoma" panose="020B0604030504040204" pitchFamily="34" charset="0"/>
                <a:cs typeface="Tahoma" panose="020B0604030504040204" pitchFamily="34" charset="0"/>
              </a:rPr>
              <a:t>p</a:t>
            </a:r>
            <a:r>
              <a:rPr lang="vi-VN" sz="2800">
                <a:latin typeface="Tahoma" panose="020B0604030504040204" pitchFamily="34" charset="0"/>
                <a:ea typeface="Tahoma" panose="020B0604030504040204" pitchFamily="34" charset="0"/>
                <a:cs typeface="Tahoma" panose="020B0604030504040204" pitchFamily="34" charset="0"/>
              </a:rPr>
              <a:t>: đối tượng medoid mới thay thế cho O</a:t>
            </a:r>
            <a:r>
              <a:rPr lang="vi-VN" sz="2800" baseline="-25000">
                <a:latin typeface="Tahoma" panose="020B0604030504040204" pitchFamily="34" charset="0"/>
                <a:ea typeface="Tahoma" panose="020B0604030504040204" pitchFamily="34" charset="0"/>
                <a:cs typeface="Tahoma" panose="020B0604030504040204" pitchFamily="34" charset="0"/>
              </a:rPr>
              <a:t>m</a:t>
            </a:r>
          </a:p>
          <a:p>
            <a:pPr marL="469900" marR="5080" lvl="5" indent="-457200">
              <a:lnSpc>
                <a:spcPts val="3000"/>
              </a:lnSpc>
              <a:spcBef>
                <a:spcPts val="740"/>
              </a:spcBef>
              <a:buFont typeface="Arial" panose="020B0604020202020204" pitchFamily="34" charset="0"/>
              <a:buChar char="•"/>
              <a:tabLst>
                <a:tab pos="355600" algn="l"/>
                <a:tab pos="456565" algn="l"/>
              </a:tabLst>
            </a:pPr>
            <a:r>
              <a:rPr lang="vi-VN" sz="2800">
                <a:latin typeface="Tahoma" panose="020B0604030504040204" pitchFamily="34" charset="0"/>
                <a:ea typeface="Tahoma" panose="020B0604030504040204" pitchFamily="34" charset="0"/>
                <a:cs typeface="Tahoma" panose="020B0604030504040204" pitchFamily="34" charset="0"/>
              </a:rPr>
              <a:t>O</a:t>
            </a:r>
            <a:r>
              <a:rPr lang="vi-VN" sz="2800" baseline="-25000">
                <a:latin typeface="Tahoma" panose="020B0604030504040204" pitchFamily="34" charset="0"/>
                <a:ea typeface="Tahoma" panose="020B0604030504040204" pitchFamily="34" charset="0"/>
                <a:cs typeface="Tahoma" panose="020B0604030504040204" pitchFamily="34" charset="0"/>
              </a:rPr>
              <a:t>j</a:t>
            </a:r>
            <a:r>
              <a:rPr lang="vi-VN" sz="2800">
                <a:latin typeface="Tahoma" panose="020B0604030504040204" pitchFamily="34" charset="0"/>
                <a:ea typeface="Tahoma" panose="020B0604030504040204" pitchFamily="34" charset="0"/>
                <a:cs typeface="Tahoma" panose="020B0604030504040204" pitchFamily="34" charset="0"/>
              </a:rPr>
              <a:t>: Là đối tượng dữ liệu (không phải là medoid) có thể được di chuyển sang cụm khác.</a:t>
            </a:r>
          </a:p>
          <a:p>
            <a:pPr marL="469900" lvl="5" indent="-457200">
              <a:lnSpc>
                <a:spcPts val="3180"/>
              </a:lnSpc>
              <a:spcBef>
                <a:spcPts val="300"/>
              </a:spcBef>
              <a:buFont typeface="Arial" panose="020B0604020202020204" pitchFamily="34" charset="0"/>
              <a:buChar char="•"/>
              <a:tabLst>
                <a:tab pos="354965" algn="l"/>
              </a:tabLst>
            </a:pPr>
            <a:r>
              <a:rPr lang="vi-VN" sz="2800">
                <a:latin typeface="Tahoma" panose="020B0604030504040204" pitchFamily="34" charset="0"/>
                <a:ea typeface="Tahoma" panose="020B0604030504040204" pitchFamily="34" charset="0"/>
                <a:cs typeface="Tahoma" panose="020B0604030504040204" pitchFamily="34" charset="0"/>
              </a:rPr>
              <a:t>O</a:t>
            </a:r>
            <a:r>
              <a:rPr lang="vi-VN" sz="2800" baseline="-25000">
                <a:latin typeface="Tahoma" panose="020B0604030504040204" pitchFamily="34" charset="0"/>
                <a:ea typeface="Tahoma" panose="020B0604030504040204" pitchFamily="34" charset="0"/>
                <a:cs typeface="Tahoma" panose="020B0604030504040204" pitchFamily="34" charset="0"/>
              </a:rPr>
              <a:t>m,2</a:t>
            </a:r>
            <a:r>
              <a:rPr lang="vi-VN" sz="2800">
                <a:latin typeface="Tahoma" panose="020B0604030504040204" pitchFamily="34" charset="0"/>
                <a:ea typeface="Tahoma" panose="020B0604030504040204" pitchFamily="34" charset="0"/>
                <a:cs typeface="Tahoma" panose="020B0604030504040204" pitchFamily="34" charset="0"/>
              </a:rPr>
              <a:t>: Là đối tượng medoid hiện thời khác với O</a:t>
            </a:r>
            <a:r>
              <a:rPr lang="vi-VN" sz="2800" baseline="-25000">
                <a:latin typeface="Tahoma" panose="020B0604030504040204" pitchFamily="34" charset="0"/>
                <a:ea typeface="Tahoma" panose="020B0604030504040204" pitchFamily="34" charset="0"/>
                <a:cs typeface="Tahoma" panose="020B0604030504040204" pitchFamily="34" charset="0"/>
              </a:rPr>
              <a:t>m </a:t>
            </a:r>
            <a:r>
              <a:rPr lang="vi-VN" sz="2800">
                <a:latin typeface="Tahoma" panose="020B0604030504040204" pitchFamily="34" charset="0"/>
                <a:ea typeface="Tahoma" panose="020B0604030504040204" pitchFamily="34" charset="0"/>
                <a:cs typeface="Tahoma" panose="020B0604030504040204" pitchFamily="34" charset="0"/>
              </a:rPr>
              <a:t>mà gần đối tượng O</a:t>
            </a:r>
            <a:r>
              <a:rPr lang="vi-VN" sz="2800" baseline="-25000">
                <a:latin typeface="Tahoma" panose="020B0604030504040204" pitchFamily="34" charset="0"/>
                <a:ea typeface="Tahoma" panose="020B0604030504040204" pitchFamily="34" charset="0"/>
                <a:cs typeface="Tahoma" panose="020B0604030504040204" pitchFamily="34" charset="0"/>
              </a:rPr>
              <a:t>j </a:t>
            </a:r>
            <a:r>
              <a:rPr lang="vi-VN" sz="2800">
                <a:latin typeface="Tahoma" panose="020B0604030504040204" pitchFamily="34" charset="0"/>
                <a:ea typeface="Tahoma" panose="020B0604030504040204" pitchFamily="34" charset="0"/>
                <a:cs typeface="Tahoma" panose="020B0604030504040204" pitchFamily="34" charset="0"/>
              </a:rPr>
              <a:t>nhất</a:t>
            </a:r>
          </a:p>
          <a:p>
            <a:endParaRPr lang="en-US"/>
          </a:p>
        </p:txBody>
      </p:sp>
      <p:sp>
        <p:nvSpPr>
          <p:cNvPr id="4" name="object 4"/>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54</a:t>
            </a:fld>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390841"/>
            <a:ext cx="7007860" cy="574040"/>
          </a:xfrm>
          <a:prstGeom prst="rect">
            <a:avLst/>
          </a:prstGeom>
        </p:spPr>
        <p:txBody>
          <a:bodyPr vert="horz" wrap="square" lIns="0" tIns="12700" rIns="0" bIns="0" rtlCol="0">
            <a:spAutoFit/>
          </a:bodyPr>
          <a:lstStyle/>
          <a:p>
            <a:pPr marL="12700">
              <a:lnSpc>
                <a:spcPct val="100000"/>
              </a:lnSpc>
              <a:spcBef>
                <a:spcPts val="100"/>
              </a:spcBef>
            </a:pPr>
            <a:r>
              <a:rPr dirty="0"/>
              <a:t>Thu</a:t>
            </a:r>
            <a:r>
              <a:rPr dirty="0">
                <a:latin typeface="Calibri"/>
                <a:cs typeface="Calibri"/>
              </a:rPr>
              <a:t>ậ</a:t>
            </a:r>
            <a:r>
              <a:rPr dirty="0"/>
              <a:t>t</a:t>
            </a:r>
            <a:r>
              <a:rPr spc="-100" dirty="0"/>
              <a:t> </a:t>
            </a:r>
            <a:r>
              <a:rPr dirty="0"/>
              <a:t>toán</a:t>
            </a:r>
            <a:r>
              <a:rPr spc="-35" dirty="0"/>
              <a:t> </a:t>
            </a:r>
            <a:r>
              <a:rPr spc="-60" dirty="0"/>
              <a:t>PAM…</a:t>
            </a:r>
          </a:p>
        </p:txBody>
      </p:sp>
      <p:sp>
        <p:nvSpPr>
          <p:cNvPr id="5" name="object 5"/>
          <p:cNvSpPr txBox="1">
            <a:spLocks noGrp="1"/>
          </p:cNvSpPr>
          <p:nvPr>
            <p:ph type="sldNum" sz="quarter" idx="12"/>
          </p:nvPr>
        </p:nvSpPr>
        <p:spPr>
          <a:prstGeom prst="rect">
            <a:avLst/>
          </a:prstGeom>
        </p:spPr>
        <p:txBody>
          <a:bodyPr vert="horz" wrap="square" lIns="0" tIns="3810" rIns="0" bIns="0" rtlCol="0">
            <a:spAutoFit/>
          </a:bodyPr>
          <a:lstStyle/>
          <a:p>
            <a:pPr marL="38100">
              <a:lnSpc>
                <a:spcPct val="100000"/>
              </a:lnSpc>
              <a:spcBef>
                <a:spcPts val="30"/>
              </a:spcBef>
            </a:pPr>
            <a:fld id="{81D60167-4931-47E6-BA6A-407CBD079E47}" type="slidenum">
              <a:rPr spc="-25" dirty="0"/>
              <a:t>55</a:t>
            </a:fld>
            <a:endParaRPr spc="-25" dirty="0"/>
          </a:p>
        </p:txBody>
      </p:sp>
      <p:sp>
        <p:nvSpPr>
          <p:cNvPr id="3" name="object 3"/>
          <p:cNvSpPr txBox="1"/>
          <p:nvPr/>
        </p:nvSpPr>
        <p:spPr>
          <a:xfrm>
            <a:off x="231140" y="1620520"/>
            <a:ext cx="4381500" cy="4190186"/>
          </a:xfrm>
          <a:prstGeom prst="rect">
            <a:avLst/>
          </a:prstGeom>
        </p:spPr>
        <p:txBody>
          <a:bodyPr vert="horz" wrap="square" lIns="0" tIns="12700" rIns="0" bIns="0" rtlCol="0">
            <a:spAutoFit/>
          </a:bodyPr>
          <a:lstStyle/>
          <a:p>
            <a:pPr marL="355600" marR="72390" indent="-342900">
              <a:lnSpc>
                <a:spcPct val="100000"/>
              </a:lnSpc>
              <a:spcBef>
                <a:spcPts val="100"/>
              </a:spcBef>
              <a:buFont typeface="Arial"/>
              <a:buChar char="•"/>
              <a:tabLst>
                <a:tab pos="355600" algn="l"/>
              </a:tabLst>
            </a:pPr>
            <a:r>
              <a:rPr sz="2000" spc="-45" dirty="0">
                <a:latin typeface="Tahoma" panose="020B0604030504040204" pitchFamily="34" charset="0"/>
                <a:ea typeface="Tahoma" panose="020B0604030504040204" pitchFamily="34" charset="0"/>
                <a:cs typeface="Tahoma" panose="020B0604030504040204" pitchFamily="34" charset="0"/>
              </a:rPr>
              <a:t>PAM</a:t>
            </a:r>
            <a:r>
              <a:rPr sz="2000" spc="70" dirty="0">
                <a:latin typeface="Tahoma" panose="020B0604030504040204" pitchFamily="34" charset="0"/>
                <a:ea typeface="Tahoma" panose="020B0604030504040204" pitchFamily="34" charset="0"/>
                <a:cs typeface="Tahoma" panose="020B0604030504040204" pitchFamily="34" charset="0"/>
              </a:rPr>
              <a:t> </a:t>
            </a:r>
            <a:r>
              <a:rPr sz="2000" dirty="0">
                <a:latin typeface="Tahoma" panose="020B0604030504040204" pitchFamily="34" charset="0"/>
                <a:ea typeface="Tahoma" panose="020B0604030504040204" pitchFamily="34" charset="0"/>
                <a:cs typeface="Tahoma" panose="020B0604030504040204" pitchFamily="34" charset="0"/>
              </a:rPr>
              <a:t>tính</a:t>
            </a:r>
            <a:r>
              <a:rPr sz="2000" spc="35" dirty="0">
                <a:latin typeface="Tahoma" panose="020B0604030504040204" pitchFamily="34" charset="0"/>
                <a:ea typeface="Tahoma" panose="020B0604030504040204" pitchFamily="34" charset="0"/>
                <a:cs typeface="Tahoma" panose="020B0604030504040204" pitchFamily="34" charset="0"/>
              </a:rPr>
              <a:t> </a:t>
            </a:r>
            <a:r>
              <a:rPr sz="2000" dirty="0">
                <a:latin typeface="Tahoma" panose="020B0604030504040204" pitchFamily="34" charset="0"/>
                <a:ea typeface="Tahoma" panose="020B0604030504040204" pitchFamily="34" charset="0"/>
                <a:cs typeface="Tahoma" panose="020B0604030504040204" pitchFamily="34" charset="0"/>
              </a:rPr>
              <a:t>giá</a:t>
            </a:r>
            <a:r>
              <a:rPr sz="2000" spc="-15" dirty="0">
                <a:latin typeface="Tahoma" panose="020B0604030504040204" pitchFamily="34" charset="0"/>
                <a:ea typeface="Tahoma" panose="020B0604030504040204" pitchFamily="34" charset="0"/>
                <a:cs typeface="Tahoma" panose="020B0604030504040204" pitchFamily="34" charset="0"/>
              </a:rPr>
              <a:t> </a:t>
            </a:r>
            <a:r>
              <a:rPr sz="2000" spc="-45" dirty="0">
                <a:latin typeface="Tahoma" panose="020B0604030504040204" pitchFamily="34" charset="0"/>
                <a:ea typeface="Tahoma" panose="020B0604030504040204" pitchFamily="34" charset="0"/>
                <a:cs typeface="Tahoma" panose="020B0604030504040204" pitchFamily="34" charset="0"/>
              </a:rPr>
              <a:t>trị hoán đổi C</a:t>
            </a:r>
            <a:r>
              <a:rPr sz="2000" spc="-45" baseline="-25000" dirty="0">
                <a:latin typeface="Tahoma" panose="020B0604030504040204" pitchFamily="34" charset="0"/>
                <a:ea typeface="Tahoma" panose="020B0604030504040204" pitchFamily="34" charset="0"/>
                <a:cs typeface="Tahoma" panose="020B0604030504040204" pitchFamily="34" charset="0"/>
              </a:rPr>
              <a:t>jmp </a:t>
            </a:r>
            <a:r>
              <a:rPr sz="2000" spc="-45" dirty="0">
                <a:latin typeface="Tahoma" panose="020B0604030504040204" pitchFamily="34" charset="0"/>
                <a:ea typeface="Tahoma" panose="020B0604030504040204" pitchFamily="34" charset="0"/>
                <a:cs typeface="Tahoma" panose="020B0604030504040204" pitchFamily="34" charset="0"/>
              </a:rPr>
              <a:t>cho tất cả các đối tượng O</a:t>
            </a:r>
            <a:r>
              <a:rPr sz="2000" spc="-45" baseline="-25000" dirty="0">
                <a:latin typeface="Tahoma" panose="020B0604030504040204" pitchFamily="34" charset="0"/>
                <a:ea typeface="Tahoma" panose="020B0604030504040204" pitchFamily="34" charset="0"/>
                <a:cs typeface="Tahoma" panose="020B0604030504040204" pitchFamily="34" charset="0"/>
              </a:rPr>
              <a:t>j</a:t>
            </a:r>
            <a:r>
              <a:rPr sz="2000" spc="-45" dirty="0">
                <a:latin typeface="Tahoma" panose="020B0604030504040204" pitchFamily="34" charset="0"/>
                <a:ea typeface="Tahoma" panose="020B0604030504040204" pitchFamily="34" charset="0"/>
                <a:cs typeface="Tahoma" panose="020B0604030504040204" pitchFamily="34" charset="0"/>
              </a:rPr>
              <a:t>. C</a:t>
            </a:r>
            <a:r>
              <a:rPr sz="2000" spc="-45" baseline="-25000" dirty="0">
                <a:latin typeface="Tahoma" panose="020B0604030504040204" pitchFamily="34" charset="0"/>
                <a:ea typeface="Tahoma" panose="020B0604030504040204" pitchFamily="34" charset="0"/>
                <a:cs typeface="Tahoma" panose="020B0604030504040204" pitchFamily="34" charset="0"/>
              </a:rPr>
              <a:t>jmp</a:t>
            </a:r>
            <a:r>
              <a:rPr sz="2000" spc="-45" dirty="0">
                <a:latin typeface="Tahoma" panose="020B0604030504040204" pitchFamily="34" charset="0"/>
                <a:ea typeface="Tahoma" panose="020B0604030504040204" pitchFamily="34" charset="0"/>
                <a:cs typeface="Tahoma" panose="020B0604030504040204" pitchFamily="34" charset="0"/>
              </a:rPr>
              <a:t> được tính với 4 cách khác nhau như sau:</a:t>
            </a:r>
          </a:p>
          <a:p>
            <a:pPr marL="355600" marR="5080" indent="-342900">
              <a:lnSpc>
                <a:spcPct val="100000"/>
              </a:lnSpc>
              <a:spcBef>
                <a:spcPts val="500"/>
              </a:spcBef>
              <a:buFont typeface="Arial"/>
              <a:buChar char="•"/>
              <a:tabLst>
                <a:tab pos="355600" algn="l"/>
              </a:tabLst>
            </a:pPr>
            <a:r>
              <a:rPr sz="2000" b="1" spc="-45" dirty="0" err="1">
                <a:latin typeface="Tahoma" panose="020B0604030504040204" pitchFamily="34" charset="0"/>
                <a:ea typeface="Tahoma" panose="020B0604030504040204" pitchFamily="34" charset="0"/>
                <a:cs typeface="Tahoma" panose="020B0604030504040204" pitchFamily="34" charset="0"/>
              </a:rPr>
              <a:t>T</a:t>
            </a:r>
            <a:r>
              <a:rPr lang="en-US" sz="2000" b="1" spc="-45" dirty="0" err="1">
                <a:latin typeface="Tahoma" panose="020B0604030504040204" pitchFamily="34" charset="0"/>
                <a:ea typeface="Tahoma" panose="020B0604030504040204" pitchFamily="34" charset="0"/>
                <a:cs typeface="Tahoma" panose="020B0604030504040204" pitchFamily="34" charset="0"/>
              </a:rPr>
              <a:t>H</a:t>
            </a:r>
            <a:r>
              <a:rPr sz="2000" b="1" spc="-45" dirty="0" err="1">
                <a:latin typeface="Tahoma" panose="020B0604030504040204" pitchFamily="34" charset="0"/>
                <a:ea typeface="Tahoma" panose="020B0604030504040204" pitchFamily="34" charset="0"/>
                <a:cs typeface="Tahoma" panose="020B0604030504040204" pitchFamily="34" charset="0"/>
              </a:rPr>
              <a:t>1</a:t>
            </a:r>
            <a:r>
              <a:rPr sz="2000" b="1" spc="-45" dirty="0">
                <a:latin typeface="Tahoma" panose="020B0604030504040204" pitchFamily="34" charset="0"/>
                <a:ea typeface="Tahoma" panose="020B0604030504040204" pitchFamily="34" charset="0"/>
                <a:cs typeface="Tahoma" panose="020B0604030504040204" pitchFamily="34" charset="0"/>
              </a:rPr>
              <a:t>: </a:t>
            </a:r>
            <a:r>
              <a:rPr sz="2000" spc="-45" dirty="0">
                <a:latin typeface="Tahoma" panose="020B0604030504040204" pitchFamily="34" charset="0"/>
                <a:ea typeface="Tahoma" panose="020B0604030504040204" pitchFamily="34" charset="0"/>
                <a:cs typeface="Tahoma" panose="020B0604030504040204" pitchFamily="34" charset="0"/>
              </a:rPr>
              <a:t>Giả sử O</a:t>
            </a:r>
            <a:r>
              <a:rPr sz="2000" spc="-45" baseline="-25000" dirty="0">
                <a:latin typeface="Tahoma" panose="020B0604030504040204" pitchFamily="34" charset="0"/>
                <a:ea typeface="Tahoma" panose="020B0604030504040204" pitchFamily="34" charset="0"/>
                <a:cs typeface="Tahoma" panose="020B0604030504040204" pitchFamily="34" charset="0"/>
              </a:rPr>
              <a:t>j</a:t>
            </a:r>
            <a:r>
              <a:rPr sz="2000" spc="-45" dirty="0">
                <a:latin typeface="Tahoma" panose="020B0604030504040204" pitchFamily="34" charset="0"/>
                <a:ea typeface="Tahoma" panose="020B0604030504040204" pitchFamily="34" charset="0"/>
                <a:cs typeface="Tahoma" panose="020B0604030504040204" pitchFamily="34" charset="0"/>
              </a:rPr>
              <a:t> hiện thời thuộc về cụm có đại diện là O</a:t>
            </a:r>
            <a:r>
              <a:rPr sz="2000" spc="-45" baseline="-25000" dirty="0">
                <a:latin typeface="Tahoma" panose="020B0604030504040204" pitchFamily="34" charset="0"/>
                <a:ea typeface="Tahoma" panose="020B0604030504040204" pitchFamily="34" charset="0"/>
                <a:cs typeface="Tahoma" panose="020B0604030504040204" pitchFamily="34" charset="0"/>
              </a:rPr>
              <a:t>m</a:t>
            </a:r>
            <a:r>
              <a:rPr sz="2000" spc="-45" dirty="0">
                <a:latin typeface="Tahoma" panose="020B0604030504040204" pitchFamily="34" charset="0"/>
                <a:ea typeface="Tahoma" panose="020B0604030504040204" pitchFamily="34" charset="0"/>
                <a:cs typeface="Tahoma" panose="020B0604030504040204" pitchFamily="34" charset="0"/>
              </a:rPr>
              <a:t> và O</a:t>
            </a:r>
            <a:r>
              <a:rPr sz="2000" spc="-45" baseline="-25000" dirty="0">
                <a:latin typeface="Tahoma" panose="020B0604030504040204" pitchFamily="34" charset="0"/>
                <a:ea typeface="Tahoma" panose="020B0604030504040204" pitchFamily="34" charset="0"/>
                <a:cs typeface="Tahoma" panose="020B0604030504040204" pitchFamily="34" charset="0"/>
              </a:rPr>
              <a:t>j</a:t>
            </a:r>
            <a:r>
              <a:rPr sz="2000" spc="-45" dirty="0">
                <a:latin typeface="Tahoma" panose="020B0604030504040204" pitchFamily="34" charset="0"/>
                <a:ea typeface="Tahoma" panose="020B0604030504040204" pitchFamily="34" charset="0"/>
                <a:cs typeface="Tahoma" panose="020B0604030504040204" pitchFamily="34" charset="0"/>
              </a:rPr>
              <a:t> tương tự với O</a:t>
            </a:r>
            <a:r>
              <a:rPr sz="2000" spc="-45" baseline="-25000" dirty="0">
                <a:latin typeface="Tahoma" panose="020B0604030504040204" pitchFamily="34" charset="0"/>
                <a:ea typeface="Tahoma" panose="020B0604030504040204" pitchFamily="34" charset="0"/>
                <a:cs typeface="Tahoma" panose="020B0604030504040204" pitchFamily="34" charset="0"/>
              </a:rPr>
              <a:t>m,2 </a:t>
            </a:r>
            <a:r>
              <a:rPr sz="2000" spc="-45" dirty="0" err="1">
                <a:latin typeface="Tahoma" panose="020B0604030504040204" pitchFamily="34" charset="0"/>
                <a:ea typeface="Tahoma" panose="020B0604030504040204" pitchFamily="34" charset="0"/>
                <a:cs typeface="Tahoma" panose="020B0604030504040204" pitchFamily="34" charset="0"/>
              </a:rPr>
              <a:t>hơn</a:t>
            </a:r>
            <a:r>
              <a:rPr sz="2000" spc="-45" dirty="0">
                <a:latin typeface="Tahoma" panose="020B0604030504040204" pitchFamily="34" charset="0"/>
                <a:ea typeface="Tahoma" panose="020B0604030504040204" pitchFamily="34" charset="0"/>
                <a:cs typeface="Tahoma" panose="020B0604030504040204" pitchFamily="34" charset="0"/>
              </a:rPr>
              <a:t> O</a:t>
            </a:r>
            <a:r>
              <a:rPr sz="2000" spc="-45" baseline="-25000" dirty="0">
                <a:latin typeface="Tahoma" panose="020B0604030504040204" pitchFamily="34" charset="0"/>
                <a:ea typeface="Tahoma" panose="020B0604030504040204" pitchFamily="34" charset="0"/>
                <a:cs typeface="Tahoma" panose="020B0604030504040204" pitchFamily="34" charset="0"/>
              </a:rPr>
              <a:t>p</a:t>
            </a:r>
            <a:r>
              <a:rPr lang="en-US" sz="2000" spc="-45" dirty="0">
                <a:latin typeface="Tahoma" panose="020B0604030504040204" pitchFamily="34" charset="0"/>
                <a:ea typeface="Tahoma" panose="020B0604030504040204" pitchFamily="34" charset="0"/>
                <a:cs typeface="Tahoma" panose="020B0604030504040204" pitchFamily="34" charset="0"/>
              </a:rPr>
              <a:t>:</a:t>
            </a:r>
            <a:r>
              <a:rPr sz="2000" spc="-45" dirty="0">
                <a:latin typeface="Tahoma" panose="020B0604030504040204" pitchFamily="34" charset="0"/>
                <a:ea typeface="Tahoma" panose="020B0604030504040204" pitchFamily="34" charset="0"/>
                <a:cs typeface="Tahoma" panose="020B0604030504040204" pitchFamily="34" charset="0"/>
              </a:rPr>
              <a:t> (d(O</a:t>
            </a:r>
            <a:r>
              <a:rPr sz="2000" spc="-45" baseline="-25000" dirty="0">
                <a:latin typeface="Tahoma" panose="020B0604030504040204" pitchFamily="34" charset="0"/>
                <a:ea typeface="Tahoma" panose="020B0604030504040204" pitchFamily="34" charset="0"/>
                <a:cs typeface="Tahoma" panose="020B0604030504040204" pitchFamily="34" charset="0"/>
              </a:rPr>
              <a:t>j</a:t>
            </a:r>
            <a:r>
              <a:rPr sz="2000" spc="-45" dirty="0">
                <a:latin typeface="Tahoma" panose="020B0604030504040204" pitchFamily="34" charset="0"/>
                <a:ea typeface="Tahoma" panose="020B0604030504040204" pitchFamily="34" charset="0"/>
                <a:cs typeface="Tahoma" panose="020B0604030504040204" pitchFamily="34" charset="0"/>
              </a:rPr>
              <a:t>, O</a:t>
            </a:r>
            <a:r>
              <a:rPr sz="2000" spc="-45" baseline="-25000" dirty="0">
                <a:latin typeface="Tahoma" panose="020B0604030504040204" pitchFamily="34" charset="0"/>
                <a:ea typeface="Tahoma" panose="020B0604030504040204" pitchFamily="34" charset="0"/>
                <a:cs typeface="Tahoma" panose="020B0604030504040204" pitchFamily="34" charset="0"/>
              </a:rPr>
              <a:t>p</a:t>
            </a:r>
            <a:r>
              <a:rPr sz="2000" spc="-45" dirty="0">
                <a:latin typeface="Tahoma" panose="020B0604030504040204" pitchFamily="34" charset="0"/>
                <a:ea typeface="Tahoma" panose="020B0604030504040204" pitchFamily="34" charset="0"/>
                <a:cs typeface="Tahoma" panose="020B0604030504040204" pitchFamily="34" charset="0"/>
              </a:rPr>
              <a:t>)</a:t>
            </a:r>
            <a:r>
              <a:rPr lang="en-US" sz="2000" spc="-45" dirty="0">
                <a:latin typeface="Tahoma" panose="020B0604030504040204" pitchFamily="34" charset="0"/>
                <a:ea typeface="Tahoma" panose="020B0604030504040204" pitchFamily="34" charset="0"/>
                <a:cs typeface="Tahoma" panose="020B0604030504040204" pitchFamily="34" charset="0"/>
              </a:rPr>
              <a:t> ≥ </a:t>
            </a:r>
            <a:r>
              <a:rPr sz="2000" spc="-45" dirty="0">
                <a:latin typeface="Tahoma" panose="020B0604030504040204" pitchFamily="34" charset="0"/>
                <a:ea typeface="Tahoma" panose="020B0604030504040204" pitchFamily="34" charset="0"/>
                <a:cs typeface="Tahoma" panose="020B0604030504040204" pitchFamily="34" charset="0"/>
              </a:rPr>
              <a:t>d(O</a:t>
            </a:r>
            <a:r>
              <a:rPr sz="2000" spc="-45" baseline="-25000" dirty="0">
                <a:latin typeface="Tahoma" panose="020B0604030504040204" pitchFamily="34" charset="0"/>
                <a:ea typeface="Tahoma" panose="020B0604030504040204" pitchFamily="34" charset="0"/>
                <a:cs typeface="Tahoma" panose="020B0604030504040204" pitchFamily="34" charset="0"/>
              </a:rPr>
              <a:t>j</a:t>
            </a:r>
            <a:r>
              <a:rPr sz="2000" spc="-45" dirty="0">
                <a:latin typeface="Tahoma" panose="020B0604030504040204" pitchFamily="34" charset="0"/>
                <a:ea typeface="Tahoma" panose="020B0604030504040204" pitchFamily="34" charset="0"/>
                <a:cs typeface="Tahoma" panose="020B0604030504040204" pitchFamily="34" charset="0"/>
              </a:rPr>
              <a:t>, O</a:t>
            </a:r>
            <a:r>
              <a:rPr sz="2000" spc="-45" baseline="-25000" dirty="0">
                <a:latin typeface="Tahoma" panose="020B0604030504040204" pitchFamily="34" charset="0"/>
                <a:ea typeface="Tahoma" panose="020B0604030504040204" pitchFamily="34" charset="0"/>
                <a:cs typeface="Tahoma" panose="020B0604030504040204" pitchFamily="34" charset="0"/>
              </a:rPr>
              <a:t>m,2</a:t>
            </a:r>
            <a:r>
              <a:rPr sz="2000" spc="-45" dirty="0">
                <a:latin typeface="Tahoma" panose="020B0604030504040204" pitchFamily="34" charset="0"/>
                <a:ea typeface="Tahoma" panose="020B0604030504040204" pitchFamily="34" charset="0"/>
                <a:cs typeface="Tahoma" panose="020B0604030504040204" pitchFamily="34" charset="0"/>
              </a:rPr>
              <a:t>))</a:t>
            </a:r>
          </a:p>
          <a:p>
            <a:pPr marL="355600" marR="24765" indent="-342900">
              <a:lnSpc>
                <a:spcPct val="100000"/>
              </a:lnSpc>
              <a:spcBef>
                <a:spcPts val="400"/>
              </a:spcBef>
              <a:buFont typeface="Arial"/>
              <a:buChar char="•"/>
              <a:tabLst>
                <a:tab pos="355600" algn="l"/>
              </a:tabLst>
            </a:pPr>
            <a:r>
              <a:rPr sz="2000" spc="-45" dirty="0">
                <a:latin typeface="Tahoma" panose="020B0604030504040204" pitchFamily="34" charset="0"/>
                <a:ea typeface="Tahoma" panose="020B0604030504040204" pitchFamily="34" charset="0"/>
                <a:cs typeface="Tahoma" panose="020B0604030504040204" pitchFamily="34" charset="0"/>
              </a:rPr>
              <a:t>Nếu ta thay thế O</a:t>
            </a:r>
            <a:r>
              <a:rPr sz="2000" spc="-45" baseline="-25000" dirty="0">
                <a:latin typeface="Tahoma" panose="020B0604030504040204" pitchFamily="34" charset="0"/>
                <a:ea typeface="Tahoma" panose="020B0604030504040204" pitchFamily="34" charset="0"/>
                <a:cs typeface="Tahoma" panose="020B0604030504040204" pitchFamily="34" charset="0"/>
              </a:rPr>
              <a:t>m</a:t>
            </a:r>
            <a:r>
              <a:rPr sz="2000" spc="-45" dirty="0">
                <a:latin typeface="Tahoma" panose="020B0604030504040204" pitchFamily="34" charset="0"/>
                <a:ea typeface="Tahoma" panose="020B0604030504040204" pitchFamily="34" charset="0"/>
                <a:cs typeface="Tahoma" panose="020B0604030504040204" pitchFamily="34" charset="0"/>
              </a:rPr>
              <a:t> bởi đối tượng medoid mới O</a:t>
            </a:r>
            <a:r>
              <a:rPr sz="2000" spc="-45" baseline="-25000" dirty="0">
                <a:latin typeface="Tahoma" panose="020B0604030504040204" pitchFamily="34" charset="0"/>
                <a:ea typeface="Tahoma" panose="020B0604030504040204" pitchFamily="34" charset="0"/>
                <a:cs typeface="Tahoma" panose="020B0604030504040204" pitchFamily="34" charset="0"/>
              </a:rPr>
              <a:t>p</a:t>
            </a:r>
            <a:r>
              <a:rPr sz="2000" spc="-45" dirty="0">
                <a:latin typeface="Tahoma" panose="020B0604030504040204" pitchFamily="34" charset="0"/>
                <a:ea typeface="Tahoma" panose="020B0604030504040204" pitchFamily="34" charset="0"/>
                <a:cs typeface="Tahoma" panose="020B0604030504040204" pitchFamily="34" charset="0"/>
              </a:rPr>
              <a:t> thì O</a:t>
            </a:r>
            <a:r>
              <a:rPr sz="2000" spc="-45" baseline="-25000" dirty="0">
                <a:latin typeface="Tahoma" panose="020B0604030504040204" pitchFamily="34" charset="0"/>
                <a:ea typeface="Tahoma" panose="020B0604030504040204" pitchFamily="34" charset="0"/>
                <a:cs typeface="Tahoma" panose="020B0604030504040204" pitchFamily="34" charset="0"/>
              </a:rPr>
              <a:t>j </a:t>
            </a:r>
            <a:r>
              <a:rPr sz="2000" spc="-45" dirty="0">
                <a:latin typeface="Tahoma" panose="020B0604030504040204" pitchFamily="34" charset="0"/>
                <a:ea typeface="Tahoma" panose="020B0604030504040204" pitchFamily="34" charset="0"/>
                <a:cs typeface="Tahoma" panose="020B0604030504040204" pitchFamily="34" charset="0"/>
              </a:rPr>
              <a:t>sẽ thuộc về cụm có đối tượng đại diện là O</a:t>
            </a:r>
            <a:r>
              <a:rPr sz="2000" spc="-45" baseline="-25000" dirty="0">
                <a:latin typeface="Tahoma" panose="020B0604030504040204" pitchFamily="34" charset="0"/>
                <a:ea typeface="Tahoma" panose="020B0604030504040204" pitchFamily="34" charset="0"/>
                <a:cs typeface="Tahoma" panose="020B0604030504040204" pitchFamily="34" charset="0"/>
              </a:rPr>
              <a:t>m,2.</a:t>
            </a:r>
          </a:p>
          <a:p>
            <a:pPr marL="355600" marR="43180" indent="-342900">
              <a:lnSpc>
                <a:spcPct val="104200"/>
              </a:lnSpc>
              <a:spcBef>
                <a:spcPts val="400"/>
              </a:spcBef>
              <a:buFont typeface="Arial"/>
              <a:buChar char="•"/>
              <a:tabLst>
                <a:tab pos="355600" algn="l"/>
              </a:tabLst>
            </a:pPr>
            <a:r>
              <a:rPr sz="2000" spc="-45" dirty="0">
                <a:latin typeface="Tahoma" panose="020B0604030504040204" pitchFamily="34" charset="0"/>
                <a:ea typeface="Tahoma" panose="020B0604030504040204" pitchFamily="34" charset="0"/>
                <a:cs typeface="Tahoma" panose="020B0604030504040204" pitchFamily="34" charset="0"/>
              </a:rPr>
              <a:t>Vì vậy, giá trị hoán chuyển C</a:t>
            </a:r>
            <a:r>
              <a:rPr sz="2000" spc="-45" baseline="-25000" dirty="0">
                <a:latin typeface="Tahoma" panose="020B0604030504040204" pitchFamily="34" charset="0"/>
                <a:ea typeface="Tahoma" panose="020B0604030504040204" pitchFamily="34" charset="0"/>
                <a:cs typeface="Tahoma" panose="020B0604030504040204" pitchFamily="34" charset="0"/>
              </a:rPr>
              <a:t>jmp</a:t>
            </a:r>
            <a:r>
              <a:rPr sz="2000" spc="-45" dirty="0">
                <a:latin typeface="Tahoma" panose="020B0604030504040204" pitchFamily="34" charset="0"/>
                <a:ea typeface="Tahoma" panose="020B0604030504040204" pitchFamily="34" charset="0"/>
                <a:cs typeface="Tahoma" panose="020B0604030504040204" pitchFamily="34" charset="0"/>
              </a:rPr>
              <a:t> = d(O</a:t>
            </a:r>
            <a:r>
              <a:rPr sz="2000" spc="-45" baseline="-25000" dirty="0">
                <a:latin typeface="Tahoma" panose="020B0604030504040204" pitchFamily="34" charset="0"/>
                <a:ea typeface="Tahoma" panose="020B0604030504040204" pitchFamily="34" charset="0"/>
                <a:cs typeface="Tahoma" panose="020B0604030504040204" pitchFamily="34" charset="0"/>
              </a:rPr>
              <a:t>j</a:t>
            </a:r>
            <a:r>
              <a:rPr sz="2000" spc="-45" dirty="0">
                <a:latin typeface="Tahoma" panose="020B0604030504040204" pitchFamily="34" charset="0"/>
                <a:ea typeface="Tahoma" panose="020B0604030504040204" pitchFamily="34" charset="0"/>
                <a:cs typeface="Tahoma" panose="020B0604030504040204" pitchFamily="34" charset="0"/>
              </a:rPr>
              <a:t>, O</a:t>
            </a:r>
            <a:r>
              <a:rPr sz="2000" spc="-45" baseline="-25000" dirty="0">
                <a:latin typeface="Tahoma" panose="020B0604030504040204" pitchFamily="34" charset="0"/>
                <a:ea typeface="Tahoma" panose="020B0604030504040204" pitchFamily="34" charset="0"/>
                <a:cs typeface="Tahoma" panose="020B0604030504040204" pitchFamily="34" charset="0"/>
              </a:rPr>
              <a:t>m,2</a:t>
            </a:r>
            <a:r>
              <a:rPr sz="2000" spc="-45" dirty="0">
                <a:latin typeface="Tahoma" panose="020B0604030504040204" pitchFamily="34" charset="0"/>
                <a:ea typeface="Tahoma" panose="020B0604030504040204" pitchFamily="34" charset="0"/>
                <a:cs typeface="Tahoma" panose="020B0604030504040204" pitchFamily="34" charset="0"/>
              </a:rPr>
              <a:t>) – d(Oj, Om). C</a:t>
            </a:r>
            <a:r>
              <a:rPr sz="2000" spc="-45" baseline="-25000" dirty="0">
                <a:latin typeface="Tahoma" panose="020B0604030504040204" pitchFamily="34" charset="0"/>
                <a:ea typeface="Tahoma" panose="020B0604030504040204" pitchFamily="34" charset="0"/>
                <a:cs typeface="Tahoma" panose="020B0604030504040204" pitchFamily="34" charset="0"/>
              </a:rPr>
              <a:t>jmp </a:t>
            </a:r>
            <a:r>
              <a:rPr sz="2000" spc="-45" dirty="0">
                <a:latin typeface="Tahoma" panose="020B0604030504040204" pitchFamily="34" charset="0"/>
                <a:ea typeface="Tahoma" panose="020B0604030504040204" pitchFamily="34" charset="0"/>
                <a:cs typeface="Tahoma" panose="020B0604030504040204" pitchFamily="34" charset="0"/>
              </a:rPr>
              <a:t>là không âm.</a:t>
            </a:r>
          </a:p>
        </p:txBody>
      </p:sp>
      <p:pic>
        <p:nvPicPr>
          <p:cNvPr id="4" name="object 4"/>
          <p:cNvPicPr/>
          <p:nvPr/>
        </p:nvPicPr>
        <p:blipFill>
          <a:blip r:embed="rId2" cstate="print"/>
          <a:stretch>
            <a:fillRect/>
          </a:stretch>
        </p:blipFill>
        <p:spPr>
          <a:xfrm>
            <a:off x="4946108" y="1940777"/>
            <a:ext cx="4099433" cy="3855066"/>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390841"/>
            <a:ext cx="3987800" cy="574040"/>
          </a:xfrm>
          <a:prstGeom prst="rect">
            <a:avLst/>
          </a:prstGeom>
        </p:spPr>
        <p:txBody>
          <a:bodyPr vert="horz" wrap="square" lIns="0" tIns="12700" rIns="0" bIns="0" rtlCol="0">
            <a:spAutoFit/>
          </a:bodyPr>
          <a:lstStyle/>
          <a:p>
            <a:pPr marL="12700">
              <a:lnSpc>
                <a:spcPct val="100000"/>
              </a:lnSpc>
              <a:spcBef>
                <a:spcPts val="100"/>
              </a:spcBef>
            </a:pPr>
            <a:r>
              <a:rPr dirty="0"/>
              <a:t>Thu</a:t>
            </a:r>
            <a:r>
              <a:rPr dirty="0">
                <a:latin typeface="Calibri"/>
                <a:cs typeface="Calibri"/>
              </a:rPr>
              <a:t>ậ</a:t>
            </a:r>
            <a:r>
              <a:rPr dirty="0"/>
              <a:t>t</a:t>
            </a:r>
            <a:r>
              <a:rPr spc="-100" dirty="0"/>
              <a:t> </a:t>
            </a:r>
            <a:r>
              <a:rPr dirty="0"/>
              <a:t>toán</a:t>
            </a:r>
            <a:r>
              <a:rPr spc="-35" dirty="0"/>
              <a:t> </a:t>
            </a:r>
            <a:r>
              <a:rPr spc="-60" dirty="0"/>
              <a:t>PAM…</a:t>
            </a:r>
          </a:p>
        </p:txBody>
      </p:sp>
      <p:sp>
        <p:nvSpPr>
          <p:cNvPr id="5" name="object 5"/>
          <p:cNvSpPr txBox="1">
            <a:spLocks noGrp="1"/>
          </p:cNvSpPr>
          <p:nvPr>
            <p:ph type="sldNum" sz="quarter" idx="12"/>
          </p:nvPr>
        </p:nvSpPr>
        <p:spPr>
          <a:prstGeom prst="rect">
            <a:avLst/>
          </a:prstGeom>
        </p:spPr>
        <p:txBody>
          <a:bodyPr vert="horz" wrap="square" lIns="0" tIns="3810" rIns="0" bIns="0" rtlCol="0">
            <a:spAutoFit/>
          </a:bodyPr>
          <a:lstStyle/>
          <a:p>
            <a:pPr marL="38100">
              <a:lnSpc>
                <a:spcPct val="100000"/>
              </a:lnSpc>
              <a:spcBef>
                <a:spcPts val="30"/>
              </a:spcBef>
            </a:pPr>
            <a:fld id="{81D60167-4931-47E6-BA6A-407CBD079E47}" type="slidenum">
              <a:rPr spc="-25" dirty="0"/>
              <a:t>56</a:t>
            </a:fld>
            <a:endParaRPr spc="-25" dirty="0"/>
          </a:p>
        </p:txBody>
      </p:sp>
      <p:sp>
        <p:nvSpPr>
          <p:cNvPr id="3" name="object 3"/>
          <p:cNvSpPr txBox="1"/>
          <p:nvPr/>
        </p:nvSpPr>
        <p:spPr>
          <a:xfrm>
            <a:off x="231140" y="1620520"/>
            <a:ext cx="4207510" cy="2898229"/>
          </a:xfrm>
          <a:prstGeom prst="rect">
            <a:avLst/>
          </a:prstGeom>
        </p:spPr>
        <p:txBody>
          <a:bodyPr vert="horz" wrap="square" lIns="0" tIns="12700" rIns="0" bIns="0" rtlCol="0">
            <a:spAutoFit/>
          </a:bodyPr>
          <a:lstStyle/>
          <a:p>
            <a:pPr marL="355600" marR="5080" indent="-342900">
              <a:lnSpc>
                <a:spcPct val="100000"/>
              </a:lnSpc>
              <a:spcBef>
                <a:spcPts val="100"/>
              </a:spcBef>
              <a:buFont typeface="Arial"/>
              <a:buChar char="•"/>
              <a:tabLst>
                <a:tab pos="355600" algn="l"/>
              </a:tabLst>
            </a:pPr>
            <a:r>
              <a:rPr sz="2000" b="1" spc="-30" dirty="0" err="1">
                <a:latin typeface="Tahoma" panose="020B0604030504040204" pitchFamily="34" charset="0"/>
                <a:ea typeface="Tahoma" panose="020B0604030504040204" pitchFamily="34" charset="0"/>
                <a:cs typeface="Tahoma" panose="020B0604030504040204" pitchFamily="34" charset="0"/>
              </a:rPr>
              <a:t>T</a:t>
            </a:r>
            <a:r>
              <a:rPr lang="en-US" sz="2000" b="1" spc="-30" dirty="0" err="1">
                <a:latin typeface="Tahoma" panose="020B0604030504040204" pitchFamily="34" charset="0"/>
                <a:ea typeface="Tahoma" panose="020B0604030504040204" pitchFamily="34" charset="0"/>
                <a:cs typeface="Tahoma" panose="020B0604030504040204" pitchFamily="34" charset="0"/>
              </a:rPr>
              <a:t>H</a:t>
            </a:r>
            <a:r>
              <a:rPr sz="2000" b="1" spc="-10" dirty="0" err="1">
                <a:latin typeface="Tahoma" panose="020B0604030504040204" pitchFamily="34" charset="0"/>
                <a:ea typeface="Tahoma" panose="020B0604030504040204" pitchFamily="34" charset="0"/>
                <a:cs typeface="Tahoma" panose="020B0604030504040204" pitchFamily="34" charset="0"/>
              </a:rPr>
              <a:t>2</a:t>
            </a:r>
            <a:r>
              <a:rPr sz="2000" b="1" spc="-10" dirty="0">
                <a:latin typeface="Tahoma" panose="020B0604030504040204" pitchFamily="34" charset="0"/>
                <a:ea typeface="Tahoma" panose="020B0604030504040204" pitchFamily="34" charset="0"/>
                <a:cs typeface="Tahoma" panose="020B0604030504040204" pitchFamily="34" charset="0"/>
              </a:rPr>
              <a:t>:</a:t>
            </a:r>
            <a:r>
              <a:rPr sz="2000" b="1" spc="-200" dirty="0">
                <a:latin typeface="Tahoma" panose="020B0604030504040204" pitchFamily="34" charset="0"/>
                <a:ea typeface="Tahoma" panose="020B0604030504040204" pitchFamily="34" charset="0"/>
                <a:cs typeface="Tahoma" panose="020B0604030504040204" pitchFamily="34" charset="0"/>
              </a:rPr>
              <a:t> </a:t>
            </a:r>
            <a:r>
              <a:rPr sz="2000" dirty="0">
                <a:latin typeface="Tahoma" panose="020B0604030504040204" pitchFamily="34" charset="0"/>
                <a:ea typeface="Tahoma" panose="020B0604030504040204" pitchFamily="34" charset="0"/>
                <a:cs typeface="Tahoma" panose="020B0604030504040204" pitchFamily="34" charset="0"/>
              </a:rPr>
              <a:t>O</a:t>
            </a:r>
            <a:r>
              <a:rPr sz="2000" baseline="-25000" dirty="0">
                <a:latin typeface="Tahoma" panose="020B0604030504040204" pitchFamily="34" charset="0"/>
                <a:ea typeface="Tahoma" panose="020B0604030504040204" pitchFamily="34" charset="0"/>
                <a:cs typeface="Tahoma" panose="020B0604030504040204" pitchFamily="34" charset="0"/>
              </a:rPr>
              <a:t>j</a:t>
            </a:r>
            <a:r>
              <a:rPr sz="2000" spc="-20" dirty="0">
                <a:latin typeface="Tahoma" panose="020B0604030504040204" pitchFamily="34" charset="0"/>
                <a:ea typeface="Tahoma" panose="020B0604030504040204" pitchFamily="34" charset="0"/>
                <a:cs typeface="Tahoma" panose="020B0604030504040204" pitchFamily="34" charset="0"/>
              </a:rPr>
              <a:t> </a:t>
            </a:r>
            <a:r>
              <a:rPr sz="2000" dirty="0">
                <a:latin typeface="Tahoma" panose="020B0604030504040204" pitchFamily="34" charset="0"/>
                <a:ea typeface="Tahoma" panose="020B0604030504040204" pitchFamily="34" charset="0"/>
                <a:cs typeface="Tahoma" panose="020B0604030504040204" pitchFamily="34" charset="0"/>
              </a:rPr>
              <a:t>hiện</a:t>
            </a:r>
            <a:r>
              <a:rPr sz="2000" spc="15" dirty="0">
                <a:latin typeface="Tahoma" panose="020B0604030504040204" pitchFamily="34" charset="0"/>
                <a:ea typeface="Tahoma" panose="020B0604030504040204" pitchFamily="34" charset="0"/>
                <a:cs typeface="Tahoma" panose="020B0604030504040204" pitchFamily="34" charset="0"/>
              </a:rPr>
              <a:t> </a:t>
            </a:r>
            <a:r>
              <a:rPr sz="2000" dirty="0">
                <a:latin typeface="Tahoma" panose="020B0604030504040204" pitchFamily="34" charset="0"/>
                <a:ea typeface="Tahoma" panose="020B0604030504040204" pitchFamily="34" charset="0"/>
                <a:cs typeface="Tahoma" panose="020B0604030504040204" pitchFamily="34" charset="0"/>
              </a:rPr>
              <a:t>thời</a:t>
            </a:r>
            <a:r>
              <a:rPr sz="2000" spc="-114" dirty="0">
                <a:latin typeface="Tahoma" panose="020B0604030504040204" pitchFamily="34" charset="0"/>
                <a:ea typeface="Tahoma" panose="020B0604030504040204" pitchFamily="34" charset="0"/>
                <a:cs typeface="Tahoma" panose="020B0604030504040204" pitchFamily="34" charset="0"/>
              </a:rPr>
              <a:t> </a:t>
            </a:r>
            <a:r>
              <a:rPr sz="2000" dirty="0">
                <a:latin typeface="Tahoma" panose="020B0604030504040204" pitchFamily="34" charset="0"/>
                <a:ea typeface="Tahoma" panose="020B0604030504040204" pitchFamily="34" charset="0"/>
                <a:cs typeface="Tahoma" panose="020B0604030504040204" pitchFamily="34" charset="0"/>
              </a:rPr>
              <a:t>thuộc về cụm có đại diện là O</a:t>
            </a:r>
            <a:r>
              <a:rPr sz="2000" baseline="-25000" dirty="0">
                <a:latin typeface="Tahoma" panose="020B0604030504040204" pitchFamily="34" charset="0"/>
                <a:ea typeface="Tahoma" panose="020B0604030504040204" pitchFamily="34" charset="0"/>
                <a:cs typeface="Tahoma" panose="020B0604030504040204" pitchFamily="34" charset="0"/>
              </a:rPr>
              <a:t>m</a:t>
            </a:r>
            <a:r>
              <a:rPr sz="2000" dirty="0">
                <a:latin typeface="Tahoma" panose="020B0604030504040204" pitchFamily="34" charset="0"/>
                <a:ea typeface="Tahoma" panose="020B0604030504040204" pitchFamily="34" charset="0"/>
                <a:cs typeface="Tahoma" panose="020B0604030504040204" pitchFamily="34" charset="0"/>
              </a:rPr>
              <a:t>, nhưng O</a:t>
            </a:r>
            <a:r>
              <a:rPr sz="2000" baseline="-25000" dirty="0">
                <a:latin typeface="Tahoma" panose="020B0604030504040204" pitchFamily="34" charset="0"/>
                <a:ea typeface="Tahoma" panose="020B0604030504040204" pitchFamily="34" charset="0"/>
                <a:cs typeface="Tahoma" panose="020B0604030504040204" pitchFamily="34" charset="0"/>
              </a:rPr>
              <a:t>j</a:t>
            </a:r>
            <a:r>
              <a:rPr sz="2000" dirty="0">
                <a:latin typeface="Tahoma" panose="020B0604030504040204" pitchFamily="34" charset="0"/>
                <a:ea typeface="Tahoma" panose="020B0604030504040204" pitchFamily="34" charset="0"/>
                <a:cs typeface="Tahoma" panose="020B0604030504040204" pitchFamily="34" charset="0"/>
              </a:rPr>
              <a:t> ít tương tự với O</a:t>
            </a:r>
            <a:r>
              <a:rPr sz="2000" baseline="-25000" dirty="0">
                <a:latin typeface="Tahoma" panose="020B0604030504040204" pitchFamily="34" charset="0"/>
                <a:ea typeface="Tahoma" panose="020B0604030504040204" pitchFamily="34" charset="0"/>
                <a:cs typeface="Tahoma" panose="020B0604030504040204" pitchFamily="34" charset="0"/>
              </a:rPr>
              <a:t>m,2 </a:t>
            </a:r>
            <a:r>
              <a:rPr sz="2000" dirty="0">
                <a:latin typeface="Tahoma" panose="020B0604030504040204" pitchFamily="34" charset="0"/>
                <a:ea typeface="Tahoma" panose="020B0604030504040204" pitchFamily="34" charset="0"/>
                <a:cs typeface="Tahoma" panose="020B0604030504040204" pitchFamily="34" charset="0"/>
              </a:rPr>
              <a:t>so với O</a:t>
            </a:r>
            <a:r>
              <a:rPr sz="2000" baseline="-25000" dirty="0">
                <a:latin typeface="Tahoma" panose="020B0604030504040204" pitchFamily="34" charset="0"/>
                <a:ea typeface="Tahoma" panose="020B0604030504040204" pitchFamily="34" charset="0"/>
                <a:cs typeface="Tahoma" panose="020B0604030504040204" pitchFamily="34" charset="0"/>
              </a:rPr>
              <a:t>p</a:t>
            </a:r>
            <a:r>
              <a:rPr sz="2000" dirty="0">
                <a:latin typeface="Tahoma" panose="020B0604030504040204" pitchFamily="34" charset="0"/>
                <a:ea typeface="Tahoma" panose="020B0604030504040204" pitchFamily="34" charset="0"/>
                <a:cs typeface="Tahoma" panose="020B0604030504040204" pitchFamily="34" charset="0"/>
              </a:rPr>
              <a:t> (d(O</a:t>
            </a:r>
            <a:r>
              <a:rPr sz="2000" baseline="-25000" dirty="0">
                <a:latin typeface="Tahoma" panose="020B0604030504040204" pitchFamily="34" charset="0"/>
                <a:ea typeface="Tahoma" panose="020B0604030504040204" pitchFamily="34" charset="0"/>
                <a:cs typeface="Tahoma" panose="020B0604030504040204" pitchFamily="34" charset="0"/>
              </a:rPr>
              <a:t>j</a:t>
            </a:r>
            <a:r>
              <a:rPr sz="2000" dirty="0">
                <a:latin typeface="Tahoma" panose="020B0604030504040204" pitchFamily="34" charset="0"/>
                <a:ea typeface="Tahoma" panose="020B0604030504040204" pitchFamily="34" charset="0"/>
                <a:cs typeface="Tahoma" panose="020B0604030504040204" pitchFamily="34" charset="0"/>
              </a:rPr>
              <a:t>,O</a:t>
            </a:r>
            <a:r>
              <a:rPr sz="2000" baseline="-25000" dirty="0">
                <a:latin typeface="Tahoma" panose="020B0604030504040204" pitchFamily="34" charset="0"/>
                <a:ea typeface="Tahoma" panose="020B0604030504040204" pitchFamily="34" charset="0"/>
                <a:cs typeface="Tahoma" panose="020B0604030504040204" pitchFamily="34" charset="0"/>
              </a:rPr>
              <a:t>p</a:t>
            </a:r>
            <a:r>
              <a:rPr sz="2000" dirty="0">
                <a:latin typeface="Tahoma" panose="020B0604030504040204" pitchFamily="34" charset="0"/>
                <a:ea typeface="Tahoma" panose="020B0604030504040204" pitchFamily="34" charset="0"/>
                <a:cs typeface="Tahoma" panose="020B0604030504040204" pitchFamily="34" charset="0"/>
              </a:rPr>
              <a:t>)&lt; d(O</a:t>
            </a:r>
            <a:r>
              <a:rPr sz="2000" baseline="-25000" dirty="0">
                <a:latin typeface="Tahoma" panose="020B0604030504040204" pitchFamily="34" charset="0"/>
                <a:ea typeface="Tahoma" panose="020B0604030504040204" pitchFamily="34" charset="0"/>
                <a:cs typeface="Tahoma" panose="020B0604030504040204" pitchFamily="34" charset="0"/>
              </a:rPr>
              <a:t>j</a:t>
            </a:r>
            <a:r>
              <a:rPr sz="2000" dirty="0">
                <a:latin typeface="Tahoma" panose="020B0604030504040204" pitchFamily="34" charset="0"/>
                <a:ea typeface="Tahoma" panose="020B0604030504040204" pitchFamily="34" charset="0"/>
                <a:cs typeface="Tahoma" panose="020B0604030504040204" pitchFamily="34" charset="0"/>
              </a:rPr>
              <a:t>,O</a:t>
            </a:r>
            <a:r>
              <a:rPr sz="2000" baseline="-25000" dirty="0">
                <a:latin typeface="Tahoma" panose="020B0604030504040204" pitchFamily="34" charset="0"/>
                <a:ea typeface="Tahoma" panose="020B0604030504040204" pitchFamily="34" charset="0"/>
                <a:cs typeface="Tahoma" panose="020B0604030504040204" pitchFamily="34" charset="0"/>
              </a:rPr>
              <a:t>m,2</a:t>
            </a:r>
            <a:r>
              <a:rPr sz="2000" dirty="0">
                <a:latin typeface="Tahoma" panose="020B0604030504040204" pitchFamily="34" charset="0"/>
                <a:ea typeface="Tahoma" panose="020B0604030504040204" pitchFamily="34" charset="0"/>
                <a:cs typeface="Tahoma" panose="020B0604030504040204" pitchFamily="34" charset="0"/>
              </a:rPr>
              <a:t>)).</a:t>
            </a:r>
          </a:p>
          <a:p>
            <a:pPr marL="355600" marR="389890" indent="-342900">
              <a:lnSpc>
                <a:spcPct val="100000"/>
              </a:lnSpc>
              <a:spcBef>
                <a:spcPts val="500"/>
              </a:spcBef>
              <a:buFont typeface="Arial"/>
              <a:buChar char="•"/>
              <a:tabLst>
                <a:tab pos="355600" algn="l"/>
              </a:tabLst>
            </a:pPr>
            <a:r>
              <a:rPr sz="2000" dirty="0">
                <a:latin typeface="Tahoma" panose="020B0604030504040204" pitchFamily="34" charset="0"/>
                <a:ea typeface="Tahoma" panose="020B0604030504040204" pitchFamily="34" charset="0"/>
                <a:cs typeface="Tahoma" panose="020B0604030504040204" pitchFamily="34" charset="0"/>
              </a:rPr>
              <a:t>Nếu thay thế O</a:t>
            </a:r>
            <a:r>
              <a:rPr sz="2000" baseline="-25000" dirty="0">
                <a:latin typeface="Tahoma" panose="020B0604030504040204" pitchFamily="34" charset="0"/>
                <a:ea typeface="Tahoma" panose="020B0604030504040204" pitchFamily="34" charset="0"/>
                <a:cs typeface="Tahoma" panose="020B0604030504040204" pitchFamily="34" charset="0"/>
              </a:rPr>
              <a:t>m </a:t>
            </a:r>
            <a:r>
              <a:rPr sz="2000" dirty="0">
                <a:latin typeface="Tahoma" panose="020B0604030504040204" pitchFamily="34" charset="0"/>
                <a:ea typeface="Tahoma" panose="020B0604030504040204" pitchFamily="34" charset="0"/>
                <a:cs typeface="Tahoma" panose="020B0604030504040204" pitchFamily="34" charset="0"/>
              </a:rPr>
              <a:t>bởi O</a:t>
            </a:r>
            <a:r>
              <a:rPr sz="2000" baseline="-25000" dirty="0">
                <a:latin typeface="Tahoma" panose="020B0604030504040204" pitchFamily="34" charset="0"/>
                <a:ea typeface="Tahoma" panose="020B0604030504040204" pitchFamily="34" charset="0"/>
                <a:cs typeface="Tahoma" panose="020B0604030504040204" pitchFamily="34" charset="0"/>
              </a:rPr>
              <a:t>p</a:t>
            </a:r>
            <a:r>
              <a:rPr sz="2000" dirty="0">
                <a:latin typeface="Tahoma" panose="020B0604030504040204" pitchFamily="34" charset="0"/>
                <a:ea typeface="Tahoma" panose="020B0604030504040204" pitchFamily="34" charset="0"/>
                <a:cs typeface="Tahoma" panose="020B0604030504040204" pitchFamily="34" charset="0"/>
              </a:rPr>
              <a:t> thì O</a:t>
            </a:r>
            <a:r>
              <a:rPr sz="2000" baseline="-25000" dirty="0">
                <a:latin typeface="Tahoma" panose="020B0604030504040204" pitchFamily="34" charset="0"/>
                <a:ea typeface="Tahoma" panose="020B0604030504040204" pitchFamily="34" charset="0"/>
                <a:cs typeface="Tahoma" panose="020B0604030504040204" pitchFamily="34" charset="0"/>
              </a:rPr>
              <a:t>j</a:t>
            </a:r>
            <a:r>
              <a:rPr sz="2000" dirty="0">
                <a:latin typeface="Tahoma" panose="020B0604030504040204" pitchFamily="34" charset="0"/>
                <a:ea typeface="Tahoma" panose="020B0604030504040204" pitchFamily="34" charset="0"/>
                <a:cs typeface="Tahoma" panose="020B0604030504040204" pitchFamily="34" charset="0"/>
              </a:rPr>
              <a:t> sẽ thuộc về cụm có đại diện là O</a:t>
            </a:r>
            <a:r>
              <a:rPr sz="2000" baseline="-25000" dirty="0">
                <a:latin typeface="Tahoma" panose="020B0604030504040204" pitchFamily="34" charset="0"/>
                <a:ea typeface="Tahoma" panose="020B0604030504040204" pitchFamily="34" charset="0"/>
                <a:cs typeface="Tahoma" panose="020B0604030504040204" pitchFamily="34" charset="0"/>
              </a:rPr>
              <a:t>p</a:t>
            </a:r>
            <a:r>
              <a:rPr sz="2000" dirty="0">
                <a:latin typeface="Tahoma" panose="020B0604030504040204" pitchFamily="34" charset="0"/>
                <a:ea typeface="Tahoma" panose="020B0604030504040204" pitchFamily="34" charset="0"/>
                <a:cs typeface="Tahoma" panose="020B0604030504040204" pitchFamily="34" charset="0"/>
              </a:rPr>
              <a:t>.</a:t>
            </a:r>
          </a:p>
          <a:p>
            <a:pPr marL="354965" indent="-342265">
              <a:lnSpc>
                <a:spcPct val="100000"/>
              </a:lnSpc>
              <a:spcBef>
                <a:spcPts val="400"/>
              </a:spcBef>
              <a:buFont typeface="Arial"/>
              <a:buChar char="•"/>
              <a:tabLst>
                <a:tab pos="354965" algn="l"/>
              </a:tabLst>
            </a:pPr>
            <a:r>
              <a:rPr sz="2000" dirty="0">
                <a:latin typeface="Tahoma" panose="020B0604030504040204" pitchFamily="34" charset="0"/>
                <a:ea typeface="Tahoma" panose="020B0604030504040204" pitchFamily="34" charset="0"/>
                <a:cs typeface="Tahoma" panose="020B0604030504040204" pitchFamily="34" charset="0"/>
              </a:rPr>
              <a:t>Vì vậy, giá trị C</a:t>
            </a:r>
            <a:r>
              <a:rPr sz="2000" baseline="-25000" dirty="0">
                <a:latin typeface="Tahoma" panose="020B0604030504040204" pitchFamily="34" charset="0"/>
                <a:ea typeface="Tahoma" panose="020B0604030504040204" pitchFamily="34" charset="0"/>
                <a:cs typeface="Tahoma" panose="020B0604030504040204" pitchFamily="34" charset="0"/>
              </a:rPr>
              <a:t>jmp </a:t>
            </a:r>
            <a:r>
              <a:rPr sz="2000" dirty="0">
                <a:latin typeface="Tahoma" panose="020B0604030504040204" pitchFamily="34" charset="0"/>
                <a:ea typeface="Tahoma" panose="020B0604030504040204" pitchFamily="34" charset="0"/>
                <a:cs typeface="Tahoma" panose="020B0604030504040204" pitchFamily="34" charset="0"/>
              </a:rPr>
              <a:t>=(O</a:t>
            </a:r>
            <a:r>
              <a:rPr sz="2000" baseline="-25000" dirty="0">
                <a:latin typeface="Tahoma" panose="020B0604030504040204" pitchFamily="34" charset="0"/>
                <a:ea typeface="Tahoma" panose="020B0604030504040204" pitchFamily="34" charset="0"/>
                <a:cs typeface="Tahoma" panose="020B0604030504040204" pitchFamily="34" charset="0"/>
              </a:rPr>
              <a:t>j</a:t>
            </a:r>
            <a:r>
              <a:rPr sz="2000" dirty="0">
                <a:latin typeface="Tahoma" panose="020B0604030504040204" pitchFamily="34" charset="0"/>
                <a:ea typeface="Tahoma" panose="020B0604030504040204" pitchFamily="34" charset="0"/>
                <a:cs typeface="Tahoma" panose="020B0604030504040204" pitchFamily="34" charset="0"/>
              </a:rPr>
              <a:t>,O</a:t>
            </a:r>
            <a:r>
              <a:rPr sz="2000" baseline="-25000" dirty="0">
                <a:latin typeface="Tahoma" panose="020B0604030504040204" pitchFamily="34" charset="0"/>
                <a:ea typeface="Tahoma" panose="020B0604030504040204" pitchFamily="34" charset="0"/>
                <a:cs typeface="Tahoma" panose="020B0604030504040204" pitchFamily="34" charset="0"/>
              </a:rPr>
              <a:t>p</a:t>
            </a:r>
            <a:r>
              <a:rPr sz="2000" dirty="0">
                <a:latin typeface="Tahoma" panose="020B0604030504040204" pitchFamily="34" charset="0"/>
                <a:ea typeface="Tahoma" panose="020B0604030504040204" pitchFamily="34" charset="0"/>
                <a:cs typeface="Tahoma" panose="020B0604030504040204" pitchFamily="34" charset="0"/>
              </a:rPr>
              <a:t>)- d(O</a:t>
            </a:r>
            <a:r>
              <a:rPr sz="2000" baseline="-25000" dirty="0">
                <a:latin typeface="Tahoma" panose="020B0604030504040204" pitchFamily="34" charset="0"/>
                <a:ea typeface="Tahoma" panose="020B0604030504040204" pitchFamily="34" charset="0"/>
                <a:cs typeface="Tahoma" panose="020B0604030504040204" pitchFamily="34" charset="0"/>
              </a:rPr>
              <a:t>j</a:t>
            </a:r>
            <a:r>
              <a:rPr sz="2000" dirty="0">
                <a:latin typeface="Tahoma" panose="020B0604030504040204" pitchFamily="34" charset="0"/>
                <a:ea typeface="Tahoma" panose="020B0604030504040204" pitchFamily="34" charset="0"/>
                <a:cs typeface="Tahoma" panose="020B0604030504040204" pitchFamily="34" charset="0"/>
              </a:rPr>
              <a:t>,</a:t>
            </a:r>
          </a:p>
          <a:p>
            <a:pPr marL="355600">
              <a:lnSpc>
                <a:spcPct val="100000"/>
              </a:lnSpc>
            </a:pPr>
            <a:r>
              <a:rPr sz="2000" dirty="0">
                <a:latin typeface="Tahoma" panose="020B0604030504040204" pitchFamily="34" charset="0"/>
                <a:ea typeface="Tahoma" panose="020B0604030504040204" pitchFamily="34" charset="0"/>
                <a:cs typeface="Tahoma" panose="020B0604030504040204" pitchFamily="34" charset="0"/>
              </a:rPr>
              <a:t>O</a:t>
            </a:r>
            <a:r>
              <a:rPr sz="2000" baseline="-25000" dirty="0">
                <a:latin typeface="Tahoma" panose="020B0604030504040204" pitchFamily="34" charset="0"/>
                <a:ea typeface="Tahoma" panose="020B0604030504040204" pitchFamily="34" charset="0"/>
                <a:cs typeface="Tahoma" panose="020B0604030504040204" pitchFamily="34" charset="0"/>
              </a:rPr>
              <a:t>m</a:t>
            </a:r>
            <a:r>
              <a:rPr sz="2000" dirty="0">
                <a:latin typeface="Tahoma" panose="020B0604030504040204" pitchFamily="34" charset="0"/>
                <a:ea typeface="Tahoma" panose="020B0604030504040204" pitchFamily="34" charset="0"/>
                <a:cs typeface="Tahoma" panose="020B0604030504040204" pitchFamily="34" charset="0"/>
              </a:rPr>
              <a:t>). C</a:t>
            </a:r>
            <a:r>
              <a:rPr sz="2000" baseline="-25000" dirty="0">
                <a:latin typeface="Tahoma" panose="020B0604030504040204" pitchFamily="34" charset="0"/>
                <a:ea typeface="Tahoma" panose="020B0604030504040204" pitchFamily="34" charset="0"/>
                <a:cs typeface="Tahoma" panose="020B0604030504040204" pitchFamily="34" charset="0"/>
              </a:rPr>
              <a:t>jmp</a:t>
            </a:r>
            <a:r>
              <a:rPr sz="2000" dirty="0">
                <a:latin typeface="Tahoma" panose="020B0604030504040204" pitchFamily="34" charset="0"/>
                <a:ea typeface="Tahoma" panose="020B0604030504040204" pitchFamily="34" charset="0"/>
                <a:cs typeface="Tahoma" panose="020B0604030504040204" pitchFamily="34" charset="0"/>
              </a:rPr>
              <a:t> có thể âm hoặc dương.</a:t>
            </a:r>
          </a:p>
        </p:txBody>
      </p:sp>
      <p:pic>
        <p:nvPicPr>
          <p:cNvPr id="4" name="object 4"/>
          <p:cNvPicPr/>
          <p:nvPr/>
        </p:nvPicPr>
        <p:blipFill>
          <a:blip r:embed="rId2" cstate="print"/>
          <a:stretch>
            <a:fillRect/>
          </a:stretch>
        </p:blipFill>
        <p:spPr>
          <a:xfrm>
            <a:off x="4852842" y="1295400"/>
            <a:ext cx="4291158" cy="4009818"/>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417533"/>
            <a:ext cx="3987800" cy="520655"/>
          </a:xfrm>
          <a:prstGeom prst="rect">
            <a:avLst/>
          </a:prstGeom>
        </p:spPr>
        <p:txBody>
          <a:bodyPr vert="horz" wrap="square" lIns="0" tIns="12700" rIns="0" bIns="0" rtlCol="0">
            <a:spAutoFit/>
          </a:bodyPr>
          <a:lstStyle/>
          <a:p>
            <a:pPr marL="12700">
              <a:lnSpc>
                <a:spcPct val="100000"/>
              </a:lnSpc>
              <a:spcBef>
                <a:spcPts val="100"/>
              </a:spcBef>
            </a:pPr>
            <a:r>
              <a:rPr spc="-60"/>
              <a:t>PAM</a:t>
            </a:r>
            <a:endParaRPr spc="-60" dirty="0"/>
          </a:p>
        </p:txBody>
      </p:sp>
      <p:sp>
        <p:nvSpPr>
          <p:cNvPr id="5" name="object 5"/>
          <p:cNvSpPr txBox="1">
            <a:spLocks noGrp="1"/>
          </p:cNvSpPr>
          <p:nvPr>
            <p:ph type="sldNum" sz="quarter" idx="12"/>
          </p:nvPr>
        </p:nvSpPr>
        <p:spPr>
          <a:prstGeom prst="rect">
            <a:avLst/>
          </a:prstGeom>
        </p:spPr>
        <p:txBody>
          <a:bodyPr vert="horz" wrap="square" lIns="0" tIns="3810" rIns="0" bIns="0" rtlCol="0">
            <a:spAutoFit/>
          </a:bodyPr>
          <a:lstStyle/>
          <a:p>
            <a:pPr marL="38100">
              <a:lnSpc>
                <a:spcPct val="100000"/>
              </a:lnSpc>
              <a:spcBef>
                <a:spcPts val="30"/>
              </a:spcBef>
            </a:pPr>
            <a:fld id="{81D60167-4931-47E6-BA6A-407CBD079E47}" type="slidenum">
              <a:rPr spc="-25" dirty="0"/>
              <a:t>57</a:t>
            </a:fld>
            <a:endParaRPr spc="-25" dirty="0"/>
          </a:p>
        </p:txBody>
      </p:sp>
      <p:sp>
        <p:nvSpPr>
          <p:cNvPr id="3" name="object 3"/>
          <p:cNvSpPr txBox="1"/>
          <p:nvPr/>
        </p:nvSpPr>
        <p:spPr>
          <a:xfrm>
            <a:off x="231140" y="1620520"/>
            <a:ext cx="4246880" cy="2899383"/>
          </a:xfrm>
          <a:prstGeom prst="rect">
            <a:avLst/>
          </a:prstGeom>
        </p:spPr>
        <p:txBody>
          <a:bodyPr vert="horz" wrap="square" lIns="0" tIns="12700" rIns="0" bIns="0" rtlCol="0">
            <a:spAutoFit/>
          </a:bodyPr>
          <a:lstStyle/>
          <a:p>
            <a:pPr marL="355600" marR="5080" indent="-342900">
              <a:lnSpc>
                <a:spcPct val="100000"/>
              </a:lnSpc>
              <a:spcBef>
                <a:spcPts val="100"/>
              </a:spcBef>
              <a:buFont typeface="Arial"/>
              <a:buChar char="•"/>
              <a:tabLst>
                <a:tab pos="355600" algn="l"/>
              </a:tabLst>
            </a:pPr>
            <a:r>
              <a:rPr sz="2000" b="1" spc="-30" dirty="0" err="1">
                <a:latin typeface="Tahoma" panose="020B0604030504040204" pitchFamily="34" charset="0"/>
                <a:ea typeface="Tahoma" panose="020B0604030504040204" pitchFamily="34" charset="0"/>
                <a:cs typeface="Tahoma" panose="020B0604030504040204" pitchFamily="34" charset="0"/>
              </a:rPr>
              <a:t>T</a:t>
            </a:r>
            <a:r>
              <a:rPr lang="en-US" sz="2000" b="1" spc="-30" dirty="0" err="1">
                <a:latin typeface="Tahoma" panose="020B0604030504040204" pitchFamily="34" charset="0"/>
                <a:ea typeface="Tahoma" panose="020B0604030504040204" pitchFamily="34" charset="0"/>
                <a:cs typeface="Tahoma" panose="020B0604030504040204" pitchFamily="34" charset="0"/>
              </a:rPr>
              <a:t>H</a:t>
            </a:r>
            <a:r>
              <a:rPr sz="2000" b="1" spc="-10" dirty="0" err="1">
                <a:latin typeface="Tahoma" panose="020B0604030504040204" pitchFamily="34" charset="0"/>
                <a:ea typeface="Tahoma" panose="020B0604030504040204" pitchFamily="34" charset="0"/>
                <a:cs typeface="Tahoma" panose="020B0604030504040204" pitchFamily="34" charset="0"/>
              </a:rPr>
              <a:t>3</a:t>
            </a:r>
            <a:r>
              <a:rPr sz="2000" b="1" spc="-10" dirty="0">
                <a:latin typeface="Tahoma" panose="020B0604030504040204" pitchFamily="34" charset="0"/>
                <a:ea typeface="Tahoma" panose="020B0604030504040204" pitchFamily="34" charset="0"/>
                <a:cs typeface="Tahoma" panose="020B0604030504040204" pitchFamily="34" charset="0"/>
              </a:rPr>
              <a:t>:</a:t>
            </a:r>
            <a:r>
              <a:rPr sz="2000" b="1" spc="-200" dirty="0">
                <a:latin typeface="Tahoma" panose="020B0604030504040204" pitchFamily="34" charset="0"/>
                <a:ea typeface="Tahoma" panose="020B0604030504040204" pitchFamily="34" charset="0"/>
                <a:cs typeface="Tahoma" panose="020B0604030504040204" pitchFamily="34" charset="0"/>
              </a:rPr>
              <a:t> </a:t>
            </a:r>
            <a:r>
              <a:rPr sz="2000" dirty="0">
                <a:latin typeface="Tahoma" panose="020B0604030504040204" pitchFamily="34" charset="0"/>
                <a:ea typeface="Tahoma" panose="020B0604030504040204" pitchFamily="34" charset="0"/>
                <a:cs typeface="Tahoma" panose="020B0604030504040204" pitchFamily="34" charset="0"/>
              </a:rPr>
              <a:t>Giả</a:t>
            </a:r>
            <a:r>
              <a:rPr sz="2000" spc="60" dirty="0">
                <a:latin typeface="Tahoma" panose="020B0604030504040204" pitchFamily="34" charset="0"/>
                <a:ea typeface="Tahoma" panose="020B0604030504040204" pitchFamily="34" charset="0"/>
                <a:cs typeface="Tahoma" panose="020B0604030504040204" pitchFamily="34" charset="0"/>
              </a:rPr>
              <a:t> </a:t>
            </a:r>
            <a:r>
              <a:rPr sz="2000" dirty="0">
                <a:latin typeface="Tahoma" panose="020B0604030504040204" pitchFamily="34" charset="0"/>
                <a:ea typeface="Tahoma" panose="020B0604030504040204" pitchFamily="34" charset="0"/>
                <a:cs typeface="Tahoma" panose="020B0604030504040204" pitchFamily="34" charset="0"/>
              </a:rPr>
              <a:t>sử O</a:t>
            </a:r>
            <a:r>
              <a:rPr sz="2000" baseline="-25000" dirty="0">
                <a:latin typeface="Tahoma" panose="020B0604030504040204" pitchFamily="34" charset="0"/>
                <a:ea typeface="Tahoma" panose="020B0604030504040204" pitchFamily="34" charset="0"/>
                <a:cs typeface="Tahoma" panose="020B0604030504040204" pitchFamily="34" charset="0"/>
              </a:rPr>
              <a:t>j</a:t>
            </a:r>
            <a:r>
              <a:rPr sz="2000" dirty="0">
                <a:latin typeface="Tahoma" panose="020B0604030504040204" pitchFamily="34" charset="0"/>
                <a:ea typeface="Tahoma" panose="020B0604030504040204" pitchFamily="34" charset="0"/>
                <a:cs typeface="Tahoma" panose="020B0604030504040204" pitchFamily="34" charset="0"/>
              </a:rPr>
              <a:t> hiện thời không thuộc về cụm có đối tượng đại diện là O</a:t>
            </a:r>
            <a:r>
              <a:rPr sz="2000" baseline="-25000" dirty="0">
                <a:latin typeface="Tahoma" panose="020B0604030504040204" pitchFamily="34" charset="0"/>
                <a:ea typeface="Tahoma" panose="020B0604030504040204" pitchFamily="34" charset="0"/>
                <a:cs typeface="Tahoma" panose="020B0604030504040204" pitchFamily="34" charset="0"/>
              </a:rPr>
              <a:t>m</a:t>
            </a:r>
            <a:r>
              <a:rPr sz="2000" dirty="0">
                <a:latin typeface="Tahoma" panose="020B0604030504040204" pitchFamily="34" charset="0"/>
                <a:ea typeface="Tahoma" panose="020B0604030504040204" pitchFamily="34" charset="0"/>
                <a:cs typeface="Tahoma" panose="020B0604030504040204" pitchFamily="34" charset="0"/>
              </a:rPr>
              <a:t> mà thuộc về cụm có đại diện là O</a:t>
            </a:r>
            <a:r>
              <a:rPr sz="2000" baseline="-25000" dirty="0">
                <a:latin typeface="Tahoma" panose="020B0604030504040204" pitchFamily="34" charset="0"/>
                <a:ea typeface="Tahoma" panose="020B0604030504040204" pitchFamily="34" charset="0"/>
                <a:cs typeface="Tahoma" panose="020B0604030504040204" pitchFamily="34" charset="0"/>
              </a:rPr>
              <a:t>m,2.</a:t>
            </a:r>
          </a:p>
          <a:p>
            <a:pPr marL="355600" marR="149860" indent="-342900">
              <a:lnSpc>
                <a:spcPct val="100000"/>
              </a:lnSpc>
              <a:spcBef>
                <a:spcPts val="500"/>
              </a:spcBef>
              <a:buFont typeface="Arial"/>
              <a:buChar char="•"/>
              <a:tabLst>
                <a:tab pos="355600" algn="l"/>
              </a:tabLst>
            </a:pPr>
            <a:r>
              <a:rPr sz="2000" dirty="0">
                <a:latin typeface="Tahoma" panose="020B0604030504040204" pitchFamily="34" charset="0"/>
                <a:ea typeface="Tahoma" panose="020B0604030504040204" pitchFamily="34" charset="0"/>
                <a:cs typeface="Tahoma" panose="020B0604030504040204" pitchFamily="34" charset="0"/>
              </a:rPr>
              <a:t>Giả sử O</a:t>
            </a:r>
            <a:r>
              <a:rPr sz="2000" baseline="-25000" dirty="0">
                <a:latin typeface="Tahoma" panose="020B0604030504040204" pitchFamily="34" charset="0"/>
                <a:ea typeface="Tahoma" panose="020B0604030504040204" pitchFamily="34" charset="0"/>
                <a:cs typeface="Tahoma" panose="020B0604030504040204" pitchFamily="34" charset="0"/>
              </a:rPr>
              <a:t>j</a:t>
            </a:r>
            <a:r>
              <a:rPr sz="2000" dirty="0">
                <a:latin typeface="Tahoma" panose="020B0604030504040204" pitchFamily="34" charset="0"/>
                <a:ea typeface="Tahoma" panose="020B0604030504040204" pitchFamily="34" charset="0"/>
                <a:cs typeface="Tahoma" panose="020B0604030504040204" pitchFamily="34" charset="0"/>
              </a:rPr>
              <a:t> tương tự với O</a:t>
            </a:r>
            <a:r>
              <a:rPr sz="2000" baseline="-25000" dirty="0">
                <a:latin typeface="Tahoma" panose="020B0604030504040204" pitchFamily="34" charset="0"/>
                <a:ea typeface="Tahoma" panose="020B0604030504040204" pitchFamily="34" charset="0"/>
                <a:cs typeface="Tahoma" panose="020B0604030504040204" pitchFamily="34" charset="0"/>
              </a:rPr>
              <a:t>m,2 </a:t>
            </a:r>
            <a:r>
              <a:rPr sz="2000" dirty="0">
                <a:latin typeface="Tahoma" panose="020B0604030504040204" pitchFamily="34" charset="0"/>
                <a:ea typeface="Tahoma" panose="020B0604030504040204" pitchFamily="34" charset="0"/>
                <a:cs typeface="Tahoma" panose="020B0604030504040204" pitchFamily="34" charset="0"/>
              </a:rPr>
              <a:t>hơn so với O</a:t>
            </a:r>
            <a:r>
              <a:rPr sz="2000" baseline="-25000" dirty="0">
                <a:latin typeface="Tahoma" panose="020B0604030504040204" pitchFamily="34" charset="0"/>
                <a:ea typeface="Tahoma" panose="020B0604030504040204" pitchFamily="34" charset="0"/>
                <a:cs typeface="Tahoma" panose="020B0604030504040204" pitchFamily="34" charset="0"/>
              </a:rPr>
              <a:t>p</a:t>
            </a:r>
            <a:r>
              <a:rPr sz="2000" dirty="0">
                <a:latin typeface="Tahoma" panose="020B0604030504040204" pitchFamily="34" charset="0"/>
                <a:ea typeface="Tahoma" panose="020B0604030504040204" pitchFamily="34" charset="0"/>
                <a:cs typeface="Tahoma" panose="020B0604030504040204" pitchFamily="34" charset="0"/>
              </a:rPr>
              <a:t>.</a:t>
            </a:r>
          </a:p>
          <a:p>
            <a:pPr marL="353060" marR="115570" indent="-340360" algn="just">
              <a:lnSpc>
                <a:spcPct val="102099"/>
              </a:lnSpc>
              <a:spcBef>
                <a:spcPts val="350"/>
              </a:spcBef>
              <a:buFont typeface="Arial"/>
              <a:buChar char="•"/>
              <a:tabLst>
                <a:tab pos="355600" algn="l"/>
              </a:tabLst>
            </a:pPr>
            <a:r>
              <a:rPr sz="2000" dirty="0">
                <a:latin typeface="Tahoma" panose="020B0604030504040204" pitchFamily="34" charset="0"/>
                <a:ea typeface="Tahoma" panose="020B0604030504040204" pitchFamily="34" charset="0"/>
                <a:cs typeface="Tahoma" panose="020B0604030504040204" pitchFamily="34" charset="0"/>
              </a:rPr>
              <a:t>Nếu O</a:t>
            </a:r>
            <a:r>
              <a:rPr sz="2000" baseline="-25000" dirty="0">
                <a:latin typeface="Tahoma" panose="020B0604030504040204" pitchFamily="34" charset="0"/>
                <a:ea typeface="Tahoma" panose="020B0604030504040204" pitchFamily="34" charset="0"/>
                <a:cs typeface="Tahoma" panose="020B0604030504040204" pitchFamily="34" charset="0"/>
              </a:rPr>
              <a:t>m </a:t>
            </a:r>
            <a:r>
              <a:rPr sz="2000" dirty="0">
                <a:latin typeface="Tahoma" panose="020B0604030504040204" pitchFamily="34" charset="0"/>
                <a:ea typeface="Tahoma" panose="020B0604030504040204" pitchFamily="34" charset="0"/>
                <a:cs typeface="Tahoma" panose="020B0604030504040204" pitchFamily="34" charset="0"/>
              </a:rPr>
              <a:t>được thay thế bởi O</a:t>
            </a:r>
            <a:r>
              <a:rPr sz="2000" baseline="-25000" dirty="0">
                <a:latin typeface="Tahoma" panose="020B0604030504040204" pitchFamily="34" charset="0"/>
                <a:ea typeface="Tahoma" panose="020B0604030504040204" pitchFamily="34" charset="0"/>
                <a:cs typeface="Tahoma" panose="020B0604030504040204" pitchFamily="34" charset="0"/>
              </a:rPr>
              <a:t>p</a:t>
            </a:r>
            <a:r>
              <a:rPr sz="2000" dirty="0">
                <a:latin typeface="Tahoma" panose="020B0604030504040204" pitchFamily="34" charset="0"/>
                <a:ea typeface="Tahoma" panose="020B0604030504040204" pitchFamily="34" charset="0"/>
                <a:cs typeface="Tahoma" panose="020B0604030504040204" pitchFamily="34" charset="0"/>
              </a:rPr>
              <a:t> thì </a:t>
            </a:r>
            <a:r>
              <a:rPr sz="2000" dirty="0" err="1">
                <a:latin typeface="Tahoma" panose="020B0604030504040204" pitchFamily="34" charset="0"/>
                <a:ea typeface="Tahoma" panose="020B0604030504040204" pitchFamily="34" charset="0"/>
                <a:cs typeface="Tahoma" panose="020B0604030504040204" pitchFamily="34" charset="0"/>
              </a:rPr>
              <a:t>O</a:t>
            </a:r>
            <a:r>
              <a:rPr sz="2000" baseline="-25000" dirty="0" err="1">
                <a:latin typeface="Tahoma" panose="020B0604030504040204" pitchFamily="34" charset="0"/>
                <a:ea typeface="Tahoma" panose="020B0604030504040204" pitchFamily="34" charset="0"/>
                <a:cs typeface="Tahoma" panose="020B0604030504040204" pitchFamily="34" charset="0"/>
              </a:rPr>
              <a:t>j</a:t>
            </a:r>
            <a:r>
              <a:rPr sz="2000" dirty="0">
                <a:latin typeface="Tahoma" panose="020B0604030504040204" pitchFamily="34" charset="0"/>
                <a:ea typeface="Tahoma" panose="020B0604030504040204" pitchFamily="34" charset="0"/>
                <a:cs typeface="Tahoma" panose="020B0604030504040204" pitchFamily="34" charset="0"/>
              </a:rPr>
              <a:t> vẫn sẽ ở lại trong cụm có </a:t>
            </a:r>
            <a:r>
              <a:rPr sz="2000" dirty="0" err="1">
                <a:latin typeface="Tahoma" panose="020B0604030504040204" pitchFamily="34" charset="0"/>
                <a:ea typeface="Tahoma" panose="020B0604030504040204" pitchFamily="34" charset="0"/>
                <a:cs typeface="Tahoma" panose="020B0604030504040204" pitchFamily="34" charset="0"/>
              </a:rPr>
              <a:t>đại</a:t>
            </a:r>
            <a:r>
              <a:rPr sz="2000" dirty="0">
                <a:latin typeface="Tahoma" panose="020B0604030504040204" pitchFamily="34" charset="0"/>
                <a:ea typeface="Tahoma" panose="020B0604030504040204" pitchFamily="34" charset="0"/>
                <a:cs typeface="Tahoma" panose="020B0604030504040204" pitchFamily="34" charset="0"/>
              </a:rPr>
              <a:t> </a:t>
            </a:r>
            <a:r>
              <a:rPr sz="2000" dirty="0" err="1">
                <a:latin typeface="Tahoma" panose="020B0604030504040204" pitchFamily="34" charset="0"/>
                <a:ea typeface="Tahoma" panose="020B0604030504040204" pitchFamily="34" charset="0"/>
                <a:cs typeface="Tahoma" panose="020B0604030504040204" pitchFamily="34" charset="0"/>
              </a:rPr>
              <a:t>diện</a:t>
            </a:r>
            <a:r>
              <a:rPr lang="en-US" sz="2000" dirty="0">
                <a:latin typeface="Tahoma" panose="020B0604030504040204" pitchFamily="34" charset="0"/>
                <a:ea typeface="Tahoma" panose="020B0604030504040204" pitchFamily="34" charset="0"/>
                <a:cs typeface="Tahoma" panose="020B0604030504040204" pitchFamily="34" charset="0"/>
              </a:rPr>
              <a:t>  </a:t>
            </a:r>
            <a:r>
              <a:rPr sz="2000" dirty="0">
                <a:latin typeface="Tahoma" panose="020B0604030504040204" pitchFamily="34" charset="0"/>
                <a:ea typeface="Tahoma" panose="020B0604030504040204" pitchFamily="34" charset="0"/>
                <a:cs typeface="Tahoma" panose="020B0604030504040204" pitchFamily="34" charset="0"/>
              </a:rPr>
              <a:t>là O</a:t>
            </a:r>
            <a:r>
              <a:rPr sz="2000" baseline="-25000" dirty="0">
                <a:latin typeface="Tahoma" panose="020B0604030504040204" pitchFamily="34" charset="0"/>
                <a:ea typeface="Tahoma" panose="020B0604030504040204" pitchFamily="34" charset="0"/>
                <a:cs typeface="Tahoma" panose="020B0604030504040204" pitchFamily="34" charset="0"/>
              </a:rPr>
              <a:t>m,2</a:t>
            </a:r>
            <a:r>
              <a:rPr sz="2000" dirty="0">
                <a:latin typeface="Tahoma" panose="020B0604030504040204" pitchFamily="34" charset="0"/>
                <a:ea typeface="Tahoma" panose="020B0604030504040204" pitchFamily="34" charset="0"/>
                <a:cs typeface="Tahoma" panose="020B0604030504040204" pitchFamily="34" charset="0"/>
              </a:rPr>
              <a:t>. Cjmp= 0.</a:t>
            </a:r>
          </a:p>
        </p:txBody>
      </p:sp>
      <p:pic>
        <p:nvPicPr>
          <p:cNvPr id="4" name="object 4"/>
          <p:cNvPicPr/>
          <p:nvPr/>
        </p:nvPicPr>
        <p:blipFill>
          <a:blip r:embed="rId2" cstate="print"/>
          <a:stretch>
            <a:fillRect/>
          </a:stretch>
        </p:blipFill>
        <p:spPr>
          <a:xfrm>
            <a:off x="4692769" y="2032610"/>
            <a:ext cx="4382218" cy="3855753"/>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417533"/>
            <a:ext cx="6398260" cy="520655"/>
          </a:xfrm>
          <a:prstGeom prst="rect">
            <a:avLst/>
          </a:prstGeom>
        </p:spPr>
        <p:txBody>
          <a:bodyPr vert="horz" wrap="square" lIns="0" tIns="12700" rIns="0" bIns="0" rtlCol="0">
            <a:spAutoFit/>
          </a:bodyPr>
          <a:lstStyle/>
          <a:p>
            <a:pPr marL="12700">
              <a:lnSpc>
                <a:spcPct val="100000"/>
              </a:lnSpc>
              <a:spcBef>
                <a:spcPts val="100"/>
              </a:spcBef>
            </a:pPr>
            <a:r>
              <a:rPr spc="-60"/>
              <a:t>PAM</a:t>
            </a:r>
            <a:endParaRPr spc="-60" dirty="0"/>
          </a:p>
        </p:txBody>
      </p:sp>
      <p:sp>
        <p:nvSpPr>
          <p:cNvPr id="5" name="object 5"/>
          <p:cNvSpPr txBox="1">
            <a:spLocks noGrp="1"/>
          </p:cNvSpPr>
          <p:nvPr>
            <p:ph type="sldNum" sz="quarter" idx="12"/>
          </p:nvPr>
        </p:nvSpPr>
        <p:spPr>
          <a:prstGeom prst="rect">
            <a:avLst/>
          </a:prstGeom>
        </p:spPr>
        <p:txBody>
          <a:bodyPr vert="horz" wrap="square" lIns="0" tIns="3810" rIns="0" bIns="0" rtlCol="0">
            <a:spAutoFit/>
          </a:bodyPr>
          <a:lstStyle/>
          <a:p>
            <a:pPr marL="38100">
              <a:lnSpc>
                <a:spcPct val="100000"/>
              </a:lnSpc>
              <a:spcBef>
                <a:spcPts val="30"/>
              </a:spcBef>
            </a:pPr>
            <a:fld id="{81D60167-4931-47E6-BA6A-407CBD079E47}" type="slidenum">
              <a:rPr spc="-25" dirty="0"/>
              <a:t>58</a:t>
            </a:fld>
            <a:endParaRPr spc="-25" dirty="0"/>
          </a:p>
        </p:txBody>
      </p:sp>
      <mc:AlternateContent xmlns:mc="http://schemas.openxmlformats.org/markup-compatibility/2006" xmlns:a14="http://schemas.microsoft.com/office/drawing/2010/main">
        <mc:Choice Requires="a14">
          <p:sp>
            <p:nvSpPr>
              <p:cNvPr id="3" name="object 3"/>
              <p:cNvSpPr txBox="1"/>
              <p:nvPr/>
            </p:nvSpPr>
            <p:spPr>
              <a:xfrm>
                <a:off x="193039" y="1620520"/>
                <a:ext cx="4318000" cy="3723455"/>
              </a:xfrm>
              <a:prstGeom prst="rect">
                <a:avLst/>
              </a:prstGeom>
            </p:spPr>
            <p:txBody>
              <a:bodyPr vert="horz" wrap="square" lIns="0" tIns="12700" rIns="0" bIns="0" rtlCol="0">
                <a:spAutoFit/>
              </a:bodyPr>
              <a:lstStyle/>
              <a:p>
                <a:pPr marL="393700" marR="17780" indent="-342900">
                  <a:lnSpc>
                    <a:spcPct val="100000"/>
                  </a:lnSpc>
                  <a:spcBef>
                    <a:spcPts val="100"/>
                  </a:spcBef>
                  <a:buFont typeface="Arial"/>
                  <a:buChar char="•"/>
                  <a:tabLst>
                    <a:tab pos="393700" algn="l"/>
                  </a:tabLst>
                </a:pPr>
                <a:r>
                  <a:rPr lang="vi-VN" sz="2000" b="1" spc="-30" dirty="0">
                    <a:latin typeface="Tahoma" panose="020B0604030504040204" pitchFamily="34" charset="0"/>
                    <a:ea typeface="Tahoma" panose="020B0604030504040204" pitchFamily="34" charset="0"/>
                    <a:cs typeface="Tahoma" panose="020B0604030504040204" pitchFamily="34" charset="0"/>
                  </a:rPr>
                  <a:t>T</a:t>
                </a:r>
                <a:r>
                  <a:rPr lang="vi-VN" sz="2000" b="1" dirty="0" err="1">
                    <a:latin typeface="Tahoma" panose="020B0604030504040204" pitchFamily="34" charset="0"/>
                    <a:ea typeface="Tahoma" panose="020B0604030504040204" pitchFamily="34" charset="0"/>
                    <a:cs typeface="Tahoma" panose="020B0604030504040204" pitchFamily="34" charset="0"/>
                  </a:rPr>
                  <a:t>H4</a:t>
                </a:r>
                <a:r>
                  <a:rPr lang="vi-VN" sz="2000" b="1" dirty="0">
                    <a:latin typeface="Tahoma" panose="020B0604030504040204" pitchFamily="34" charset="0"/>
                    <a:ea typeface="Tahoma" panose="020B0604030504040204" pitchFamily="34" charset="0"/>
                    <a:cs typeface="Tahoma" panose="020B0604030504040204" pitchFamily="34" charset="0"/>
                  </a:rPr>
                  <a:t>: </a:t>
                </a:r>
                <a:r>
                  <a:rPr lang="vi-VN" sz="2000" dirty="0">
                    <a:latin typeface="Tahoma" panose="020B0604030504040204" pitchFamily="34" charset="0"/>
                    <a:ea typeface="Tahoma" panose="020B0604030504040204" pitchFamily="34" charset="0"/>
                    <a:cs typeface="Tahoma" panose="020B0604030504040204" pitchFamily="34" charset="0"/>
                  </a:rPr>
                  <a:t>O</a:t>
                </a:r>
                <a:r>
                  <a:rPr lang="vi-VN" sz="2000" baseline="-25000" dirty="0">
                    <a:latin typeface="Tahoma" panose="020B0604030504040204" pitchFamily="34" charset="0"/>
                    <a:ea typeface="Tahoma" panose="020B0604030504040204" pitchFamily="34" charset="0"/>
                    <a:cs typeface="Tahoma" panose="020B0604030504040204" pitchFamily="34" charset="0"/>
                  </a:rPr>
                  <a:t>j</a:t>
                </a:r>
                <a:r>
                  <a:rPr lang="vi-VN" sz="2000" dirty="0">
                    <a:latin typeface="Tahoma" panose="020B0604030504040204" pitchFamily="34" charset="0"/>
                    <a:ea typeface="Tahoma" panose="020B0604030504040204" pitchFamily="34" charset="0"/>
                    <a:cs typeface="Tahoma" panose="020B0604030504040204" pitchFamily="34" charset="0"/>
                  </a:rPr>
                  <a:t> hiện thời thuộc về cụm có đại diện là O</a:t>
                </a:r>
                <a:r>
                  <a:rPr lang="vi-VN" sz="2000" baseline="-25000" dirty="0">
                    <a:latin typeface="Tahoma" panose="020B0604030504040204" pitchFamily="34" charset="0"/>
                    <a:ea typeface="Tahoma" panose="020B0604030504040204" pitchFamily="34" charset="0"/>
                    <a:cs typeface="Tahoma" panose="020B0604030504040204" pitchFamily="34" charset="0"/>
                  </a:rPr>
                  <a:t>m,2 </a:t>
                </a:r>
                <a:r>
                  <a:rPr lang="vi-VN" sz="2000" dirty="0">
                    <a:latin typeface="Tahoma" panose="020B0604030504040204" pitchFamily="34" charset="0"/>
                    <a:ea typeface="Tahoma" panose="020B0604030504040204" pitchFamily="34" charset="0"/>
                    <a:cs typeface="Tahoma" panose="020B0604030504040204" pitchFamily="34" charset="0"/>
                  </a:rPr>
                  <a:t>nhưng O</a:t>
                </a:r>
                <a:r>
                  <a:rPr lang="vi-VN" sz="2000" baseline="-25000" dirty="0">
                    <a:latin typeface="Tahoma" panose="020B0604030504040204" pitchFamily="34" charset="0"/>
                    <a:ea typeface="Tahoma" panose="020B0604030504040204" pitchFamily="34" charset="0"/>
                    <a:cs typeface="Tahoma" panose="020B0604030504040204" pitchFamily="34" charset="0"/>
                  </a:rPr>
                  <a:t>j</a:t>
                </a:r>
                <a:r>
                  <a:rPr lang="vi-VN" sz="2000" dirty="0">
                    <a:latin typeface="Tahoma" panose="020B0604030504040204" pitchFamily="34" charset="0"/>
                    <a:ea typeface="Tahoma" panose="020B0604030504040204" pitchFamily="34" charset="0"/>
                    <a:cs typeface="Tahoma" panose="020B0604030504040204" pitchFamily="34" charset="0"/>
                  </a:rPr>
                  <a:t> ít tương tự tới O</a:t>
                </a:r>
                <a:r>
                  <a:rPr lang="vi-VN" sz="2000" baseline="-25000" dirty="0">
                    <a:latin typeface="Tahoma" panose="020B0604030504040204" pitchFamily="34" charset="0"/>
                    <a:ea typeface="Tahoma" panose="020B0604030504040204" pitchFamily="34" charset="0"/>
                    <a:cs typeface="Tahoma" panose="020B0604030504040204" pitchFamily="34" charset="0"/>
                  </a:rPr>
                  <a:t>m,2 </a:t>
                </a:r>
                <a:r>
                  <a:rPr lang="vi-VN" sz="2000" dirty="0">
                    <a:latin typeface="Tahoma" panose="020B0604030504040204" pitchFamily="34" charset="0"/>
                    <a:ea typeface="Tahoma" panose="020B0604030504040204" pitchFamily="34" charset="0"/>
                    <a:cs typeface="Tahoma" panose="020B0604030504040204" pitchFamily="34" charset="0"/>
                  </a:rPr>
                  <a:t>hơn so với O</a:t>
                </a:r>
                <a:r>
                  <a:rPr lang="vi-VN" sz="2000" baseline="-25000" dirty="0">
                    <a:latin typeface="Tahoma" panose="020B0604030504040204" pitchFamily="34" charset="0"/>
                    <a:ea typeface="Tahoma" panose="020B0604030504040204" pitchFamily="34" charset="0"/>
                    <a:cs typeface="Tahoma" panose="020B0604030504040204" pitchFamily="34" charset="0"/>
                  </a:rPr>
                  <a:t>p</a:t>
                </a:r>
                <a:r>
                  <a:rPr lang="vi-VN" sz="2000" dirty="0">
                    <a:latin typeface="Tahoma" panose="020B0604030504040204" pitchFamily="34" charset="0"/>
                    <a:ea typeface="Tahoma" panose="020B0604030504040204" pitchFamily="34" charset="0"/>
                    <a:cs typeface="Tahoma" panose="020B0604030504040204" pitchFamily="34" charset="0"/>
                  </a:rPr>
                  <a:t>.</a:t>
                </a:r>
              </a:p>
              <a:p>
                <a:pPr marL="393700" marR="329565" indent="-342900">
                  <a:lnSpc>
                    <a:spcPct val="100000"/>
                  </a:lnSpc>
                  <a:spcBef>
                    <a:spcPts val="500"/>
                  </a:spcBef>
                  <a:buFont typeface="Arial"/>
                  <a:buChar char="•"/>
                  <a:tabLst>
                    <a:tab pos="393700" algn="l"/>
                  </a:tabLst>
                </a:pPr>
                <a:r>
                  <a:rPr lang="vi-VN" sz="2000" dirty="0">
                    <a:latin typeface="Tahoma" panose="020B0604030504040204" pitchFamily="34" charset="0"/>
                    <a:ea typeface="Tahoma" panose="020B0604030504040204" pitchFamily="34" charset="0"/>
                    <a:cs typeface="Tahoma" panose="020B0604030504040204" pitchFamily="34" charset="0"/>
                  </a:rPr>
                  <a:t>Nếu thay thế O</a:t>
                </a:r>
                <a:r>
                  <a:rPr lang="vi-VN" sz="2000" baseline="-25000" dirty="0">
                    <a:latin typeface="Tahoma" panose="020B0604030504040204" pitchFamily="34" charset="0"/>
                    <a:ea typeface="Tahoma" panose="020B0604030504040204" pitchFamily="34" charset="0"/>
                    <a:cs typeface="Tahoma" panose="020B0604030504040204" pitchFamily="34" charset="0"/>
                  </a:rPr>
                  <a:t>m</a:t>
                </a:r>
                <a:r>
                  <a:rPr lang="vi-VN" sz="2000" dirty="0">
                    <a:latin typeface="Tahoma" panose="020B0604030504040204" pitchFamily="34" charset="0"/>
                    <a:ea typeface="Tahoma" panose="020B0604030504040204" pitchFamily="34" charset="0"/>
                    <a:cs typeface="Tahoma" panose="020B0604030504040204" pitchFamily="34" charset="0"/>
                  </a:rPr>
                  <a:t> bởi O</a:t>
                </a:r>
                <a:r>
                  <a:rPr lang="vi-VN" sz="2000" baseline="-25000" dirty="0">
                    <a:latin typeface="Tahoma" panose="020B0604030504040204" pitchFamily="34" charset="0"/>
                    <a:ea typeface="Tahoma" panose="020B0604030504040204" pitchFamily="34" charset="0"/>
                    <a:cs typeface="Tahoma" panose="020B0604030504040204" pitchFamily="34" charset="0"/>
                  </a:rPr>
                  <a:t>p</a:t>
                </a:r>
                <a:r>
                  <a:rPr lang="vi-VN" sz="2000" dirty="0">
                    <a:latin typeface="Tahoma" panose="020B0604030504040204" pitchFamily="34" charset="0"/>
                    <a:ea typeface="Tahoma" panose="020B0604030504040204" pitchFamily="34" charset="0"/>
                    <a:cs typeface="Tahoma" panose="020B0604030504040204" pitchFamily="34" charset="0"/>
                  </a:rPr>
                  <a:t> thì O</a:t>
                </a:r>
                <a:r>
                  <a:rPr lang="vi-VN" sz="2000" baseline="-25000" dirty="0">
                    <a:latin typeface="Tahoma" panose="020B0604030504040204" pitchFamily="34" charset="0"/>
                    <a:ea typeface="Tahoma" panose="020B0604030504040204" pitchFamily="34" charset="0"/>
                    <a:cs typeface="Tahoma" panose="020B0604030504040204" pitchFamily="34" charset="0"/>
                  </a:rPr>
                  <a:t>j</a:t>
                </a:r>
                <a:r>
                  <a:rPr lang="vi-VN" sz="2000" dirty="0">
                    <a:latin typeface="Tahoma" panose="020B0604030504040204" pitchFamily="34" charset="0"/>
                    <a:ea typeface="Tahoma" panose="020B0604030504040204" pitchFamily="34" charset="0"/>
                    <a:cs typeface="Tahoma" panose="020B0604030504040204" pitchFamily="34" charset="0"/>
                  </a:rPr>
                  <a:t> sẽ chuyển từ cụm O</a:t>
                </a:r>
                <a:r>
                  <a:rPr lang="vi-VN" sz="2000" baseline="-25000" dirty="0">
                    <a:latin typeface="Tahoma" panose="020B0604030504040204" pitchFamily="34" charset="0"/>
                    <a:ea typeface="Tahoma" panose="020B0604030504040204" pitchFamily="34" charset="0"/>
                    <a:cs typeface="Tahoma" panose="020B0604030504040204" pitchFamily="34" charset="0"/>
                  </a:rPr>
                  <a:t>m,2 </a:t>
                </a:r>
                <a:r>
                  <a:rPr lang="vi-VN" sz="2000" dirty="0">
                    <a:latin typeface="Tahoma" panose="020B0604030504040204" pitchFamily="34" charset="0"/>
                    <a:ea typeface="Tahoma" panose="020B0604030504040204" pitchFamily="34" charset="0"/>
                    <a:cs typeface="Tahoma" panose="020B0604030504040204" pitchFamily="34" charset="0"/>
                  </a:rPr>
                  <a:t>sang cụm O</a:t>
                </a:r>
                <a:r>
                  <a:rPr lang="vi-VN" sz="2000" baseline="-25000" dirty="0">
                    <a:latin typeface="Tahoma" panose="020B0604030504040204" pitchFamily="34" charset="0"/>
                    <a:ea typeface="Tahoma" panose="020B0604030504040204" pitchFamily="34" charset="0"/>
                    <a:cs typeface="Tahoma" panose="020B0604030504040204" pitchFamily="34" charset="0"/>
                  </a:rPr>
                  <a:t>p</a:t>
                </a:r>
                <a:r>
                  <a:rPr lang="vi-VN" sz="2000" dirty="0">
                    <a:latin typeface="Tahoma" panose="020B0604030504040204" pitchFamily="34" charset="0"/>
                    <a:ea typeface="Tahoma" panose="020B0604030504040204" pitchFamily="34" charset="0"/>
                    <a:cs typeface="Tahoma" panose="020B0604030504040204" pitchFamily="34" charset="0"/>
                  </a:rPr>
                  <a:t>.</a:t>
                </a:r>
              </a:p>
              <a:p>
                <a:pPr marL="393065" indent="-342265">
                  <a:lnSpc>
                    <a:spcPct val="100000"/>
                  </a:lnSpc>
                  <a:spcBef>
                    <a:spcPts val="400"/>
                  </a:spcBef>
                  <a:buFont typeface="Arial"/>
                  <a:buChar char="•"/>
                  <a:tabLst>
                    <a:tab pos="393065" algn="l"/>
                  </a:tabLst>
                </a:pPr>
                <a:r>
                  <a:rPr lang="vi-VN" sz="2000" dirty="0">
                    <a:latin typeface="Tahoma" panose="020B0604030504040204" pitchFamily="34" charset="0"/>
                    <a:ea typeface="Tahoma" panose="020B0604030504040204" pitchFamily="34" charset="0"/>
                    <a:cs typeface="Tahoma" panose="020B0604030504040204" pitchFamily="34" charset="0"/>
                  </a:rPr>
                  <a:t>Giá trị hoán chuyển C</a:t>
                </a:r>
                <a:r>
                  <a:rPr lang="vi-VN" sz="2000" baseline="-25000" dirty="0">
                    <a:latin typeface="Tahoma" panose="020B0604030504040204" pitchFamily="34" charset="0"/>
                    <a:ea typeface="Tahoma" panose="020B0604030504040204" pitchFamily="34" charset="0"/>
                    <a:cs typeface="Tahoma" panose="020B0604030504040204" pitchFamily="34" charset="0"/>
                  </a:rPr>
                  <a:t>jmp </a:t>
                </a:r>
                <a:r>
                  <a:rPr lang="vi-VN" sz="2000" dirty="0">
                    <a:latin typeface="Tahoma" panose="020B0604030504040204" pitchFamily="34" charset="0"/>
                    <a:ea typeface="Tahoma" panose="020B0604030504040204" pitchFamily="34" charset="0"/>
                    <a:cs typeface="Tahoma" panose="020B0604030504040204" pitchFamily="34" charset="0"/>
                  </a:rPr>
                  <a:t>= (O</a:t>
                </a:r>
                <a:r>
                  <a:rPr lang="vi-VN" sz="2000" baseline="-25000" dirty="0">
                    <a:latin typeface="Tahoma" panose="020B0604030504040204" pitchFamily="34" charset="0"/>
                    <a:ea typeface="Tahoma" panose="020B0604030504040204" pitchFamily="34" charset="0"/>
                    <a:cs typeface="Tahoma" panose="020B0604030504040204" pitchFamily="34" charset="0"/>
                  </a:rPr>
                  <a:t>j</a:t>
                </a:r>
                <a:r>
                  <a:rPr lang="vi-VN" sz="2000" dirty="0">
                    <a:latin typeface="Tahoma" panose="020B0604030504040204" pitchFamily="34" charset="0"/>
                    <a:ea typeface="Tahoma" panose="020B0604030504040204" pitchFamily="34" charset="0"/>
                    <a:cs typeface="Tahoma" panose="020B0604030504040204" pitchFamily="34" charset="0"/>
                  </a:rPr>
                  <a:t>,O</a:t>
                </a:r>
                <a:r>
                  <a:rPr lang="vi-VN" sz="2000" baseline="-25000" dirty="0">
                    <a:latin typeface="Tahoma" panose="020B0604030504040204" pitchFamily="34" charset="0"/>
                    <a:ea typeface="Tahoma" panose="020B0604030504040204" pitchFamily="34" charset="0"/>
                    <a:cs typeface="Tahoma" panose="020B0604030504040204" pitchFamily="34" charset="0"/>
                  </a:rPr>
                  <a:t>p</a:t>
                </a:r>
                <a:r>
                  <a:rPr lang="vi-VN" sz="2000" dirty="0">
                    <a:latin typeface="Tahoma" panose="020B0604030504040204" pitchFamily="34" charset="0"/>
                    <a:ea typeface="Tahoma" panose="020B0604030504040204" pitchFamily="34" charset="0"/>
                    <a:cs typeface="Tahoma" panose="020B0604030504040204" pitchFamily="34" charset="0"/>
                  </a:rPr>
                  <a:t>)-</a:t>
                </a:r>
              </a:p>
              <a:p>
                <a:pPr marL="393700">
                  <a:lnSpc>
                    <a:spcPct val="100000"/>
                  </a:lnSpc>
                  <a:spcBef>
                    <a:spcPts val="100"/>
                  </a:spcBef>
                </a:pPr>
                <a:r>
                  <a:rPr lang="vi-VN" sz="2000" dirty="0">
                    <a:latin typeface="Tahoma" panose="020B0604030504040204" pitchFamily="34" charset="0"/>
                    <a:ea typeface="Tahoma" panose="020B0604030504040204" pitchFamily="34" charset="0"/>
                    <a:cs typeface="Tahoma" panose="020B0604030504040204" pitchFamily="34" charset="0"/>
                  </a:rPr>
                  <a:t>d(O</a:t>
                </a:r>
                <a:r>
                  <a:rPr lang="vi-VN" sz="2000" baseline="-25000" dirty="0">
                    <a:latin typeface="Tahoma" panose="020B0604030504040204" pitchFamily="34" charset="0"/>
                    <a:ea typeface="Tahoma" panose="020B0604030504040204" pitchFamily="34" charset="0"/>
                    <a:cs typeface="Tahoma" panose="020B0604030504040204" pitchFamily="34" charset="0"/>
                  </a:rPr>
                  <a:t>j</a:t>
                </a:r>
                <a:r>
                  <a:rPr lang="vi-VN" sz="2000" dirty="0">
                    <a:latin typeface="Tahoma" panose="020B0604030504040204" pitchFamily="34" charset="0"/>
                    <a:ea typeface="Tahoma" panose="020B0604030504040204" pitchFamily="34" charset="0"/>
                    <a:cs typeface="Tahoma" panose="020B0604030504040204" pitchFamily="34" charset="0"/>
                  </a:rPr>
                  <a:t>, O</a:t>
                </a:r>
                <a:r>
                  <a:rPr lang="vi-VN" sz="2000" baseline="-25000" dirty="0">
                    <a:latin typeface="Tahoma" panose="020B0604030504040204" pitchFamily="34" charset="0"/>
                    <a:ea typeface="Tahoma" panose="020B0604030504040204" pitchFamily="34" charset="0"/>
                    <a:cs typeface="Tahoma" panose="020B0604030504040204" pitchFamily="34" charset="0"/>
                  </a:rPr>
                  <a:t>m,2</a:t>
                </a:r>
                <a:r>
                  <a:rPr lang="vi-VN" sz="2000" dirty="0">
                    <a:latin typeface="Tahoma" panose="020B0604030504040204" pitchFamily="34" charset="0"/>
                    <a:ea typeface="Tahoma" panose="020B0604030504040204" pitchFamily="34" charset="0"/>
                    <a:cs typeface="Tahoma" panose="020B0604030504040204" pitchFamily="34" charset="0"/>
                  </a:rPr>
                  <a:t>). C</a:t>
                </a:r>
                <a:r>
                  <a:rPr lang="vi-VN" sz="2000" baseline="-25000" dirty="0">
                    <a:latin typeface="Tahoma" panose="020B0604030504040204" pitchFamily="34" charset="0"/>
                    <a:ea typeface="Tahoma" panose="020B0604030504040204" pitchFamily="34" charset="0"/>
                    <a:cs typeface="Tahoma" panose="020B0604030504040204" pitchFamily="34" charset="0"/>
                  </a:rPr>
                  <a:t>jmp</a:t>
                </a:r>
                <a:r>
                  <a:rPr lang="vi-VN" sz="2000" dirty="0">
                    <a:latin typeface="Tahoma" panose="020B0604030504040204" pitchFamily="34" charset="0"/>
                    <a:ea typeface="Tahoma" panose="020B0604030504040204" pitchFamily="34" charset="0"/>
                    <a:cs typeface="Tahoma" panose="020B0604030504040204" pitchFamily="34" charset="0"/>
                  </a:rPr>
                  <a:t> luôn âm.</a:t>
                </a:r>
              </a:p>
              <a:p>
                <a:pPr marL="393065" indent="-342265">
                  <a:lnSpc>
                    <a:spcPct val="100000"/>
                  </a:lnSpc>
                  <a:buFont typeface="Arial"/>
                  <a:buChar char="•"/>
                  <a:tabLst>
                    <a:tab pos="393065" algn="l"/>
                  </a:tabLst>
                </a:pPr>
                <a:r>
                  <a:rPr lang="vi-VN" sz="2000" dirty="0">
                    <a:latin typeface="Tahoma" panose="020B0604030504040204" pitchFamily="34" charset="0"/>
                    <a:ea typeface="Tahoma" panose="020B0604030504040204" pitchFamily="34" charset="0"/>
                    <a:cs typeface="Tahoma" panose="020B0604030504040204" pitchFamily="34" charset="0"/>
                  </a:rPr>
                  <a:t>Tổng giá trị hoán chuyển O</a:t>
                </a:r>
                <a:r>
                  <a:rPr lang="vi-VN" sz="2000" baseline="-25000" dirty="0">
                    <a:latin typeface="Tahoma" panose="020B0604030504040204" pitchFamily="34" charset="0"/>
                    <a:ea typeface="Tahoma" panose="020B0604030504040204" pitchFamily="34" charset="0"/>
                    <a:cs typeface="Tahoma" panose="020B0604030504040204" pitchFamily="34" charset="0"/>
                  </a:rPr>
                  <a:t>m</a:t>
                </a:r>
              </a:p>
              <a:p>
                <a:pPr marL="393700">
                  <a:lnSpc>
                    <a:spcPct val="100000"/>
                  </a:lnSpc>
                </a:pPr>
                <a:r>
                  <a:rPr lang="vi-VN" sz="2000" dirty="0">
                    <a:latin typeface="Tahoma" panose="020B0604030504040204" pitchFamily="34" charset="0"/>
                    <a:ea typeface="Tahoma" panose="020B0604030504040204" pitchFamily="34" charset="0"/>
                    <a:cs typeface="Tahoma" panose="020B0604030504040204" pitchFamily="34" charset="0"/>
                  </a:rPr>
                  <a:t>bằng O</a:t>
                </a:r>
                <a:r>
                  <a:rPr lang="vi-VN" sz="2000" baseline="-25000" dirty="0">
                    <a:latin typeface="Tahoma" panose="020B0604030504040204" pitchFamily="34" charset="0"/>
                    <a:ea typeface="Tahoma" panose="020B0604030504040204" pitchFamily="34" charset="0"/>
                    <a:cs typeface="Tahoma" panose="020B0604030504040204" pitchFamily="34" charset="0"/>
                  </a:rPr>
                  <a:t>p</a:t>
                </a:r>
                <a:r>
                  <a:rPr lang="vi-VN" sz="2000" dirty="0">
                    <a:latin typeface="Tahoma" panose="020B0604030504040204" pitchFamily="34" charset="0"/>
                    <a:ea typeface="Tahoma" panose="020B0604030504040204" pitchFamily="34" charset="0"/>
                    <a:cs typeface="Tahoma" panose="020B0604030504040204" pitchFamily="34" charset="0"/>
                  </a:rPr>
                  <a:t> được xác </a:t>
                </a:r>
                <a:r>
                  <a:rPr lang="vi-VN" sz="2000">
                    <a:latin typeface="Tahoma" panose="020B0604030504040204" pitchFamily="34" charset="0"/>
                    <a:ea typeface="Tahoma" panose="020B0604030504040204" pitchFamily="34" charset="0"/>
                    <a:cs typeface="Tahoma" panose="020B0604030504040204" pitchFamily="34" charset="0"/>
                  </a:rPr>
                  <a:t>định:</a:t>
                </a:r>
                <a:endParaRPr lang="en-US" sz="2000">
                  <a:latin typeface="Tahoma" panose="020B0604030504040204" pitchFamily="34" charset="0"/>
                  <a:ea typeface="Tahoma" panose="020B0604030504040204" pitchFamily="34" charset="0"/>
                  <a:cs typeface="Tahoma" panose="020B0604030504040204" pitchFamily="34" charset="0"/>
                </a:endParaRPr>
              </a:p>
              <a:p>
                <a:pPr marL="393700" algn="ctr">
                  <a:lnSpc>
                    <a:spcPct val="100000"/>
                  </a:lnSpc>
                </a:pPr>
                <a:r>
                  <a:rPr lang="en-US" sz="2000">
                    <a:latin typeface="Tahoma" panose="020B0604030504040204" pitchFamily="34" charset="0"/>
                    <a:ea typeface="Tahoma" panose="020B0604030504040204" pitchFamily="34" charset="0"/>
                    <a:cs typeface="Tahoma" panose="020B0604030504040204" pitchFamily="34" charset="0"/>
                  </a:rPr>
                  <a:t> </a:t>
                </a:r>
                <a:r>
                  <a:rPr lang="vi-VN" sz="2000" dirty="0">
                    <a:latin typeface="Tahoma" panose="020B0604030504040204" pitchFamily="34" charset="0"/>
                    <a:ea typeface="Tahoma" panose="020B0604030504040204" pitchFamily="34" charset="0"/>
                    <a:cs typeface="Tahoma" panose="020B0604030504040204" pitchFamily="34" charset="0"/>
                  </a:rPr>
                  <a:t>TC</a:t>
                </a:r>
                <a:r>
                  <a:rPr lang="vi-VN" sz="2000" baseline="-25000" dirty="0">
                    <a:latin typeface="Tahoma" panose="020B0604030504040204" pitchFamily="34" charset="0"/>
                    <a:ea typeface="Tahoma" panose="020B0604030504040204" pitchFamily="34" charset="0"/>
                    <a:cs typeface="Tahoma" panose="020B0604030504040204" pitchFamily="34" charset="0"/>
                  </a:rPr>
                  <a:t>mp</a:t>
                </a:r>
                <a:r>
                  <a:rPr lang="vi-VN" sz="2000" dirty="0">
                    <a:latin typeface="Tahoma" panose="020B0604030504040204" pitchFamily="34" charset="0"/>
                    <a:ea typeface="Tahoma" panose="020B0604030504040204" pitchFamily="34" charset="0"/>
                    <a:cs typeface="Tahoma" panose="020B0604030504040204" pitchFamily="34" charset="0"/>
                  </a:rPr>
                  <a:t> </a:t>
                </a:r>
                <a:r>
                  <a:rPr lang="vi-VN" sz="200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nary>
                      <m:naryPr>
                        <m:chr m:val="∑"/>
                        <m:supHide m:val="on"/>
                        <m:ctrlPr>
                          <a:rPr lang="ar-AE" sz="2000" i="1" smtClean="0">
                            <a:latin typeface="Cambria Math" panose="02040503050406030204" pitchFamily="18" charset="0"/>
                            <a:ea typeface="Tahoma" panose="020B0604030504040204" pitchFamily="34" charset="0"/>
                            <a:cs typeface="Tahoma" panose="020B0604030504040204" pitchFamily="34" charset="0"/>
                          </a:rPr>
                        </m:ctrlPr>
                      </m:naryPr>
                      <m:sub>
                        <m:r>
                          <m:rPr>
                            <m:brk m:alnAt="7"/>
                          </m:rPr>
                          <a:rPr lang="ar-AE" sz="2000" b="0" i="1" smtClean="0">
                            <a:latin typeface="Cambria Math" panose="02040503050406030204" pitchFamily="18" charset="0"/>
                            <a:ea typeface="Tahoma" panose="020B0604030504040204" pitchFamily="34" charset="0"/>
                            <a:cs typeface="Tahoma" panose="020B0604030504040204" pitchFamily="34" charset="0"/>
                          </a:rPr>
                          <m:t>𝑗</m:t>
                        </m:r>
                      </m:sub>
                      <m:sup/>
                      <m:e>
                        <m:sSub>
                          <m:sSubPr>
                            <m:ctrlPr>
                              <a:rPr lang="ar-AE" sz="2000" i="1" smtClean="0">
                                <a:latin typeface="Cambria Math" panose="02040503050406030204" pitchFamily="18" charset="0"/>
                                <a:ea typeface="Tahoma" panose="020B0604030504040204" pitchFamily="34" charset="0"/>
                                <a:cs typeface="Tahoma" panose="020B0604030504040204" pitchFamily="34" charset="0"/>
                              </a:rPr>
                            </m:ctrlPr>
                          </m:sSubPr>
                          <m:e>
                            <m:r>
                              <a:rPr lang="en-US" sz="2000" b="0" i="1" smtClean="0">
                                <a:latin typeface="Cambria Math" panose="02040503050406030204" pitchFamily="18" charset="0"/>
                                <a:ea typeface="Tahoma" panose="020B0604030504040204" pitchFamily="34" charset="0"/>
                                <a:cs typeface="Tahoma" panose="020B0604030504040204" pitchFamily="34" charset="0"/>
                              </a:rPr>
                              <m:t>𝐶</m:t>
                            </m:r>
                          </m:e>
                          <m:sub>
                            <m:r>
                              <m:rPr>
                                <m:nor/>
                              </m:rPr>
                              <a:rPr lang="vi-VN" sz="2000" dirty="0" smtClean="0">
                                <a:latin typeface="Tahoma" panose="020B0604030504040204" pitchFamily="34" charset="0"/>
                                <a:ea typeface="Tahoma" panose="020B0604030504040204" pitchFamily="34" charset="0"/>
                                <a:cs typeface="Tahoma" panose="020B0604030504040204" pitchFamily="34" charset="0"/>
                              </a:rPr>
                              <m:t>jmp</m:t>
                            </m:r>
                          </m:sub>
                        </m:sSub>
                      </m:e>
                    </m:nary>
                  </m:oMath>
                </a14:m>
                <a:endParaRPr sz="2000"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 name="object 3"/>
              <p:cNvSpPr txBox="1">
                <a:spLocks noRot="1" noChangeAspect="1" noMove="1" noResize="1" noEditPoints="1" noAdjustHandles="1" noChangeArrowheads="1" noChangeShapeType="1" noTextEdit="1"/>
              </p:cNvSpPr>
              <p:nvPr/>
            </p:nvSpPr>
            <p:spPr>
              <a:xfrm>
                <a:off x="193039" y="1620520"/>
                <a:ext cx="4318000" cy="3723455"/>
              </a:xfrm>
              <a:prstGeom prst="rect">
                <a:avLst/>
              </a:prstGeom>
              <a:blipFill>
                <a:blip r:embed="rId2"/>
                <a:stretch>
                  <a:fillRect l="-2260" t="-1800" r="-4661" b="-14894"/>
                </a:stretch>
              </a:blipFill>
            </p:spPr>
            <p:txBody>
              <a:bodyPr/>
              <a:lstStyle/>
              <a:p>
                <a:r>
                  <a:rPr lang="en-US">
                    <a:noFill/>
                  </a:rPr>
                  <a:t> </a:t>
                </a:r>
              </a:p>
            </p:txBody>
          </p:sp>
        </mc:Fallback>
      </mc:AlternateContent>
      <p:pic>
        <p:nvPicPr>
          <p:cNvPr id="4" name="object 4"/>
          <p:cNvPicPr/>
          <p:nvPr/>
        </p:nvPicPr>
        <p:blipFill>
          <a:blip r:embed="rId3" cstate="print"/>
          <a:stretch>
            <a:fillRect/>
          </a:stretch>
        </p:blipFill>
        <p:spPr>
          <a:xfrm>
            <a:off x="5085677" y="1863251"/>
            <a:ext cx="4001844" cy="3450213"/>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792970"/>
            <a:ext cx="7886700" cy="469872"/>
          </a:xfrm>
        </p:spPr>
        <p:txBody>
          <a:bodyPr vert="horz" wrap="square" lIns="0" tIns="12700" rIns="0" bIns="0" rtlCol="0">
            <a:spAutoFit/>
          </a:bodyPr>
          <a:lstStyle/>
          <a:p>
            <a:r>
              <a:rPr lang="en-US"/>
              <a:t>PAM</a:t>
            </a:r>
            <a:endParaRPr lang="en-US" dirty="0"/>
          </a:p>
        </p:txBody>
      </p:sp>
      <p:sp>
        <p:nvSpPr>
          <p:cNvPr id="7" name="Content Placeholder 6">
            <a:extLst>
              <a:ext uri="{FF2B5EF4-FFF2-40B4-BE49-F238E27FC236}">
                <a16:creationId xmlns:a16="http://schemas.microsoft.com/office/drawing/2014/main" id="{FA668AAA-B12D-272E-C87D-17C8350FB976}"/>
              </a:ext>
            </a:extLst>
          </p:cNvPr>
          <p:cNvSpPr>
            <a:spLocks noGrp="1"/>
          </p:cNvSpPr>
          <p:nvPr>
            <p:ph idx="1"/>
          </p:nvPr>
        </p:nvSpPr>
        <p:spPr/>
        <p:txBody>
          <a:bodyPr>
            <a:normAutofit fontScale="77500" lnSpcReduction="20000"/>
          </a:bodyPr>
          <a:lstStyle/>
          <a:p>
            <a:pPr marL="418465" indent="-342265">
              <a:lnSpc>
                <a:spcPct val="100000"/>
              </a:lnSpc>
              <a:spcBef>
                <a:spcPts val="400"/>
              </a:spcBef>
              <a:buFont typeface="Arial"/>
              <a:buChar char="•"/>
              <a:tabLst>
                <a:tab pos="418465" algn="l"/>
              </a:tabLst>
            </a:pPr>
            <a:r>
              <a:rPr lang="vi-VN" sz="2800" b="1">
                <a:latin typeface="Gill Sans MT Bold"/>
                <a:cs typeface="Gill Sans MT Bold"/>
              </a:rPr>
              <a:t>Thu</a:t>
            </a:r>
            <a:r>
              <a:rPr lang="vi-VN" sz="2800" b="1">
                <a:latin typeface="Calibri"/>
                <a:cs typeface="Calibri"/>
              </a:rPr>
              <a:t>ậ</a:t>
            </a:r>
            <a:r>
              <a:rPr lang="vi-VN" sz="2800" b="1">
                <a:latin typeface="Gill Sans MT Bold"/>
                <a:cs typeface="Gill Sans MT Bold"/>
              </a:rPr>
              <a:t>t</a:t>
            </a:r>
            <a:r>
              <a:rPr lang="vi-VN" sz="2800" b="1" spc="-65">
                <a:latin typeface="Gill Sans MT Bold"/>
                <a:cs typeface="Gill Sans MT Bold"/>
              </a:rPr>
              <a:t> </a:t>
            </a:r>
            <a:r>
              <a:rPr lang="vi-VN" sz="2800" b="1">
                <a:latin typeface="Gill Sans MT Bold"/>
                <a:cs typeface="Gill Sans MT Bold"/>
              </a:rPr>
              <a:t>toán</a:t>
            </a:r>
            <a:r>
              <a:rPr lang="vi-VN" sz="2800" b="1" spc="-20">
                <a:latin typeface="Gill Sans MT Bold"/>
                <a:cs typeface="Gill Sans MT Bold"/>
              </a:rPr>
              <a:t> </a:t>
            </a:r>
            <a:r>
              <a:rPr lang="vi-VN" sz="2800" b="1" spc="-10">
                <a:latin typeface="Gill Sans MT Bold"/>
                <a:cs typeface="Gill Sans MT Bold"/>
              </a:rPr>
              <a:t>K-</a:t>
            </a:r>
            <a:r>
              <a:rPr lang="vi-VN" sz="2800" b="1">
                <a:latin typeface="Gill Sans MT Bold"/>
                <a:cs typeface="Gill Sans MT Bold"/>
              </a:rPr>
              <a:t>Medoid</a:t>
            </a:r>
            <a:r>
              <a:rPr lang="vi-VN" sz="2800" b="1" spc="-20">
                <a:latin typeface="Gill Sans MT Bold"/>
                <a:cs typeface="Gill Sans MT Bold"/>
              </a:rPr>
              <a:t> </a:t>
            </a:r>
            <a:r>
              <a:rPr lang="vi-VN" sz="2800" b="1">
                <a:latin typeface="Gill Sans MT Bold"/>
                <a:cs typeface="Gill Sans MT Bold"/>
              </a:rPr>
              <a:t>có</a:t>
            </a:r>
            <a:r>
              <a:rPr lang="vi-VN" sz="2800" b="1" spc="-40">
                <a:latin typeface="Gill Sans MT Bold"/>
                <a:cs typeface="Gill Sans MT Bold"/>
              </a:rPr>
              <a:t> </a:t>
            </a:r>
            <a:r>
              <a:rPr lang="vi-VN" sz="2800" b="1">
                <a:latin typeface="Gill Sans MT Bold"/>
                <a:cs typeface="Gill Sans MT Bold"/>
              </a:rPr>
              <a:t>th</a:t>
            </a:r>
            <a:r>
              <a:rPr lang="vi-VN" sz="2800" b="1">
                <a:latin typeface="Calibri"/>
                <a:cs typeface="Calibri"/>
              </a:rPr>
              <a:t>ể</a:t>
            </a:r>
            <a:r>
              <a:rPr lang="vi-VN" sz="2800" b="1" spc="45">
                <a:latin typeface="Calibri"/>
                <a:cs typeface="Calibri"/>
              </a:rPr>
              <a:t> </a:t>
            </a:r>
            <a:r>
              <a:rPr lang="vi-VN" sz="2800" b="1">
                <a:latin typeface="Gill Sans MT Bold"/>
                <a:cs typeface="Gill Sans MT Bold"/>
              </a:rPr>
              <a:t>đ</a:t>
            </a:r>
            <a:r>
              <a:rPr lang="vi-VN" sz="2800" b="1">
                <a:latin typeface="Calibri"/>
                <a:cs typeface="Calibri"/>
              </a:rPr>
              <a:t>ượ</a:t>
            </a:r>
            <a:r>
              <a:rPr lang="vi-VN" sz="2800" b="1">
                <a:latin typeface="Gill Sans MT Bold"/>
                <a:cs typeface="Gill Sans MT Bold"/>
              </a:rPr>
              <a:t>c</a:t>
            </a:r>
            <a:r>
              <a:rPr lang="vi-VN" sz="2800" b="1" spc="-55">
                <a:latin typeface="Gill Sans MT Bold"/>
                <a:cs typeface="Gill Sans MT Bold"/>
              </a:rPr>
              <a:t> </a:t>
            </a:r>
            <a:r>
              <a:rPr lang="vi-VN" sz="2800" b="1">
                <a:latin typeface="Gill Sans MT Bold"/>
                <a:cs typeface="Gill Sans MT Bold"/>
              </a:rPr>
              <a:t>mô</a:t>
            </a:r>
            <a:r>
              <a:rPr lang="vi-VN" sz="2800" b="1" spc="60">
                <a:latin typeface="Gill Sans MT Bold"/>
                <a:cs typeface="Gill Sans MT Bold"/>
              </a:rPr>
              <a:t> </a:t>
            </a:r>
            <a:r>
              <a:rPr lang="vi-VN" sz="2800" b="1">
                <a:latin typeface="Gill Sans MT Bold"/>
                <a:cs typeface="Gill Sans MT Bold"/>
              </a:rPr>
              <a:t>t</a:t>
            </a:r>
            <a:r>
              <a:rPr lang="vi-VN" sz="2800" b="1">
                <a:latin typeface="Calibri"/>
                <a:cs typeface="Calibri"/>
              </a:rPr>
              <a:t>ả</a:t>
            </a:r>
            <a:r>
              <a:rPr lang="vi-VN" sz="2800" b="1" spc="65">
                <a:latin typeface="Calibri"/>
                <a:cs typeface="Calibri"/>
              </a:rPr>
              <a:t> </a:t>
            </a:r>
            <a:r>
              <a:rPr lang="vi-VN" sz="2800" b="1">
                <a:latin typeface="Gill Sans MT Bold"/>
                <a:cs typeface="Gill Sans MT Bold"/>
              </a:rPr>
              <a:t>c</a:t>
            </a:r>
            <a:r>
              <a:rPr lang="vi-VN" sz="2800" b="1">
                <a:latin typeface="Calibri"/>
                <a:cs typeface="Calibri"/>
              </a:rPr>
              <a:t>ụ</a:t>
            </a:r>
            <a:r>
              <a:rPr lang="vi-VN" sz="2800" b="1" spc="75">
                <a:latin typeface="Calibri"/>
                <a:cs typeface="Calibri"/>
              </a:rPr>
              <a:t> </a:t>
            </a:r>
            <a:r>
              <a:rPr lang="vi-VN" sz="2800" b="1">
                <a:latin typeface="Gill Sans MT Bold"/>
                <a:cs typeface="Gill Sans MT Bold"/>
              </a:rPr>
              <a:t>th</a:t>
            </a:r>
            <a:r>
              <a:rPr lang="vi-VN" sz="2800" b="1">
                <a:latin typeface="Calibri"/>
                <a:cs typeface="Calibri"/>
              </a:rPr>
              <a:t>ể</a:t>
            </a:r>
            <a:r>
              <a:rPr lang="vi-VN" sz="2800" b="1" spc="145">
                <a:latin typeface="Calibri"/>
                <a:cs typeface="Calibri"/>
              </a:rPr>
              <a:t> </a:t>
            </a:r>
            <a:r>
              <a:rPr lang="vi-VN" sz="2800" b="1">
                <a:latin typeface="Gill Sans MT Bold"/>
                <a:cs typeface="Gill Sans MT Bold"/>
              </a:rPr>
              <a:t>nh</a:t>
            </a:r>
            <a:r>
              <a:rPr lang="vi-VN" sz="2800" b="1">
                <a:latin typeface="Calibri"/>
                <a:cs typeface="Calibri"/>
              </a:rPr>
              <a:t>ư</a:t>
            </a:r>
            <a:r>
              <a:rPr lang="vi-VN" sz="2800" b="1" spc="60">
                <a:latin typeface="Calibri"/>
                <a:cs typeface="Calibri"/>
              </a:rPr>
              <a:t> </a:t>
            </a:r>
            <a:r>
              <a:rPr lang="vi-VN" sz="2800" b="1" spc="-20">
                <a:latin typeface="Gill Sans MT Bold"/>
                <a:cs typeface="Gill Sans MT Bold"/>
              </a:rPr>
              <a:t>sau:</a:t>
            </a:r>
            <a:endParaRPr lang="vi-VN" sz="2800">
              <a:latin typeface="Gill Sans MT Bold"/>
              <a:cs typeface="Gill Sans MT Bold"/>
            </a:endParaRPr>
          </a:p>
          <a:p>
            <a:pPr marL="418465" indent="-342265">
              <a:lnSpc>
                <a:spcPct val="100000"/>
              </a:lnSpc>
              <a:spcBef>
                <a:spcPts val="300"/>
              </a:spcBef>
              <a:buFont typeface="Arial"/>
              <a:buChar char="•"/>
              <a:tabLst>
                <a:tab pos="418465" algn="l"/>
              </a:tabLst>
            </a:pPr>
            <a:r>
              <a:rPr lang="vi-VN" sz="2800" b="1">
                <a:latin typeface="Gill Sans MT Bold"/>
                <a:cs typeface="Gill Sans MT Bold"/>
              </a:rPr>
              <a:t>Input</a:t>
            </a:r>
            <a:r>
              <a:rPr lang="vi-VN" sz="2800">
                <a:latin typeface="Gill Sans MT"/>
                <a:cs typeface="Gill Sans MT"/>
              </a:rPr>
              <a:t>:T</a:t>
            </a:r>
            <a:r>
              <a:rPr lang="vi-VN" sz="2800">
                <a:latin typeface="Calibri"/>
                <a:cs typeface="Calibri"/>
              </a:rPr>
              <a:t>ậ</a:t>
            </a:r>
            <a:r>
              <a:rPr lang="vi-VN" sz="2800">
                <a:latin typeface="Gill Sans MT"/>
                <a:cs typeface="Gill Sans MT"/>
              </a:rPr>
              <a:t>p</a:t>
            </a:r>
            <a:r>
              <a:rPr lang="vi-VN" sz="2800" spc="-40">
                <a:latin typeface="Gill Sans MT"/>
                <a:cs typeface="Gill Sans MT"/>
              </a:rPr>
              <a:t> </a:t>
            </a:r>
            <a:r>
              <a:rPr lang="vi-VN" sz="2800">
                <a:latin typeface="Gill Sans MT"/>
                <a:cs typeface="Gill Sans MT"/>
              </a:rPr>
              <a:t>DL</a:t>
            </a:r>
            <a:r>
              <a:rPr lang="vi-VN" sz="2800" spc="85">
                <a:latin typeface="Gill Sans MT"/>
                <a:cs typeface="Gill Sans MT"/>
              </a:rPr>
              <a:t> </a:t>
            </a:r>
            <a:r>
              <a:rPr lang="vi-VN" sz="2800">
                <a:latin typeface="Gill Sans MT"/>
                <a:cs typeface="Gill Sans MT"/>
              </a:rPr>
              <a:t>có</a:t>
            </a:r>
            <a:r>
              <a:rPr lang="vi-VN" sz="2800" spc="-35">
                <a:latin typeface="Gill Sans MT"/>
                <a:cs typeface="Gill Sans MT"/>
              </a:rPr>
              <a:t> </a:t>
            </a:r>
            <a:r>
              <a:rPr lang="vi-VN" sz="2800">
                <a:latin typeface="Gill Sans MT"/>
                <a:cs typeface="Gill Sans MT"/>
              </a:rPr>
              <a:t>n</a:t>
            </a:r>
            <a:r>
              <a:rPr lang="vi-VN" sz="2800" spc="-40">
                <a:latin typeface="Gill Sans MT"/>
                <a:cs typeface="Gill Sans MT"/>
              </a:rPr>
              <a:t> </a:t>
            </a:r>
            <a:r>
              <a:rPr lang="vi-VN" sz="2800">
                <a:latin typeface="Gill Sans MT"/>
                <a:cs typeface="Gill Sans MT"/>
              </a:rPr>
              <a:t>ph</a:t>
            </a:r>
            <a:r>
              <a:rPr lang="vi-VN" sz="2800">
                <a:latin typeface="Calibri"/>
                <a:cs typeface="Calibri"/>
              </a:rPr>
              <a:t>ầ</a:t>
            </a:r>
            <a:r>
              <a:rPr lang="vi-VN" sz="2800">
                <a:latin typeface="Gill Sans MT"/>
                <a:cs typeface="Gill Sans MT"/>
              </a:rPr>
              <a:t>n</a:t>
            </a:r>
            <a:r>
              <a:rPr lang="vi-VN" sz="2800" spc="-40">
                <a:latin typeface="Gill Sans MT"/>
                <a:cs typeface="Gill Sans MT"/>
              </a:rPr>
              <a:t> </a:t>
            </a:r>
            <a:r>
              <a:rPr lang="vi-VN" sz="2800">
                <a:latin typeface="Gill Sans MT"/>
                <a:cs typeface="Gill Sans MT"/>
              </a:rPr>
              <a:t>t</a:t>
            </a:r>
            <a:r>
              <a:rPr lang="vi-VN" sz="2800">
                <a:latin typeface="Calibri"/>
                <a:cs typeface="Calibri"/>
              </a:rPr>
              <a:t>ử</a:t>
            </a:r>
            <a:r>
              <a:rPr lang="vi-VN" sz="2800">
                <a:latin typeface="Gill Sans MT"/>
                <a:cs typeface="Gill Sans MT"/>
              </a:rPr>
              <a:t>,</a:t>
            </a:r>
            <a:r>
              <a:rPr lang="vi-VN" sz="2800" spc="-180">
                <a:latin typeface="Gill Sans MT"/>
                <a:cs typeface="Gill Sans MT"/>
              </a:rPr>
              <a:t> </a:t>
            </a:r>
            <a:r>
              <a:rPr lang="vi-VN" sz="2800">
                <a:latin typeface="Gill Sans MT"/>
                <a:cs typeface="Gill Sans MT"/>
              </a:rPr>
              <a:t>k</a:t>
            </a:r>
            <a:r>
              <a:rPr lang="vi-VN" sz="2800" spc="10">
                <a:latin typeface="Gill Sans MT"/>
                <a:cs typeface="Gill Sans MT"/>
              </a:rPr>
              <a:t> </a:t>
            </a:r>
            <a:r>
              <a:rPr lang="vi-VN" sz="2800">
                <a:latin typeface="Gill Sans MT"/>
                <a:cs typeface="Gill Sans MT"/>
              </a:rPr>
              <a:t>phân</a:t>
            </a:r>
            <a:r>
              <a:rPr lang="vi-VN" sz="2800" spc="-40">
                <a:latin typeface="Gill Sans MT"/>
                <a:cs typeface="Gill Sans MT"/>
              </a:rPr>
              <a:t> </a:t>
            </a:r>
            <a:r>
              <a:rPr lang="vi-VN" sz="2800" spc="-20">
                <a:latin typeface="Gill Sans MT"/>
                <a:cs typeface="Gill Sans MT"/>
              </a:rPr>
              <a:t>c</a:t>
            </a:r>
            <a:r>
              <a:rPr lang="vi-VN" sz="2800" spc="-20">
                <a:latin typeface="Calibri"/>
                <a:cs typeface="Calibri"/>
              </a:rPr>
              <a:t>ụ</a:t>
            </a:r>
            <a:r>
              <a:rPr lang="vi-VN" sz="2800" spc="-20">
                <a:latin typeface="Gill Sans MT"/>
                <a:cs typeface="Gill Sans MT"/>
              </a:rPr>
              <a:t>m.</a:t>
            </a:r>
            <a:endParaRPr lang="vi-VN" sz="2800">
              <a:latin typeface="Gill Sans MT"/>
              <a:cs typeface="Gill Sans MT"/>
            </a:endParaRPr>
          </a:p>
          <a:p>
            <a:pPr marL="418465" indent="-342265">
              <a:lnSpc>
                <a:spcPct val="100000"/>
              </a:lnSpc>
              <a:spcBef>
                <a:spcPts val="200"/>
              </a:spcBef>
              <a:buFont typeface="Arial"/>
              <a:buChar char="•"/>
              <a:tabLst>
                <a:tab pos="418465" algn="l"/>
              </a:tabLst>
            </a:pPr>
            <a:r>
              <a:rPr lang="vi-VN" sz="2800" b="1">
                <a:latin typeface="Gill Sans MT Bold"/>
                <a:cs typeface="Gill Sans MT Bold"/>
              </a:rPr>
              <a:t>Output</a:t>
            </a:r>
            <a:r>
              <a:rPr lang="vi-VN" sz="2800">
                <a:latin typeface="Gill Sans MT"/>
                <a:cs typeface="Gill Sans MT"/>
              </a:rPr>
              <a:t>:</a:t>
            </a:r>
            <a:r>
              <a:rPr lang="vi-VN" sz="2800" spc="-275">
                <a:latin typeface="Gill Sans MT"/>
                <a:cs typeface="Gill Sans MT"/>
              </a:rPr>
              <a:t> </a:t>
            </a:r>
            <a:r>
              <a:rPr lang="vi-VN" sz="2800">
                <a:latin typeface="Gill Sans MT"/>
                <a:cs typeface="Gill Sans MT"/>
              </a:rPr>
              <a:t>k</a:t>
            </a:r>
            <a:r>
              <a:rPr lang="vi-VN" sz="2800" spc="30">
                <a:latin typeface="Gill Sans MT"/>
                <a:cs typeface="Gill Sans MT"/>
              </a:rPr>
              <a:t> </a:t>
            </a:r>
            <a:r>
              <a:rPr lang="vi-VN" sz="2800">
                <a:latin typeface="Gill Sans MT"/>
                <a:cs typeface="Gill Sans MT"/>
              </a:rPr>
              <a:t>c</a:t>
            </a:r>
            <a:r>
              <a:rPr lang="vi-VN" sz="2800">
                <a:latin typeface="Calibri"/>
                <a:cs typeface="Calibri"/>
              </a:rPr>
              <a:t>ụ</a:t>
            </a:r>
            <a:r>
              <a:rPr lang="vi-VN" sz="2800">
                <a:latin typeface="Gill Sans MT"/>
                <a:cs typeface="Gill Sans MT"/>
              </a:rPr>
              <a:t>m</a:t>
            </a:r>
            <a:r>
              <a:rPr lang="vi-VN" sz="2800" spc="-65">
                <a:latin typeface="Gill Sans MT"/>
                <a:cs typeface="Gill Sans MT"/>
              </a:rPr>
              <a:t> </a:t>
            </a:r>
            <a:r>
              <a:rPr lang="vi-VN" sz="2800">
                <a:latin typeface="Gill Sans MT"/>
                <a:cs typeface="Gill Sans MT"/>
              </a:rPr>
              <a:t>DL sao</a:t>
            </a:r>
            <a:r>
              <a:rPr lang="vi-VN" sz="2800" spc="-20">
                <a:latin typeface="Gill Sans MT"/>
                <a:cs typeface="Gill Sans MT"/>
              </a:rPr>
              <a:t> </a:t>
            </a:r>
            <a:r>
              <a:rPr lang="vi-VN" sz="2800">
                <a:latin typeface="Gill Sans MT"/>
                <a:cs typeface="Gill Sans MT"/>
              </a:rPr>
              <a:t>cho</a:t>
            </a:r>
            <a:r>
              <a:rPr lang="vi-VN" sz="2800" spc="-20">
                <a:latin typeface="Gill Sans MT"/>
                <a:cs typeface="Gill Sans MT"/>
              </a:rPr>
              <a:t> </a:t>
            </a:r>
            <a:r>
              <a:rPr lang="vi-VN" sz="2800">
                <a:latin typeface="Gill Sans MT"/>
                <a:cs typeface="Gill Sans MT"/>
              </a:rPr>
              <a:t>ch</a:t>
            </a:r>
            <a:r>
              <a:rPr lang="vi-VN" sz="2800">
                <a:latin typeface="Calibri"/>
                <a:cs typeface="Calibri"/>
              </a:rPr>
              <a:t>ấ</a:t>
            </a:r>
            <a:r>
              <a:rPr lang="vi-VN" sz="2800">
                <a:latin typeface="Gill Sans MT"/>
                <a:cs typeface="Gill Sans MT"/>
              </a:rPr>
              <a:t>t</a:t>
            </a:r>
            <a:r>
              <a:rPr lang="vi-VN" sz="2800" spc="20">
                <a:latin typeface="Gill Sans MT"/>
                <a:cs typeface="Gill Sans MT"/>
              </a:rPr>
              <a:t> </a:t>
            </a:r>
            <a:r>
              <a:rPr lang="vi-VN" sz="2800">
                <a:latin typeface="Gill Sans MT"/>
                <a:cs typeface="Gill Sans MT"/>
              </a:rPr>
              <a:t>l</a:t>
            </a:r>
            <a:r>
              <a:rPr lang="vi-VN" sz="2800">
                <a:latin typeface="Calibri"/>
                <a:cs typeface="Calibri"/>
              </a:rPr>
              <a:t>ượ</a:t>
            </a:r>
            <a:r>
              <a:rPr lang="vi-VN" sz="2800">
                <a:latin typeface="Gill Sans MT"/>
                <a:cs typeface="Gill Sans MT"/>
              </a:rPr>
              <a:t>ng</a:t>
            </a:r>
            <a:r>
              <a:rPr lang="vi-VN" sz="2800" spc="35">
                <a:latin typeface="Gill Sans MT"/>
                <a:cs typeface="Gill Sans MT"/>
              </a:rPr>
              <a:t> </a:t>
            </a:r>
            <a:r>
              <a:rPr lang="vi-VN" sz="2800">
                <a:latin typeface="Gill Sans MT"/>
                <a:cs typeface="Gill Sans MT"/>
              </a:rPr>
              <a:t>phân</a:t>
            </a:r>
            <a:r>
              <a:rPr lang="vi-VN" sz="2800" spc="-20">
                <a:latin typeface="Gill Sans MT"/>
                <a:cs typeface="Gill Sans MT"/>
              </a:rPr>
              <a:t> </a:t>
            </a:r>
            <a:r>
              <a:rPr lang="vi-VN" sz="2800">
                <a:latin typeface="Gill Sans MT"/>
                <a:cs typeface="Gill Sans MT"/>
              </a:rPr>
              <a:t>c</a:t>
            </a:r>
            <a:r>
              <a:rPr lang="vi-VN" sz="2800">
                <a:latin typeface="Calibri"/>
                <a:cs typeface="Calibri"/>
              </a:rPr>
              <a:t>ụ</a:t>
            </a:r>
            <a:r>
              <a:rPr lang="vi-VN" sz="2800">
                <a:latin typeface="Gill Sans MT"/>
                <a:cs typeface="Gill Sans MT"/>
              </a:rPr>
              <a:t>m</a:t>
            </a:r>
            <a:r>
              <a:rPr lang="vi-VN" sz="2800" spc="-65">
                <a:latin typeface="Gill Sans MT"/>
                <a:cs typeface="Gill Sans MT"/>
              </a:rPr>
              <a:t> </a:t>
            </a:r>
            <a:r>
              <a:rPr lang="vi-VN" sz="2800">
                <a:latin typeface="Gill Sans MT"/>
                <a:cs typeface="Gill Sans MT"/>
              </a:rPr>
              <a:t>t</a:t>
            </a:r>
            <a:r>
              <a:rPr lang="vi-VN" sz="2800">
                <a:latin typeface="Calibri"/>
                <a:cs typeface="Calibri"/>
              </a:rPr>
              <a:t>ố</a:t>
            </a:r>
            <a:r>
              <a:rPr lang="vi-VN" sz="2800">
                <a:latin typeface="Gill Sans MT"/>
                <a:cs typeface="Gill Sans MT"/>
              </a:rPr>
              <a:t>t</a:t>
            </a:r>
            <a:r>
              <a:rPr lang="vi-VN" sz="2800" spc="-90">
                <a:latin typeface="Gill Sans MT"/>
                <a:cs typeface="Gill Sans MT"/>
              </a:rPr>
              <a:t> </a:t>
            </a:r>
            <a:r>
              <a:rPr lang="vi-VN" sz="2800" spc="-20">
                <a:latin typeface="Gill Sans MT"/>
                <a:cs typeface="Gill Sans MT"/>
              </a:rPr>
              <a:t>nh</a:t>
            </a:r>
            <a:r>
              <a:rPr lang="vi-VN" sz="2800" spc="-20">
                <a:latin typeface="Calibri"/>
                <a:cs typeface="Calibri"/>
              </a:rPr>
              <a:t>ấ</a:t>
            </a:r>
            <a:r>
              <a:rPr lang="vi-VN" sz="2800" spc="-20">
                <a:latin typeface="Gill Sans MT"/>
                <a:cs typeface="Gill Sans MT"/>
              </a:rPr>
              <a:t>t</a:t>
            </a:r>
            <a:endParaRPr lang="vi-VN" sz="2800">
              <a:latin typeface="Gill Sans MT"/>
              <a:cs typeface="Gill Sans MT"/>
            </a:endParaRPr>
          </a:p>
          <a:p>
            <a:pPr marL="418465" indent="-342265">
              <a:lnSpc>
                <a:spcPct val="100000"/>
              </a:lnSpc>
              <a:spcBef>
                <a:spcPts val="300"/>
              </a:spcBef>
              <a:buFont typeface="Arial"/>
              <a:buChar char="•"/>
              <a:tabLst>
                <a:tab pos="418465" algn="l"/>
              </a:tabLst>
            </a:pPr>
            <a:r>
              <a:rPr lang="vi-VN" sz="2800" i="1">
                <a:latin typeface="Gill Sans MT Italic"/>
                <a:cs typeface="Gill Sans MT Italic"/>
              </a:rPr>
              <a:t>B</a:t>
            </a:r>
            <a:r>
              <a:rPr lang="vi-VN" sz="2800" i="1">
                <a:latin typeface="Calibri"/>
                <a:cs typeface="Calibri"/>
              </a:rPr>
              <a:t>ướ</a:t>
            </a:r>
            <a:r>
              <a:rPr lang="vi-VN" sz="2800" i="1">
                <a:latin typeface="Gill Sans MT Italic"/>
                <a:cs typeface="Gill Sans MT Italic"/>
              </a:rPr>
              <a:t>c</a:t>
            </a:r>
            <a:r>
              <a:rPr lang="vi-VN" sz="2800" i="1" spc="50">
                <a:latin typeface="Gill Sans MT Italic"/>
                <a:cs typeface="Gill Sans MT Italic"/>
              </a:rPr>
              <a:t> </a:t>
            </a:r>
            <a:r>
              <a:rPr lang="vi-VN" sz="2800" i="1" spc="-30">
                <a:latin typeface="Gill Sans MT Italic"/>
                <a:cs typeface="Gill Sans MT Italic"/>
              </a:rPr>
              <a:t>1</a:t>
            </a:r>
            <a:r>
              <a:rPr lang="vi-VN" sz="2800" spc="-30">
                <a:latin typeface="Gill Sans MT"/>
                <a:cs typeface="Gill Sans MT"/>
              </a:rPr>
              <a:t>:</a:t>
            </a:r>
            <a:r>
              <a:rPr lang="vi-VN" sz="2800" spc="-195">
                <a:latin typeface="Gill Sans MT"/>
                <a:cs typeface="Gill Sans MT"/>
              </a:rPr>
              <a:t> </a:t>
            </a:r>
            <a:r>
              <a:rPr lang="vi-VN" sz="2800">
                <a:latin typeface="Gill Sans MT"/>
                <a:cs typeface="Gill Sans MT"/>
              </a:rPr>
              <a:t>Ch</a:t>
            </a:r>
            <a:r>
              <a:rPr lang="vi-VN" sz="2800">
                <a:latin typeface="Calibri"/>
                <a:cs typeface="Calibri"/>
              </a:rPr>
              <a:t>ọ</a:t>
            </a:r>
            <a:r>
              <a:rPr lang="vi-VN" sz="2800">
                <a:latin typeface="Gill Sans MT"/>
                <a:cs typeface="Gill Sans MT"/>
              </a:rPr>
              <a:t>n</a:t>
            </a:r>
            <a:r>
              <a:rPr lang="vi-VN" sz="2800" spc="-65">
                <a:latin typeface="Gill Sans MT"/>
                <a:cs typeface="Gill Sans MT"/>
              </a:rPr>
              <a:t> </a:t>
            </a:r>
            <a:r>
              <a:rPr lang="vi-VN" sz="2800">
                <a:latin typeface="Gill Sans MT"/>
                <a:cs typeface="Gill Sans MT"/>
              </a:rPr>
              <a:t>k</a:t>
            </a:r>
            <a:r>
              <a:rPr lang="vi-VN" sz="2800" spc="-25">
                <a:latin typeface="Gill Sans MT"/>
                <a:cs typeface="Gill Sans MT"/>
              </a:rPr>
              <a:t> </a:t>
            </a:r>
            <a:r>
              <a:rPr lang="vi-VN" sz="2800">
                <a:latin typeface="Gill Sans MT"/>
                <a:cs typeface="Gill Sans MT"/>
              </a:rPr>
              <a:t>đ</a:t>
            </a:r>
            <a:r>
              <a:rPr lang="vi-VN" sz="2800">
                <a:latin typeface="Calibri"/>
                <a:cs typeface="Calibri"/>
              </a:rPr>
              <a:t>ố</a:t>
            </a:r>
            <a:r>
              <a:rPr lang="vi-VN" sz="2800">
                <a:latin typeface="Gill Sans MT"/>
                <a:cs typeface="Gill Sans MT"/>
              </a:rPr>
              <a:t>i</a:t>
            </a:r>
            <a:r>
              <a:rPr lang="vi-VN" sz="2800" spc="-5">
                <a:latin typeface="Gill Sans MT"/>
                <a:cs typeface="Gill Sans MT"/>
              </a:rPr>
              <a:t> </a:t>
            </a:r>
            <a:r>
              <a:rPr lang="vi-VN" sz="2800">
                <a:latin typeface="Gill Sans MT"/>
                <a:cs typeface="Gill Sans MT"/>
              </a:rPr>
              <a:t>t</a:t>
            </a:r>
            <a:r>
              <a:rPr lang="vi-VN" sz="2800">
                <a:latin typeface="Calibri"/>
                <a:cs typeface="Calibri"/>
              </a:rPr>
              <a:t>ượ</a:t>
            </a:r>
            <a:r>
              <a:rPr lang="vi-VN" sz="2800">
                <a:latin typeface="Gill Sans MT"/>
                <a:cs typeface="Gill Sans MT"/>
              </a:rPr>
              <a:t>ng</a:t>
            </a:r>
            <a:r>
              <a:rPr lang="vi-VN" sz="2800" spc="-120">
                <a:latin typeface="Gill Sans MT"/>
                <a:cs typeface="Gill Sans MT"/>
              </a:rPr>
              <a:t> </a:t>
            </a:r>
            <a:r>
              <a:rPr lang="vi-VN" sz="2800">
                <a:latin typeface="Gill Sans MT"/>
                <a:cs typeface="Gill Sans MT"/>
              </a:rPr>
              <a:t>medoid</a:t>
            </a:r>
            <a:r>
              <a:rPr lang="vi-VN" sz="2800" spc="10">
                <a:latin typeface="Gill Sans MT"/>
                <a:cs typeface="Gill Sans MT"/>
              </a:rPr>
              <a:t> </a:t>
            </a:r>
            <a:r>
              <a:rPr lang="vi-VN" sz="2800">
                <a:latin typeface="Gill Sans MT"/>
                <a:cs typeface="Gill Sans MT"/>
              </a:rPr>
              <a:t>b</a:t>
            </a:r>
            <a:r>
              <a:rPr lang="vi-VN" sz="2800">
                <a:latin typeface="Calibri"/>
                <a:cs typeface="Calibri"/>
              </a:rPr>
              <a:t>ấ</a:t>
            </a:r>
            <a:r>
              <a:rPr lang="vi-VN" sz="2800">
                <a:latin typeface="Gill Sans MT"/>
                <a:cs typeface="Gill Sans MT"/>
              </a:rPr>
              <a:t>t</a:t>
            </a:r>
            <a:r>
              <a:rPr lang="vi-VN" sz="2800" spc="-30">
                <a:latin typeface="Gill Sans MT"/>
                <a:cs typeface="Gill Sans MT"/>
              </a:rPr>
              <a:t> </a:t>
            </a:r>
            <a:r>
              <a:rPr lang="vi-VN" sz="2800" spc="-25">
                <a:latin typeface="Gill Sans MT"/>
                <a:cs typeface="Gill Sans MT"/>
              </a:rPr>
              <a:t>k</a:t>
            </a:r>
            <a:r>
              <a:rPr lang="vi-VN" sz="2800" spc="-25">
                <a:latin typeface="Calibri"/>
                <a:cs typeface="Calibri"/>
              </a:rPr>
              <a:t>ỳ</a:t>
            </a:r>
            <a:endParaRPr lang="vi-VN" sz="2800">
              <a:latin typeface="Calibri"/>
              <a:cs typeface="Calibri"/>
            </a:endParaRPr>
          </a:p>
          <a:p>
            <a:pPr marL="418465" indent="-342265">
              <a:lnSpc>
                <a:spcPts val="2300"/>
              </a:lnSpc>
              <a:spcBef>
                <a:spcPts val="200"/>
              </a:spcBef>
              <a:buFont typeface="Arial"/>
              <a:buChar char="•"/>
              <a:tabLst>
                <a:tab pos="418465" algn="l"/>
              </a:tabLst>
            </a:pPr>
            <a:r>
              <a:rPr lang="vi-VN" sz="2800" i="1">
                <a:latin typeface="Gill Sans MT Italic"/>
                <a:cs typeface="Gill Sans MT Italic"/>
              </a:rPr>
              <a:t>B</a:t>
            </a:r>
            <a:r>
              <a:rPr lang="vi-VN" sz="2800" i="1">
                <a:latin typeface="Calibri"/>
                <a:cs typeface="Calibri"/>
              </a:rPr>
              <a:t>ướ</a:t>
            </a:r>
            <a:r>
              <a:rPr lang="vi-VN" sz="2800" i="1">
                <a:latin typeface="Gill Sans MT Italic"/>
                <a:cs typeface="Gill Sans MT Italic"/>
              </a:rPr>
              <a:t>c</a:t>
            </a:r>
            <a:r>
              <a:rPr lang="vi-VN" sz="2800" i="1" spc="85">
                <a:latin typeface="Gill Sans MT Italic"/>
                <a:cs typeface="Gill Sans MT Italic"/>
              </a:rPr>
              <a:t> </a:t>
            </a:r>
            <a:r>
              <a:rPr lang="vi-VN" sz="2800" i="1" spc="-30">
                <a:latin typeface="Gill Sans MT Italic"/>
                <a:cs typeface="Gill Sans MT Italic"/>
              </a:rPr>
              <a:t>2</a:t>
            </a:r>
            <a:r>
              <a:rPr lang="vi-VN" sz="2800" spc="-30">
                <a:latin typeface="Gill Sans MT"/>
                <a:cs typeface="Gill Sans MT"/>
              </a:rPr>
              <a:t>:</a:t>
            </a:r>
            <a:r>
              <a:rPr lang="vi-VN" sz="2800" spc="-185">
                <a:latin typeface="Gill Sans MT"/>
                <a:cs typeface="Gill Sans MT"/>
              </a:rPr>
              <a:t> </a:t>
            </a:r>
            <a:r>
              <a:rPr lang="vi-VN" sz="2800">
                <a:latin typeface="Gill Sans MT"/>
                <a:cs typeface="Gill Sans MT"/>
              </a:rPr>
              <a:t>Gán</a:t>
            </a:r>
            <a:r>
              <a:rPr lang="vi-VN" sz="2800" spc="-50">
                <a:latin typeface="Gill Sans MT"/>
                <a:cs typeface="Gill Sans MT"/>
              </a:rPr>
              <a:t> </a:t>
            </a:r>
            <a:r>
              <a:rPr lang="vi-VN" sz="2800">
                <a:latin typeface="Gill Sans MT"/>
                <a:cs typeface="Gill Sans MT"/>
              </a:rPr>
              <a:t>m</a:t>
            </a:r>
            <a:r>
              <a:rPr lang="vi-VN" sz="2800">
                <a:latin typeface="Calibri"/>
                <a:cs typeface="Calibri"/>
              </a:rPr>
              <a:t>ỗ</a:t>
            </a:r>
            <a:r>
              <a:rPr lang="vi-VN" sz="2800">
                <a:latin typeface="Gill Sans MT"/>
                <a:cs typeface="Gill Sans MT"/>
              </a:rPr>
              <a:t>i</a:t>
            </a:r>
            <a:r>
              <a:rPr lang="vi-VN" sz="2800" spc="-80">
                <a:latin typeface="Gill Sans MT"/>
                <a:cs typeface="Gill Sans MT"/>
              </a:rPr>
              <a:t> </a:t>
            </a:r>
            <a:r>
              <a:rPr lang="vi-VN" sz="2800">
                <a:latin typeface="Gill Sans MT"/>
                <a:cs typeface="Gill Sans MT"/>
              </a:rPr>
              <a:t>đ</a:t>
            </a:r>
            <a:r>
              <a:rPr lang="vi-VN" sz="2800">
                <a:latin typeface="Calibri"/>
                <a:cs typeface="Calibri"/>
              </a:rPr>
              <a:t>ố</a:t>
            </a:r>
            <a:r>
              <a:rPr lang="vi-VN" sz="2800">
                <a:latin typeface="Gill Sans MT"/>
                <a:cs typeface="Gill Sans MT"/>
              </a:rPr>
              <a:t>i</a:t>
            </a:r>
            <a:r>
              <a:rPr lang="vi-VN" sz="2800" spc="15">
                <a:latin typeface="Gill Sans MT"/>
                <a:cs typeface="Gill Sans MT"/>
              </a:rPr>
              <a:t> </a:t>
            </a:r>
            <a:r>
              <a:rPr lang="vi-VN" sz="2800">
                <a:latin typeface="Gill Sans MT"/>
                <a:cs typeface="Gill Sans MT"/>
              </a:rPr>
              <a:t>t</a:t>
            </a:r>
            <a:r>
              <a:rPr lang="vi-VN" sz="2800">
                <a:latin typeface="Calibri"/>
                <a:cs typeface="Calibri"/>
              </a:rPr>
              <a:t>ượ</a:t>
            </a:r>
            <a:r>
              <a:rPr lang="vi-VN" sz="2800">
                <a:latin typeface="Gill Sans MT"/>
                <a:cs typeface="Gill Sans MT"/>
              </a:rPr>
              <a:t>ng</a:t>
            </a:r>
            <a:r>
              <a:rPr lang="vi-VN" sz="2800" spc="-95">
                <a:latin typeface="Gill Sans MT"/>
                <a:cs typeface="Gill Sans MT"/>
              </a:rPr>
              <a:t> </a:t>
            </a:r>
            <a:r>
              <a:rPr lang="vi-VN" sz="2800">
                <a:latin typeface="Gill Sans MT"/>
                <a:cs typeface="Gill Sans MT"/>
              </a:rPr>
              <a:t>còn</a:t>
            </a:r>
            <a:r>
              <a:rPr lang="vi-VN" sz="2800" spc="55">
                <a:latin typeface="Gill Sans MT"/>
                <a:cs typeface="Gill Sans MT"/>
              </a:rPr>
              <a:t> </a:t>
            </a:r>
            <a:r>
              <a:rPr lang="vi-VN" sz="2800">
                <a:latin typeface="Gill Sans MT"/>
                <a:cs typeface="Gill Sans MT"/>
              </a:rPr>
              <a:t>l</a:t>
            </a:r>
            <a:r>
              <a:rPr lang="vi-VN" sz="2800">
                <a:latin typeface="Calibri"/>
                <a:cs typeface="Calibri"/>
              </a:rPr>
              <a:t>ạ</a:t>
            </a:r>
            <a:r>
              <a:rPr lang="vi-VN" sz="2800">
                <a:latin typeface="Gill Sans MT"/>
                <a:cs typeface="Gill Sans MT"/>
              </a:rPr>
              <a:t>i</a:t>
            </a:r>
            <a:r>
              <a:rPr lang="vi-VN" sz="2800" spc="-85">
                <a:latin typeface="Gill Sans MT"/>
                <a:cs typeface="Gill Sans MT"/>
              </a:rPr>
              <a:t> </a:t>
            </a:r>
            <a:r>
              <a:rPr lang="vi-VN" sz="2800">
                <a:latin typeface="Gill Sans MT"/>
                <a:cs typeface="Gill Sans MT"/>
              </a:rPr>
              <a:t>vào</a:t>
            </a:r>
            <a:r>
              <a:rPr lang="vi-VN" sz="2800" spc="-45">
                <a:latin typeface="Gill Sans MT"/>
                <a:cs typeface="Gill Sans MT"/>
              </a:rPr>
              <a:t> </a:t>
            </a:r>
            <a:r>
              <a:rPr lang="vi-VN" sz="2800">
                <a:latin typeface="Gill Sans MT"/>
                <a:cs typeface="Gill Sans MT"/>
              </a:rPr>
              <a:t>m</a:t>
            </a:r>
            <a:r>
              <a:rPr lang="vi-VN" sz="2800">
                <a:latin typeface="Calibri"/>
                <a:cs typeface="Calibri"/>
              </a:rPr>
              <a:t>ộ</a:t>
            </a:r>
            <a:r>
              <a:rPr lang="vi-VN" sz="2800">
                <a:latin typeface="Gill Sans MT"/>
                <a:cs typeface="Gill Sans MT"/>
              </a:rPr>
              <a:t>t</a:t>
            </a:r>
            <a:r>
              <a:rPr lang="vi-VN" sz="2800" spc="-15">
                <a:latin typeface="Gill Sans MT"/>
                <a:cs typeface="Gill Sans MT"/>
              </a:rPr>
              <a:t> </a:t>
            </a:r>
            <a:r>
              <a:rPr lang="vi-VN" sz="2800">
                <a:latin typeface="Gill Sans MT"/>
                <a:cs typeface="Gill Sans MT"/>
              </a:rPr>
              <a:t>c</a:t>
            </a:r>
            <a:r>
              <a:rPr lang="vi-VN" sz="2800">
                <a:latin typeface="Calibri"/>
                <a:cs typeface="Calibri"/>
              </a:rPr>
              <a:t>ụ</a:t>
            </a:r>
            <a:r>
              <a:rPr lang="vi-VN" sz="2800">
                <a:latin typeface="Gill Sans MT"/>
                <a:cs typeface="Gill Sans MT"/>
              </a:rPr>
              <a:t>m</a:t>
            </a:r>
            <a:r>
              <a:rPr lang="vi-VN" sz="2800" spc="-85">
                <a:latin typeface="Gill Sans MT"/>
                <a:cs typeface="Gill Sans MT"/>
              </a:rPr>
              <a:t> </a:t>
            </a:r>
            <a:r>
              <a:rPr lang="vi-VN" sz="2800">
                <a:latin typeface="Gill Sans MT"/>
                <a:cs typeface="Gill Sans MT"/>
              </a:rPr>
              <a:t>mà</a:t>
            </a:r>
            <a:r>
              <a:rPr lang="vi-VN" sz="2800" spc="105">
                <a:latin typeface="Gill Sans MT"/>
                <a:cs typeface="Gill Sans MT"/>
              </a:rPr>
              <a:t> </a:t>
            </a:r>
            <a:r>
              <a:rPr lang="vi-VN" sz="2800">
                <a:latin typeface="Gill Sans MT"/>
                <a:cs typeface="Gill Sans MT"/>
              </a:rPr>
              <a:t>nó</a:t>
            </a:r>
            <a:r>
              <a:rPr lang="vi-VN" sz="2800" spc="-45">
                <a:latin typeface="Gill Sans MT"/>
                <a:cs typeface="Gill Sans MT"/>
              </a:rPr>
              <a:t> </a:t>
            </a:r>
            <a:r>
              <a:rPr lang="vi-VN" sz="2800">
                <a:latin typeface="Gill Sans MT"/>
                <a:cs typeface="Gill Sans MT"/>
              </a:rPr>
              <a:t>t</a:t>
            </a:r>
            <a:r>
              <a:rPr lang="vi-VN" sz="2800">
                <a:latin typeface="Calibri"/>
                <a:cs typeface="Calibri"/>
              </a:rPr>
              <a:t>ươ</a:t>
            </a:r>
            <a:r>
              <a:rPr lang="vi-VN" sz="2800">
                <a:latin typeface="Gill Sans MT"/>
                <a:cs typeface="Gill Sans MT"/>
              </a:rPr>
              <a:t>ng</a:t>
            </a:r>
            <a:r>
              <a:rPr lang="vi-VN" sz="2800" spc="-100">
                <a:latin typeface="Gill Sans MT"/>
                <a:cs typeface="Gill Sans MT"/>
              </a:rPr>
              <a:t> </a:t>
            </a:r>
            <a:r>
              <a:rPr lang="vi-VN" sz="2800">
                <a:latin typeface="Gill Sans MT"/>
                <a:cs typeface="Gill Sans MT"/>
              </a:rPr>
              <a:t>t</a:t>
            </a:r>
            <a:r>
              <a:rPr lang="vi-VN" sz="2800">
                <a:latin typeface="Calibri"/>
                <a:cs typeface="Calibri"/>
              </a:rPr>
              <a:t>ự</a:t>
            </a:r>
            <a:r>
              <a:rPr lang="vi-VN" sz="2800" spc="155">
                <a:latin typeface="Calibri"/>
                <a:cs typeface="Calibri"/>
              </a:rPr>
              <a:t> </a:t>
            </a:r>
            <a:r>
              <a:rPr lang="vi-VN" sz="2800">
                <a:latin typeface="Gill Sans MT"/>
                <a:cs typeface="Gill Sans MT"/>
              </a:rPr>
              <a:t>(g</a:t>
            </a:r>
            <a:r>
              <a:rPr lang="vi-VN" sz="2800">
                <a:latin typeface="Calibri"/>
                <a:cs typeface="Calibri"/>
              </a:rPr>
              <a:t>ầ</a:t>
            </a:r>
            <a:r>
              <a:rPr lang="vi-VN" sz="2800">
                <a:latin typeface="Gill Sans MT"/>
                <a:cs typeface="Gill Sans MT"/>
              </a:rPr>
              <a:t>n)</a:t>
            </a:r>
            <a:r>
              <a:rPr lang="vi-VN" sz="2800" spc="-95">
                <a:latin typeface="Gill Sans MT"/>
                <a:cs typeface="Gill Sans MT"/>
              </a:rPr>
              <a:t> </a:t>
            </a:r>
            <a:r>
              <a:rPr lang="vi-VN" sz="2800" spc="-25">
                <a:latin typeface="Gill Sans MT"/>
                <a:cs typeface="Gill Sans MT"/>
              </a:rPr>
              <a:t>v</a:t>
            </a:r>
            <a:r>
              <a:rPr lang="vi-VN" sz="2800" spc="-25">
                <a:latin typeface="Calibri"/>
                <a:cs typeface="Calibri"/>
              </a:rPr>
              <a:t>ớ</a:t>
            </a:r>
            <a:r>
              <a:rPr lang="vi-VN" sz="2800" spc="-25">
                <a:latin typeface="Gill Sans MT"/>
                <a:cs typeface="Gill Sans MT"/>
              </a:rPr>
              <a:t>i </a:t>
            </a:r>
            <a:r>
              <a:rPr lang="vi-VN" sz="2800">
                <a:latin typeface="Gill Sans MT"/>
                <a:cs typeface="Gill Sans MT"/>
              </a:rPr>
              <a:t>đ</a:t>
            </a:r>
            <a:r>
              <a:rPr lang="vi-VN" sz="2800">
                <a:latin typeface="Calibri"/>
                <a:cs typeface="Calibri"/>
              </a:rPr>
              <a:t>ố</a:t>
            </a:r>
            <a:r>
              <a:rPr lang="vi-VN" sz="2800">
                <a:latin typeface="Gill Sans MT"/>
                <a:cs typeface="Gill Sans MT"/>
              </a:rPr>
              <a:t>i</a:t>
            </a:r>
            <a:r>
              <a:rPr lang="vi-VN" sz="2800" spc="20">
                <a:latin typeface="Gill Sans MT"/>
                <a:cs typeface="Gill Sans MT"/>
              </a:rPr>
              <a:t> </a:t>
            </a:r>
            <a:r>
              <a:rPr lang="vi-VN" sz="2800">
                <a:latin typeface="Gill Sans MT"/>
                <a:cs typeface="Gill Sans MT"/>
              </a:rPr>
              <a:t>t</a:t>
            </a:r>
            <a:r>
              <a:rPr lang="vi-VN" sz="2800">
                <a:latin typeface="Calibri"/>
                <a:cs typeface="Calibri"/>
              </a:rPr>
              <a:t>ượ</a:t>
            </a:r>
            <a:r>
              <a:rPr lang="vi-VN" sz="2800">
                <a:latin typeface="Gill Sans MT"/>
                <a:cs typeface="Gill Sans MT"/>
              </a:rPr>
              <a:t>ng</a:t>
            </a:r>
            <a:r>
              <a:rPr lang="vi-VN" sz="2800" spc="-100">
                <a:latin typeface="Gill Sans MT"/>
                <a:cs typeface="Gill Sans MT"/>
              </a:rPr>
              <a:t> </a:t>
            </a:r>
            <a:r>
              <a:rPr lang="vi-VN" sz="2800">
                <a:latin typeface="Gill Sans MT"/>
                <a:cs typeface="Gill Sans MT"/>
              </a:rPr>
              <a:t>medoid</a:t>
            </a:r>
            <a:r>
              <a:rPr lang="vi-VN" sz="2800" spc="40">
                <a:latin typeface="Gill Sans MT"/>
                <a:cs typeface="Gill Sans MT"/>
              </a:rPr>
              <a:t> </a:t>
            </a:r>
            <a:r>
              <a:rPr lang="vi-VN" sz="2800">
                <a:latin typeface="Gill Sans MT"/>
                <a:cs typeface="Gill Sans MT"/>
              </a:rPr>
              <a:t>c</a:t>
            </a:r>
            <a:r>
              <a:rPr lang="vi-VN" sz="2800">
                <a:latin typeface="Calibri"/>
                <a:cs typeface="Calibri"/>
              </a:rPr>
              <a:t>ủ</a:t>
            </a:r>
            <a:r>
              <a:rPr lang="vi-VN" sz="2800">
                <a:latin typeface="Gill Sans MT"/>
                <a:cs typeface="Gill Sans MT"/>
              </a:rPr>
              <a:t>a</a:t>
            </a:r>
            <a:r>
              <a:rPr lang="vi-VN" sz="2800" spc="5">
                <a:latin typeface="Gill Sans MT"/>
                <a:cs typeface="Gill Sans MT"/>
              </a:rPr>
              <a:t> </a:t>
            </a:r>
            <a:r>
              <a:rPr lang="vi-VN" sz="2800">
                <a:latin typeface="Gill Sans MT"/>
                <a:cs typeface="Gill Sans MT"/>
              </a:rPr>
              <a:t>c</a:t>
            </a:r>
            <a:r>
              <a:rPr lang="vi-VN" sz="2800">
                <a:latin typeface="Calibri"/>
                <a:cs typeface="Calibri"/>
              </a:rPr>
              <a:t>ụ</a:t>
            </a:r>
            <a:r>
              <a:rPr lang="vi-VN" sz="2800">
                <a:latin typeface="Gill Sans MT"/>
                <a:cs typeface="Gill Sans MT"/>
              </a:rPr>
              <a:t>m</a:t>
            </a:r>
            <a:r>
              <a:rPr lang="vi-VN" sz="2800" spc="-85">
                <a:latin typeface="Gill Sans MT"/>
                <a:cs typeface="Gill Sans MT"/>
              </a:rPr>
              <a:t> </a:t>
            </a:r>
            <a:r>
              <a:rPr lang="vi-VN" sz="2800" spc="-10">
                <a:latin typeface="Gill Sans MT"/>
                <a:cs typeface="Gill Sans MT"/>
              </a:rPr>
              <a:t>nh</a:t>
            </a:r>
            <a:r>
              <a:rPr lang="vi-VN" sz="2800" spc="-10">
                <a:latin typeface="Calibri"/>
                <a:cs typeface="Calibri"/>
              </a:rPr>
              <a:t>ấ</a:t>
            </a:r>
            <a:r>
              <a:rPr lang="vi-VN" sz="2800" spc="-10">
                <a:latin typeface="Gill Sans MT"/>
                <a:cs typeface="Gill Sans MT"/>
              </a:rPr>
              <a:t>t.</a:t>
            </a:r>
            <a:endParaRPr lang="vi-VN" sz="2800">
              <a:latin typeface="Gill Sans MT"/>
              <a:cs typeface="Gill Sans MT"/>
            </a:endParaRPr>
          </a:p>
          <a:p>
            <a:pPr marL="418465" indent="-342265">
              <a:lnSpc>
                <a:spcPct val="100000"/>
              </a:lnSpc>
              <a:spcBef>
                <a:spcPts val="200"/>
              </a:spcBef>
              <a:buFont typeface="Arial"/>
              <a:buChar char="•"/>
              <a:tabLst>
                <a:tab pos="418465" algn="l"/>
              </a:tabLst>
            </a:pPr>
            <a:r>
              <a:rPr lang="vi-VN" sz="2800" i="1">
                <a:latin typeface="Gill Sans MT Italic"/>
                <a:cs typeface="Gill Sans MT Italic"/>
              </a:rPr>
              <a:t>B</a:t>
            </a:r>
            <a:r>
              <a:rPr lang="vi-VN" sz="2800" i="1">
                <a:latin typeface="Calibri"/>
                <a:cs typeface="Calibri"/>
              </a:rPr>
              <a:t>ướ</a:t>
            </a:r>
            <a:r>
              <a:rPr lang="vi-VN" sz="2800" i="1">
                <a:latin typeface="Gill Sans MT Italic"/>
                <a:cs typeface="Gill Sans MT Italic"/>
              </a:rPr>
              <a:t>c</a:t>
            </a:r>
            <a:r>
              <a:rPr lang="vi-VN" sz="2800" i="1" spc="70">
                <a:latin typeface="Gill Sans MT Italic"/>
                <a:cs typeface="Gill Sans MT Italic"/>
              </a:rPr>
              <a:t> </a:t>
            </a:r>
            <a:r>
              <a:rPr lang="vi-VN" sz="2800" i="1" spc="-30">
                <a:latin typeface="Gill Sans MT Italic"/>
                <a:cs typeface="Gill Sans MT Italic"/>
              </a:rPr>
              <a:t>3</a:t>
            </a:r>
            <a:r>
              <a:rPr lang="vi-VN" sz="2800" spc="-30">
                <a:latin typeface="Gill Sans MT"/>
                <a:cs typeface="Gill Sans MT"/>
              </a:rPr>
              <a:t>:</a:t>
            </a:r>
            <a:r>
              <a:rPr lang="vi-VN" sz="2800" spc="-195">
                <a:latin typeface="Gill Sans MT"/>
                <a:cs typeface="Gill Sans MT"/>
              </a:rPr>
              <a:t> </a:t>
            </a:r>
            <a:r>
              <a:rPr lang="vi-VN" sz="2800">
                <a:latin typeface="Gill Sans MT"/>
                <a:cs typeface="Gill Sans MT"/>
              </a:rPr>
              <a:t>Ch</a:t>
            </a:r>
            <a:r>
              <a:rPr lang="vi-VN" sz="2800">
                <a:latin typeface="Calibri"/>
                <a:cs typeface="Calibri"/>
              </a:rPr>
              <a:t>ọ</a:t>
            </a:r>
            <a:r>
              <a:rPr lang="vi-VN" sz="2800">
                <a:latin typeface="Gill Sans MT"/>
                <a:cs typeface="Gill Sans MT"/>
              </a:rPr>
              <a:t>n</a:t>
            </a:r>
            <a:r>
              <a:rPr lang="vi-VN" sz="2800" spc="-60">
                <a:latin typeface="Gill Sans MT"/>
                <a:cs typeface="Gill Sans MT"/>
              </a:rPr>
              <a:t> </a:t>
            </a:r>
            <a:r>
              <a:rPr lang="vi-VN" sz="2800">
                <a:latin typeface="Gill Sans MT"/>
                <a:cs typeface="Gill Sans MT"/>
              </a:rPr>
              <a:t>ng</a:t>
            </a:r>
            <a:r>
              <a:rPr lang="vi-VN" sz="2800">
                <a:latin typeface="Calibri"/>
                <a:cs typeface="Calibri"/>
              </a:rPr>
              <a:t>ẫ</a:t>
            </a:r>
            <a:r>
              <a:rPr lang="vi-VN" sz="2800">
                <a:latin typeface="Gill Sans MT"/>
                <a:cs typeface="Gill Sans MT"/>
              </a:rPr>
              <a:t>u</a:t>
            </a:r>
            <a:r>
              <a:rPr lang="vi-VN" sz="2800" spc="-60">
                <a:latin typeface="Gill Sans MT"/>
                <a:cs typeface="Gill Sans MT"/>
              </a:rPr>
              <a:t> </a:t>
            </a:r>
            <a:r>
              <a:rPr lang="vi-VN" sz="2800">
                <a:latin typeface="Gill Sans MT"/>
                <a:cs typeface="Gill Sans MT"/>
              </a:rPr>
              <a:t>nhiên</a:t>
            </a:r>
            <a:r>
              <a:rPr lang="vi-VN" sz="2800" spc="-55">
                <a:latin typeface="Gill Sans MT"/>
                <a:cs typeface="Gill Sans MT"/>
              </a:rPr>
              <a:t> </a:t>
            </a:r>
            <a:r>
              <a:rPr lang="vi-VN" sz="2800">
                <a:latin typeface="Gill Sans MT"/>
                <a:cs typeface="Gill Sans MT"/>
              </a:rPr>
              <a:t>m</a:t>
            </a:r>
            <a:r>
              <a:rPr lang="vi-VN" sz="2800">
                <a:latin typeface="Calibri"/>
                <a:cs typeface="Calibri"/>
              </a:rPr>
              <a:t>ộ</a:t>
            </a:r>
            <a:r>
              <a:rPr lang="vi-VN" sz="2800">
                <a:latin typeface="Gill Sans MT"/>
                <a:cs typeface="Gill Sans MT"/>
              </a:rPr>
              <a:t>t</a:t>
            </a:r>
            <a:r>
              <a:rPr lang="vi-VN" sz="2800" spc="-20">
                <a:latin typeface="Gill Sans MT"/>
                <a:cs typeface="Gill Sans MT"/>
              </a:rPr>
              <a:t> </a:t>
            </a:r>
            <a:r>
              <a:rPr lang="vi-VN" sz="2800">
                <a:latin typeface="Gill Sans MT"/>
                <a:cs typeface="Gill Sans MT"/>
              </a:rPr>
              <a:t>đ</a:t>
            </a:r>
            <a:r>
              <a:rPr lang="vi-VN" sz="2800">
                <a:latin typeface="Calibri"/>
                <a:cs typeface="Calibri"/>
              </a:rPr>
              <a:t>ố</a:t>
            </a:r>
            <a:r>
              <a:rPr lang="vi-VN" sz="2800">
                <a:latin typeface="Gill Sans MT"/>
                <a:cs typeface="Gill Sans MT"/>
              </a:rPr>
              <a:t>i</a:t>
            </a:r>
            <a:r>
              <a:rPr lang="vi-VN" sz="2800" spc="5">
                <a:latin typeface="Gill Sans MT"/>
                <a:cs typeface="Gill Sans MT"/>
              </a:rPr>
              <a:t> </a:t>
            </a:r>
            <a:r>
              <a:rPr lang="vi-VN" sz="2800">
                <a:latin typeface="Gill Sans MT"/>
                <a:cs typeface="Gill Sans MT"/>
              </a:rPr>
              <a:t>t</a:t>
            </a:r>
            <a:r>
              <a:rPr lang="vi-VN" sz="2800">
                <a:latin typeface="Calibri"/>
                <a:cs typeface="Calibri"/>
              </a:rPr>
              <a:t>ượ</a:t>
            </a:r>
            <a:r>
              <a:rPr lang="vi-VN" sz="2800">
                <a:latin typeface="Gill Sans MT"/>
                <a:cs typeface="Gill Sans MT"/>
              </a:rPr>
              <a:t>ng</a:t>
            </a:r>
            <a:r>
              <a:rPr lang="vi-VN" sz="2800" spc="-110">
                <a:latin typeface="Gill Sans MT"/>
                <a:cs typeface="Gill Sans MT"/>
              </a:rPr>
              <a:t> </a:t>
            </a:r>
            <a:r>
              <a:rPr lang="vi-VN" sz="2800">
                <a:latin typeface="Gill Sans MT"/>
                <a:cs typeface="Gill Sans MT"/>
              </a:rPr>
              <a:t>O</a:t>
            </a:r>
            <a:r>
              <a:rPr lang="vi-VN" sz="2800" baseline="-25000">
                <a:latin typeface="Gill Sans MT"/>
                <a:cs typeface="Gill Sans MT"/>
              </a:rPr>
              <a:t>p</a:t>
            </a:r>
            <a:r>
              <a:rPr lang="vi-VN" sz="2800" spc="40">
                <a:latin typeface="Gill Sans MT"/>
                <a:cs typeface="Gill Sans MT"/>
              </a:rPr>
              <a:t> </a:t>
            </a:r>
            <a:r>
              <a:rPr lang="vi-VN" sz="2800">
                <a:latin typeface="Gill Sans MT"/>
                <a:cs typeface="Gill Sans MT"/>
              </a:rPr>
              <a:t>không</a:t>
            </a:r>
            <a:r>
              <a:rPr lang="vi-VN" sz="2800" spc="-15">
                <a:latin typeface="Gill Sans MT"/>
                <a:cs typeface="Gill Sans MT"/>
              </a:rPr>
              <a:t> </a:t>
            </a:r>
            <a:r>
              <a:rPr lang="vi-VN" sz="2800">
                <a:latin typeface="Gill Sans MT"/>
                <a:cs typeface="Gill Sans MT"/>
              </a:rPr>
              <a:t>là</a:t>
            </a:r>
            <a:r>
              <a:rPr lang="vi-VN" sz="2800" spc="-15">
                <a:latin typeface="Gill Sans MT"/>
                <a:cs typeface="Gill Sans MT"/>
              </a:rPr>
              <a:t> </a:t>
            </a:r>
            <a:r>
              <a:rPr lang="vi-VN" sz="2800">
                <a:latin typeface="Gill Sans MT"/>
                <a:cs typeface="Gill Sans MT"/>
              </a:rPr>
              <a:t>đ</a:t>
            </a:r>
            <a:r>
              <a:rPr lang="vi-VN" sz="2800">
                <a:latin typeface="Calibri"/>
                <a:cs typeface="Calibri"/>
              </a:rPr>
              <a:t>ố</a:t>
            </a:r>
            <a:r>
              <a:rPr lang="vi-VN" sz="2800">
                <a:latin typeface="Gill Sans MT"/>
                <a:cs typeface="Gill Sans MT"/>
              </a:rPr>
              <a:t>i</a:t>
            </a:r>
            <a:r>
              <a:rPr lang="vi-VN" sz="2800" spc="10">
                <a:latin typeface="Gill Sans MT"/>
                <a:cs typeface="Gill Sans MT"/>
              </a:rPr>
              <a:t> </a:t>
            </a:r>
            <a:r>
              <a:rPr lang="vi-VN" sz="2800">
                <a:latin typeface="Gill Sans MT"/>
                <a:cs typeface="Gill Sans MT"/>
              </a:rPr>
              <a:t>t</a:t>
            </a:r>
            <a:r>
              <a:rPr lang="vi-VN" sz="2800">
                <a:latin typeface="Calibri"/>
                <a:cs typeface="Calibri"/>
              </a:rPr>
              <a:t>ượ</a:t>
            </a:r>
            <a:r>
              <a:rPr lang="vi-VN" sz="2800">
                <a:latin typeface="Gill Sans MT"/>
                <a:cs typeface="Gill Sans MT"/>
              </a:rPr>
              <a:t>ng</a:t>
            </a:r>
            <a:r>
              <a:rPr lang="vi-VN" sz="2800" spc="-110">
                <a:latin typeface="Gill Sans MT"/>
                <a:cs typeface="Gill Sans MT"/>
              </a:rPr>
              <a:t> </a:t>
            </a:r>
            <a:r>
              <a:rPr lang="vi-VN" sz="2800" spc="-10">
                <a:latin typeface="Gill Sans MT"/>
                <a:cs typeface="Gill Sans MT"/>
              </a:rPr>
              <a:t>medoid.</a:t>
            </a:r>
            <a:endParaRPr lang="vi-VN" sz="2800">
              <a:latin typeface="Gill Sans MT"/>
              <a:cs typeface="Gill Sans MT"/>
            </a:endParaRPr>
          </a:p>
          <a:p>
            <a:pPr marL="419100" marR="132080" indent="-342900">
              <a:lnSpc>
                <a:spcPts val="2200"/>
              </a:lnSpc>
              <a:spcBef>
                <a:spcPts val="440"/>
              </a:spcBef>
              <a:buFont typeface="Arial"/>
              <a:buChar char="•"/>
              <a:tabLst>
                <a:tab pos="419100" algn="l"/>
              </a:tabLst>
            </a:pPr>
            <a:r>
              <a:rPr lang="vi-VN" sz="2800" i="1">
                <a:latin typeface="Gill Sans MT Italic"/>
                <a:cs typeface="Gill Sans MT Italic"/>
              </a:rPr>
              <a:t>B</a:t>
            </a:r>
            <a:r>
              <a:rPr lang="vi-VN" sz="2800" i="1">
                <a:latin typeface="Calibri"/>
                <a:cs typeface="Calibri"/>
              </a:rPr>
              <a:t>ướ</a:t>
            </a:r>
            <a:r>
              <a:rPr lang="vi-VN" sz="2800" i="1">
                <a:latin typeface="Gill Sans MT Italic"/>
                <a:cs typeface="Gill Sans MT Italic"/>
              </a:rPr>
              <a:t>c</a:t>
            </a:r>
            <a:r>
              <a:rPr lang="vi-VN" sz="2800" i="1" spc="45">
                <a:latin typeface="Gill Sans MT Italic"/>
                <a:cs typeface="Gill Sans MT Italic"/>
              </a:rPr>
              <a:t> </a:t>
            </a:r>
            <a:r>
              <a:rPr lang="vi-VN" sz="2800" i="1">
                <a:latin typeface="Gill Sans MT Italic"/>
                <a:cs typeface="Gill Sans MT Italic"/>
              </a:rPr>
              <a:t>4</a:t>
            </a:r>
            <a:r>
              <a:rPr lang="vi-VN" sz="2800">
                <a:latin typeface="Gill Sans MT"/>
                <a:cs typeface="Gill Sans MT"/>
              </a:rPr>
              <a:t>:Tính</a:t>
            </a:r>
            <a:r>
              <a:rPr lang="vi-VN" sz="2800" spc="25">
                <a:latin typeface="Gill Sans MT"/>
                <a:cs typeface="Gill Sans MT"/>
              </a:rPr>
              <a:t> </a:t>
            </a:r>
            <a:r>
              <a:rPr lang="vi-VN" sz="2800">
                <a:latin typeface="Gill Sans MT"/>
                <a:cs typeface="Gill Sans MT"/>
              </a:rPr>
              <a:t>t</a:t>
            </a:r>
            <a:r>
              <a:rPr lang="vi-VN" sz="2800">
                <a:latin typeface="Calibri"/>
                <a:cs typeface="Calibri"/>
              </a:rPr>
              <a:t>ổ</a:t>
            </a:r>
            <a:r>
              <a:rPr lang="vi-VN" sz="2800">
                <a:latin typeface="Gill Sans MT"/>
                <a:cs typeface="Gill Sans MT"/>
              </a:rPr>
              <a:t>ng</a:t>
            </a:r>
            <a:r>
              <a:rPr lang="vi-VN" sz="2800" spc="-25">
                <a:latin typeface="Gill Sans MT"/>
                <a:cs typeface="Gill Sans MT"/>
              </a:rPr>
              <a:t> </a:t>
            </a:r>
            <a:r>
              <a:rPr lang="vi-VN" sz="2800">
                <a:latin typeface="Gill Sans MT"/>
                <a:cs typeface="Gill Sans MT"/>
              </a:rPr>
              <a:t>chi</a:t>
            </a:r>
            <a:r>
              <a:rPr lang="vi-VN" sz="2800" spc="-105">
                <a:latin typeface="Gill Sans MT"/>
                <a:cs typeface="Gill Sans MT"/>
              </a:rPr>
              <a:t> </a:t>
            </a:r>
            <a:r>
              <a:rPr lang="vi-VN" sz="2800" spc="-10">
                <a:latin typeface="Gill Sans MT"/>
                <a:cs typeface="Gill Sans MT"/>
              </a:rPr>
              <a:t>phí</a:t>
            </a:r>
            <a:r>
              <a:rPr lang="vi-VN" sz="2800" spc="-195">
                <a:latin typeface="Gill Sans MT"/>
                <a:cs typeface="Gill Sans MT"/>
              </a:rPr>
              <a:t> </a:t>
            </a:r>
            <a:r>
              <a:rPr lang="vi-VN" sz="2800">
                <a:latin typeface="Gill Sans MT"/>
                <a:cs typeface="Gill Sans MT"/>
              </a:rPr>
              <a:t>TC</a:t>
            </a:r>
            <a:r>
              <a:rPr lang="vi-VN" sz="2800" baseline="-17094">
                <a:latin typeface="Gill Sans MT"/>
                <a:cs typeface="Gill Sans MT"/>
              </a:rPr>
              <a:t>mp</a:t>
            </a:r>
            <a:r>
              <a:rPr lang="vi-VN" sz="2800" spc="254" baseline="-17094">
                <a:latin typeface="Gill Sans MT"/>
                <a:cs typeface="Gill Sans MT"/>
              </a:rPr>
              <a:t> </a:t>
            </a:r>
            <a:r>
              <a:rPr lang="vi-VN" sz="2800">
                <a:latin typeface="Gill Sans MT"/>
                <a:cs typeface="Gill Sans MT"/>
              </a:rPr>
              <a:t>đ</a:t>
            </a:r>
            <a:r>
              <a:rPr lang="vi-VN" sz="2800">
                <a:latin typeface="Calibri"/>
                <a:cs typeface="Calibri"/>
              </a:rPr>
              <a:t>ể</a:t>
            </a:r>
            <a:r>
              <a:rPr lang="vi-VN" sz="2800" spc="135">
                <a:latin typeface="Calibri"/>
                <a:cs typeface="Calibri"/>
              </a:rPr>
              <a:t> </a:t>
            </a:r>
            <a:r>
              <a:rPr lang="vi-VN" sz="2800">
                <a:latin typeface="Gill Sans MT"/>
                <a:cs typeface="Gill Sans MT"/>
              </a:rPr>
              <a:t>đ</a:t>
            </a:r>
            <a:r>
              <a:rPr lang="vi-VN" sz="2800">
                <a:latin typeface="Calibri"/>
                <a:cs typeface="Calibri"/>
              </a:rPr>
              <a:t>ổ</a:t>
            </a:r>
            <a:r>
              <a:rPr lang="vi-VN" sz="2800">
                <a:latin typeface="Gill Sans MT"/>
                <a:cs typeface="Gill Sans MT"/>
              </a:rPr>
              <a:t>i</a:t>
            </a:r>
            <a:r>
              <a:rPr lang="vi-VN" sz="2800" spc="-10">
                <a:latin typeface="Gill Sans MT"/>
                <a:cs typeface="Gill Sans MT"/>
              </a:rPr>
              <a:t> </a:t>
            </a:r>
            <a:r>
              <a:rPr lang="vi-VN" sz="2800">
                <a:latin typeface="Gill Sans MT"/>
                <a:cs typeface="Gill Sans MT"/>
              </a:rPr>
              <a:t>t</a:t>
            </a:r>
            <a:r>
              <a:rPr lang="vi-VN" sz="2800">
                <a:latin typeface="Calibri"/>
                <a:cs typeface="Calibri"/>
              </a:rPr>
              <a:t>ừ</a:t>
            </a:r>
            <a:r>
              <a:rPr lang="vi-VN" sz="2800" spc="30">
                <a:latin typeface="Calibri"/>
                <a:cs typeface="Calibri"/>
              </a:rPr>
              <a:t> </a:t>
            </a:r>
            <a:r>
              <a:rPr lang="vi-VN" sz="2800">
                <a:latin typeface="Gill Sans MT"/>
                <a:cs typeface="Gill Sans MT"/>
              </a:rPr>
              <a:t>medoid</a:t>
            </a:r>
            <a:r>
              <a:rPr lang="vi-VN" sz="2800" spc="5">
                <a:latin typeface="Gill Sans MT"/>
                <a:cs typeface="Gill Sans MT"/>
              </a:rPr>
              <a:t> </a:t>
            </a:r>
            <a:r>
              <a:rPr lang="vi-VN" sz="2800">
                <a:latin typeface="Gill Sans MT"/>
                <a:cs typeface="Gill Sans MT"/>
              </a:rPr>
              <a:t>c</a:t>
            </a:r>
            <a:r>
              <a:rPr lang="vi-VN" sz="2800">
                <a:latin typeface="Calibri"/>
                <a:cs typeface="Calibri"/>
              </a:rPr>
              <a:t>ũ</a:t>
            </a:r>
            <a:r>
              <a:rPr lang="vi-VN" sz="2800" spc="85">
                <a:latin typeface="Calibri"/>
                <a:cs typeface="Calibri"/>
              </a:rPr>
              <a:t> </a:t>
            </a:r>
            <a:r>
              <a:rPr lang="vi-VN" sz="2800">
                <a:latin typeface="Gill Sans MT"/>
                <a:cs typeface="Gill Sans MT"/>
              </a:rPr>
              <a:t>O</a:t>
            </a:r>
            <a:r>
              <a:rPr lang="vi-VN" sz="2800" baseline="-25000">
                <a:latin typeface="Gill Sans MT"/>
                <a:cs typeface="Gill Sans MT"/>
              </a:rPr>
              <a:t>m</a:t>
            </a:r>
            <a:r>
              <a:rPr lang="vi-VN" sz="2800" spc="-15">
                <a:latin typeface="Gill Sans MT"/>
                <a:cs typeface="Gill Sans MT"/>
              </a:rPr>
              <a:t> </a:t>
            </a:r>
            <a:r>
              <a:rPr lang="vi-VN" sz="2800">
                <a:latin typeface="Gill Sans MT"/>
                <a:cs typeface="Gill Sans MT"/>
              </a:rPr>
              <a:t>sang</a:t>
            </a:r>
            <a:r>
              <a:rPr lang="vi-VN" sz="2800" spc="-120">
                <a:latin typeface="Gill Sans MT"/>
                <a:cs typeface="Gill Sans MT"/>
              </a:rPr>
              <a:t> </a:t>
            </a:r>
            <a:r>
              <a:rPr lang="vi-VN" sz="2800" spc="-10">
                <a:latin typeface="Gill Sans MT"/>
                <a:cs typeface="Gill Sans MT"/>
              </a:rPr>
              <a:t>medoid</a:t>
            </a:r>
            <a:r>
              <a:rPr lang="vi-VN" sz="2800" spc="500">
                <a:latin typeface="Gill Sans MT"/>
                <a:cs typeface="Gill Sans MT"/>
              </a:rPr>
              <a:t> </a:t>
            </a:r>
            <a:r>
              <a:rPr lang="vi-VN" sz="2800" spc="-10">
                <a:latin typeface="Gill Sans MT"/>
                <a:cs typeface="Gill Sans MT"/>
              </a:rPr>
              <a:t>mới O</a:t>
            </a:r>
            <a:r>
              <a:rPr lang="vi-VN" sz="2800" spc="-10" baseline="-25000">
                <a:latin typeface="Gill Sans MT"/>
                <a:cs typeface="Gill Sans MT"/>
              </a:rPr>
              <a:t>p</a:t>
            </a:r>
            <a:r>
              <a:rPr lang="vi-VN" sz="2800" spc="-10">
                <a:latin typeface="Gill Sans MT"/>
                <a:cs typeface="Gill Sans MT"/>
              </a:rPr>
              <a:t>.</a:t>
            </a:r>
          </a:p>
          <a:p>
            <a:pPr marL="419100" marR="398780" indent="-342900">
              <a:lnSpc>
                <a:spcPts val="2200"/>
              </a:lnSpc>
              <a:spcBef>
                <a:spcPts val="400"/>
              </a:spcBef>
              <a:buFont typeface="Arial"/>
              <a:buChar char="•"/>
              <a:tabLst>
                <a:tab pos="419100" algn="l"/>
              </a:tabLst>
            </a:pPr>
            <a:r>
              <a:rPr lang="vi-VN" sz="2800" i="1">
                <a:latin typeface="Gill Sans MT Italic"/>
                <a:cs typeface="Gill Sans MT Italic"/>
              </a:rPr>
              <a:t>B</a:t>
            </a:r>
            <a:r>
              <a:rPr lang="vi-VN" sz="2800" i="1">
                <a:latin typeface="Calibri"/>
                <a:cs typeface="Calibri"/>
              </a:rPr>
              <a:t>ướ</a:t>
            </a:r>
            <a:r>
              <a:rPr lang="vi-VN" sz="2800" i="1">
                <a:latin typeface="Gill Sans MT Italic"/>
                <a:cs typeface="Gill Sans MT Italic"/>
              </a:rPr>
              <a:t>c</a:t>
            </a:r>
            <a:r>
              <a:rPr lang="vi-VN" sz="2800" i="1" spc="65">
                <a:latin typeface="Gill Sans MT Italic"/>
                <a:cs typeface="Gill Sans MT Italic"/>
              </a:rPr>
              <a:t> </a:t>
            </a:r>
            <a:r>
              <a:rPr lang="vi-VN" sz="2800" i="1" spc="-30">
                <a:latin typeface="Gill Sans MT Italic"/>
                <a:cs typeface="Gill Sans MT Italic"/>
              </a:rPr>
              <a:t>5</a:t>
            </a:r>
            <a:r>
              <a:rPr lang="vi-VN" sz="2800" spc="-30">
                <a:latin typeface="Gill Sans MT"/>
                <a:cs typeface="Gill Sans MT"/>
              </a:rPr>
              <a:t>:</a:t>
            </a:r>
            <a:r>
              <a:rPr lang="vi-VN" sz="2800" spc="-195">
                <a:latin typeface="Gill Sans MT"/>
                <a:cs typeface="Gill Sans MT"/>
              </a:rPr>
              <a:t> </a:t>
            </a:r>
            <a:r>
              <a:rPr lang="vi-VN" sz="2800">
                <a:latin typeface="Gill Sans MT"/>
                <a:cs typeface="Gill Sans MT"/>
              </a:rPr>
              <a:t>N</a:t>
            </a:r>
            <a:r>
              <a:rPr lang="vi-VN" sz="2800">
                <a:latin typeface="Calibri"/>
                <a:cs typeface="Calibri"/>
              </a:rPr>
              <a:t>ế</a:t>
            </a:r>
            <a:r>
              <a:rPr lang="vi-VN" sz="2800">
                <a:latin typeface="Gill Sans MT"/>
                <a:cs typeface="Gill Sans MT"/>
              </a:rPr>
              <a:t>u</a:t>
            </a:r>
            <a:r>
              <a:rPr lang="vi-VN" sz="2800" spc="-260">
                <a:latin typeface="Gill Sans MT"/>
                <a:cs typeface="Gill Sans MT"/>
              </a:rPr>
              <a:t> </a:t>
            </a:r>
            <a:r>
              <a:rPr lang="vi-VN" sz="2800">
                <a:latin typeface="Gill Sans MT"/>
                <a:cs typeface="Gill Sans MT"/>
              </a:rPr>
              <a:t>TC</a:t>
            </a:r>
            <a:r>
              <a:rPr lang="vi-VN" sz="2800" baseline="-17094">
                <a:latin typeface="Gill Sans MT"/>
                <a:cs typeface="Gill Sans MT"/>
              </a:rPr>
              <a:t>mp</a:t>
            </a:r>
            <a:r>
              <a:rPr lang="vi-VN" sz="2800">
                <a:latin typeface="Gill Sans MT"/>
                <a:cs typeface="Gill Sans MT"/>
              </a:rPr>
              <a:t>&lt;0</a:t>
            </a:r>
            <a:r>
              <a:rPr lang="vi-VN" sz="2800" spc="-60">
                <a:latin typeface="Gill Sans MT"/>
                <a:cs typeface="Gill Sans MT"/>
              </a:rPr>
              <a:t> </a:t>
            </a:r>
            <a:r>
              <a:rPr lang="vi-VN" sz="2800">
                <a:latin typeface="Gill Sans MT"/>
                <a:cs typeface="Gill Sans MT"/>
              </a:rPr>
              <a:t>thì</a:t>
            </a:r>
            <a:r>
              <a:rPr lang="vi-VN" sz="2800" spc="-95">
                <a:latin typeface="Gill Sans MT"/>
                <a:cs typeface="Gill Sans MT"/>
              </a:rPr>
              <a:t> </a:t>
            </a:r>
            <a:r>
              <a:rPr lang="vi-VN" sz="2800">
                <a:latin typeface="Gill Sans MT"/>
                <a:cs typeface="Gill Sans MT"/>
              </a:rPr>
              <a:t>thay</a:t>
            </a:r>
            <a:r>
              <a:rPr lang="vi-VN" sz="2800" spc="-35">
                <a:latin typeface="Gill Sans MT"/>
                <a:cs typeface="Gill Sans MT"/>
              </a:rPr>
              <a:t> </a:t>
            </a:r>
            <a:r>
              <a:rPr lang="vi-VN" sz="2800">
                <a:latin typeface="Gill Sans MT"/>
                <a:cs typeface="Gill Sans MT"/>
              </a:rPr>
              <a:t>th</a:t>
            </a:r>
            <a:r>
              <a:rPr lang="vi-VN" sz="2800">
                <a:latin typeface="Calibri"/>
                <a:cs typeface="Calibri"/>
              </a:rPr>
              <a:t>ế</a:t>
            </a:r>
            <a:r>
              <a:rPr lang="vi-VN" sz="2800" spc="50">
                <a:latin typeface="Calibri"/>
                <a:cs typeface="Calibri"/>
              </a:rPr>
              <a:t> </a:t>
            </a:r>
            <a:r>
              <a:rPr lang="vi-VN" sz="2800">
                <a:latin typeface="Gill Sans MT"/>
                <a:cs typeface="Gill Sans MT"/>
              </a:rPr>
              <a:t>O</a:t>
            </a:r>
            <a:r>
              <a:rPr lang="vi-VN" sz="2800" baseline="-25000">
                <a:latin typeface="Gill Sans MT"/>
                <a:cs typeface="Gill Sans MT"/>
              </a:rPr>
              <a:t>m</a:t>
            </a:r>
            <a:r>
              <a:rPr lang="vi-VN" sz="2800" spc="-5">
                <a:latin typeface="Gill Sans MT"/>
                <a:cs typeface="Gill Sans MT"/>
              </a:rPr>
              <a:t> </a:t>
            </a:r>
            <a:r>
              <a:rPr lang="vi-VN" sz="2800">
                <a:latin typeface="Gill Sans MT"/>
                <a:cs typeface="Gill Sans MT"/>
              </a:rPr>
              <a:t>v</a:t>
            </a:r>
            <a:r>
              <a:rPr lang="vi-VN" sz="2800">
                <a:latin typeface="Calibri"/>
                <a:cs typeface="Calibri"/>
              </a:rPr>
              <a:t>ớ</a:t>
            </a:r>
            <a:r>
              <a:rPr lang="vi-VN" sz="2800">
                <a:latin typeface="Gill Sans MT"/>
                <a:cs typeface="Gill Sans MT"/>
              </a:rPr>
              <a:t>i</a:t>
            </a:r>
            <a:r>
              <a:rPr lang="vi-VN" sz="2800" spc="5">
                <a:latin typeface="Gill Sans MT"/>
                <a:cs typeface="Gill Sans MT"/>
              </a:rPr>
              <a:t> </a:t>
            </a:r>
            <a:r>
              <a:rPr lang="vi-VN" sz="2800">
                <a:latin typeface="Gill Sans MT"/>
                <a:cs typeface="Gill Sans MT"/>
              </a:rPr>
              <a:t>O</a:t>
            </a:r>
            <a:r>
              <a:rPr lang="vi-VN" sz="2800" baseline="-25000">
                <a:latin typeface="Gill Sans MT"/>
                <a:cs typeface="Gill Sans MT"/>
              </a:rPr>
              <a:t>p</a:t>
            </a:r>
            <a:r>
              <a:rPr lang="vi-VN" sz="2800" spc="40">
                <a:latin typeface="Gill Sans MT"/>
                <a:cs typeface="Gill Sans MT"/>
              </a:rPr>
              <a:t> </a:t>
            </a:r>
            <a:r>
              <a:rPr lang="vi-VN" sz="2800">
                <a:latin typeface="Gill Sans MT"/>
                <a:cs typeface="Gill Sans MT"/>
              </a:rPr>
              <a:t>đ</a:t>
            </a:r>
            <a:r>
              <a:rPr lang="vi-VN" sz="2800">
                <a:latin typeface="Calibri"/>
                <a:cs typeface="Calibri"/>
              </a:rPr>
              <a:t>ể</a:t>
            </a:r>
            <a:r>
              <a:rPr lang="vi-VN" sz="2800" spc="50">
                <a:latin typeface="Calibri"/>
                <a:cs typeface="Calibri"/>
              </a:rPr>
              <a:t> </a:t>
            </a:r>
            <a:r>
              <a:rPr lang="vi-VN" sz="2800">
                <a:latin typeface="Gill Sans MT"/>
                <a:cs typeface="Gill Sans MT"/>
              </a:rPr>
              <a:t>t</a:t>
            </a:r>
            <a:r>
              <a:rPr lang="vi-VN" sz="2800">
                <a:latin typeface="Calibri"/>
                <a:cs typeface="Calibri"/>
              </a:rPr>
              <a:t>ạ</a:t>
            </a:r>
            <a:r>
              <a:rPr lang="vi-VN" sz="2800">
                <a:latin typeface="Gill Sans MT"/>
                <a:cs typeface="Gill Sans MT"/>
              </a:rPr>
              <a:t>o</a:t>
            </a:r>
            <a:r>
              <a:rPr lang="vi-VN" sz="2800" spc="-60">
                <a:latin typeface="Gill Sans MT"/>
                <a:cs typeface="Gill Sans MT"/>
              </a:rPr>
              <a:t> </a:t>
            </a:r>
            <a:r>
              <a:rPr lang="vi-VN" sz="2800">
                <a:latin typeface="Gill Sans MT"/>
                <a:cs typeface="Gill Sans MT"/>
              </a:rPr>
              <a:t>ra</a:t>
            </a:r>
            <a:r>
              <a:rPr lang="vi-VN" sz="2800" spc="-10">
                <a:latin typeface="Gill Sans MT"/>
                <a:cs typeface="Gill Sans MT"/>
              </a:rPr>
              <a:t> </a:t>
            </a:r>
            <a:r>
              <a:rPr lang="vi-VN" sz="2800">
                <a:latin typeface="Gill Sans MT"/>
                <a:cs typeface="Gill Sans MT"/>
              </a:rPr>
              <a:t>m</a:t>
            </a:r>
            <a:r>
              <a:rPr lang="vi-VN" sz="2800">
                <a:latin typeface="Calibri"/>
                <a:cs typeface="Calibri"/>
              </a:rPr>
              <a:t>ộ</a:t>
            </a:r>
            <a:r>
              <a:rPr lang="vi-VN" sz="2800">
                <a:latin typeface="Gill Sans MT"/>
                <a:cs typeface="Gill Sans MT"/>
              </a:rPr>
              <a:t>t</a:t>
            </a:r>
            <a:r>
              <a:rPr lang="vi-VN" sz="2800" spc="-25">
                <a:latin typeface="Gill Sans MT"/>
                <a:cs typeface="Gill Sans MT"/>
              </a:rPr>
              <a:t> </a:t>
            </a:r>
            <a:r>
              <a:rPr lang="vi-VN" sz="2800">
                <a:latin typeface="Gill Sans MT"/>
                <a:cs typeface="Gill Sans MT"/>
              </a:rPr>
              <a:t>t</a:t>
            </a:r>
            <a:r>
              <a:rPr lang="vi-VN" sz="2800">
                <a:latin typeface="Calibri"/>
                <a:cs typeface="Calibri"/>
              </a:rPr>
              <a:t>ậ</a:t>
            </a:r>
            <a:r>
              <a:rPr lang="vi-VN" sz="2800">
                <a:latin typeface="Gill Sans MT"/>
                <a:cs typeface="Gill Sans MT"/>
              </a:rPr>
              <a:t>p</a:t>
            </a:r>
            <a:r>
              <a:rPr lang="vi-VN" sz="2800" spc="-65">
                <a:latin typeface="Gill Sans MT"/>
                <a:cs typeface="Gill Sans MT"/>
              </a:rPr>
              <a:t> </a:t>
            </a:r>
            <a:r>
              <a:rPr lang="vi-VN" sz="2800">
                <a:latin typeface="Gill Sans MT"/>
                <a:cs typeface="Gill Sans MT"/>
              </a:rPr>
              <a:t>với đối tượng medoid mới.</a:t>
            </a:r>
          </a:p>
          <a:p>
            <a:pPr marL="419100" marR="453390" indent="-342900">
              <a:lnSpc>
                <a:spcPts val="2200"/>
              </a:lnSpc>
              <a:spcBef>
                <a:spcPts val="400"/>
              </a:spcBef>
              <a:buFont typeface="Arial"/>
              <a:buChar char="•"/>
              <a:tabLst>
                <a:tab pos="419100" algn="l"/>
              </a:tabLst>
            </a:pPr>
            <a:r>
              <a:rPr lang="vi-VN" sz="2800" i="1">
                <a:latin typeface="Gill Sans MT Italic"/>
                <a:cs typeface="Gill Sans MT Italic"/>
              </a:rPr>
              <a:t>B</a:t>
            </a:r>
            <a:r>
              <a:rPr lang="vi-VN" sz="2800" i="1">
                <a:latin typeface="Calibri"/>
                <a:cs typeface="Calibri"/>
              </a:rPr>
              <a:t>ướ</a:t>
            </a:r>
            <a:r>
              <a:rPr lang="vi-VN" sz="2800" i="1">
                <a:latin typeface="Gill Sans MT Italic"/>
                <a:cs typeface="Gill Sans MT Italic"/>
              </a:rPr>
              <a:t>c</a:t>
            </a:r>
            <a:r>
              <a:rPr lang="vi-VN" sz="2800" i="1" spc="40">
                <a:latin typeface="Gill Sans MT Italic"/>
                <a:cs typeface="Gill Sans MT Italic"/>
              </a:rPr>
              <a:t> </a:t>
            </a:r>
            <a:r>
              <a:rPr lang="vi-VN" sz="2800" i="1" spc="-30">
                <a:latin typeface="Gill Sans MT Italic"/>
                <a:cs typeface="Gill Sans MT Italic"/>
              </a:rPr>
              <a:t>6</a:t>
            </a:r>
            <a:r>
              <a:rPr lang="vi-VN" sz="2800" spc="-30">
                <a:latin typeface="Gill Sans MT"/>
                <a:cs typeface="Gill Sans MT"/>
              </a:rPr>
              <a:t>:</a:t>
            </a:r>
            <a:r>
              <a:rPr lang="vi-VN" sz="2800" spc="-195">
                <a:latin typeface="Gill Sans MT"/>
                <a:cs typeface="Gill Sans MT"/>
              </a:rPr>
              <a:t> </a:t>
            </a:r>
            <a:r>
              <a:rPr lang="vi-VN" sz="2800">
                <a:latin typeface="Gill Sans MT"/>
                <a:cs typeface="Gill Sans MT"/>
              </a:rPr>
              <a:t>Quay lại bước 2 cho đến khi không có sự thay đổi medoid nào nữa thì dừng.</a:t>
            </a:r>
          </a:p>
          <a:p>
            <a:endParaRPr lang="en-US"/>
          </a:p>
        </p:txBody>
      </p:sp>
      <p:sp>
        <p:nvSpPr>
          <p:cNvPr id="4" name="object 4"/>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59</a:t>
            </a:fld>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792970"/>
            <a:ext cx="7886700" cy="469872"/>
          </a:xfrm>
        </p:spPr>
        <p:txBody>
          <a:bodyPr vert="horz" wrap="square" lIns="0" tIns="12700" rIns="0" bIns="0" rtlCol="0">
            <a:spAutoFit/>
          </a:bodyPr>
          <a:lstStyle/>
          <a:p>
            <a:r>
              <a:rPr lang="en-US"/>
              <a:t>PAM</a:t>
            </a:r>
            <a:endParaRPr lang="en-US" dirty="0"/>
          </a:p>
        </p:txBody>
      </p:sp>
      <p:sp>
        <p:nvSpPr>
          <p:cNvPr id="7" name="Content Placeholder 6">
            <a:extLst>
              <a:ext uri="{FF2B5EF4-FFF2-40B4-BE49-F238E27FC236}">
                <a16:creationId xmlns:a16="http://schemas.microsoft.com/office/drawing/2014/main" id="{91E0610B-74C1-2DBA-7B1B-67C4890784A9}"/>
              </a:ext>
            </a:extLst>
          </p:cNvPr>
          <p:cNvSpPr>
            <a:spLocks noGrp="1"/>
          </p:cNvSpPr>
          <p:nvPr>
            <p:ph idx="1"/>
          </p:nvPr>
        </p:nvSpPr>
        <p:spPr/>
        <p:txBody>
          <a:bodyPr/>
          <a:lstStyle/>
          <a:p>
            <a:pPr marL="419100" marR="157480" indent="-342900">
              <a:lnSpc>
                <a:spcPts val="3100"/>
              </a:lnSpc>
              <a:spcBef>
                <a:spcPts val="420"/>
              </a:spcBef>
              <a:buFont typeface="Arial"/>
              <a:buChar char="•"/>
              <a:tabLst>
                <a:tab pos="419100" algn="l"/>
              </a:tabLst>
            </a:pPr>
            <a:r>
              <a:rPr lang="vi-VN" sz="2400">
                <a:latin typeface="Gill Sans MT"/>
                <a:cs typeface="Gill Sans MT"/>
              </a:rPr>
              <a:t>Trong b</a:t>
            </a:r>
            <a:r>
              <a:rPr lang="vi-VN" sz="2400">
                <a:latin typeface="Calibri"/>
                <a:cs typeface="Calibri"/>
              </a:rPr>
              <a:t>ướ</a:t>
            </a:r>
            <a:r>
              <a:rPr lang="vi-VN" sz="2400">
                <a:latin typeface="Gill Sans MT"/>
                <a:cs typeface="Gill Sans MT"/>
              </a:rPr>
              <a:t>c 2 và 3, PAM ph</a:t>
            </a:r>
            <a:r>
              <a:rPr lang="vi-VN" sz="2400">
                <a:latin typeface="Calibri"/>
                <a:cs typeface="Calibri"/>
              </a:rPr>
              <a:t>ả</a:t>
            </a:r>
            <a:r>
              <a:rPr lang="vi-VN" sz="2400">
                <a:latin typeface="Gill Sans MT"/>
                <a:cs typeface="Gill Sans MT"/>
              </a:rPr>
              <a:t>i duy</a:t>
            </a:r>
            <a:r>
              <a:rPr lang="vi-VN" sz="2400">
                <a:latin typeface="Calibri"/>
                <a:cs typeface="Calibri"/>
              </a:rPr>
              <a:t>ệ</a:t>
            </a:r>
            <a:r>
              <a:rPr lang="vi-VN" sz="2400">
                <a:latin typeface="Gill Sans MT"/>
                <a:cs typeface="Gill Sans MT"/>
              </a:rPr>
              <a:t>t t</a:t>
            </a:r>
            <a:r>
              <a:rPr lang="vi-VN" sz="2400">
                <a:latin typeface="Calibri"/>
                <a:cs typeface="Calibri"/>
              </a:rPr>
              <a:t>ấ</a:t>
            </a:r>
            <a:r>
              <a:rPr lang="vi-VN" sz="2400">
                <a:latin typeface="Gill Sans MT"/>
                <a:cs typeface="Gill Sans MT"/>
              </a:rPr>
              <a:t>t c</a:t>
            </a:r>
            <a:r>
              <a:rPr lang="vi-VN" sz="2400">
                <a:latin typeface="Calibri"/>
                <a:cs typeface="Calibri"/>
              </a:rPr>
              <a:t>ả </a:t>
            </a:r>
            <a:r>
              <a:rPr lang="vi-VN" sz="2400">
                <a:latin typeface="Gill Sans MT"/>
                <a:cs typeface="Gill Sans MT"/>
              </a:rPr>
              <a:t>k(n-k) c</a:t>
            </a:r>
            <a:r>
              <a:rPr lang="vi-VN" sz="2400">
                <a:latin typeface="Calibri"/>
                <a:cs typeface="Calibri"/>
              </a:rPr>
              <a:t>ặ</a:t>
            </a:r>
            <a:r>
              <a:rPr lang="vi-VN" sz="2400">
                <a:latin typeface="Gill Sans MT"/>
                <a:cs typeface="Gill Sans MT"/>
              </a:rPr>
              <a:t>p O</a:t>
            </a:r>
            <a:r>
              <a:rPr lang="vi-VN" sz="2400" baseline="-25000">
                <a:latin typeface="Gill Sans MT"/>
                <a:cs typeface="Gill Sans MT"/>
              </a:rPr>
              <a:t>m</a:t>
            </a:r>
            <a:r>
              <a:rPr lang="vi-VN" sz="2400">
                <a:latin typeface="Gill Sans MT"/>
                <a:cs typeface="Gill Sans MT"/>
              </a:rPr>
              <a:t>, O</a:t>
            </a:r>
            <a:r>
              <a:rPr lang="vi-VN" sz="2400" baseline="-25000">
                <a:latin typeface="Gill Sans MT"/>
                <a:cs typeface="Gill Sans MT"/>
              </a:rPr>
              <a:t>p</a:t>
            </a:r>
            <a:r>
              <a:rPr lang="vi-VN" sz="2400">
                <a:latin typeface="Gill Sans MT"/>
                <a:cs typeface="Gill Sans MT"/>
              </a:rPr>
              <a:t>.</a:t>
            </a:r>
          </a:p>
          <a:p>
            <a:pPr marL="419100" marR="841375" indent="-342900">
              <a:lnSpc>
                <a:spcPts val="3000"/>
              </a:lnSpc>
              <a:buFont typeface="Arial"/>
              <a:buChar char="•"/>
              <a:tabLst>
                <a:tab pos="419100" algn="l"/>
              </a:tabLst>
            </a:pPr>
            <a:r>
              <a:rPr lang="vi-VN" sz="2400">
                <a:latin typeface="Gill Sans MT"/>
                <a:cs typeface="Gill Sans MT"/>
              </a:rPr>
              <a:t>V</a:t>
            </a:r>
            <a:r>
              <a:rPr lang="vi-VN" sz="2400">
                <a:latin typeface="Calibri"/>
                <a:cs typeface="Calibri"/>
              </a:rPr>
              <a:t>ớ</a:t>
            </a:r>
            <a:r>
              <a:rPr lang="vi-VN" sz="2400">
                <a:latin typeface="Gill Sans MT"/>
                <a:cs typeface="Gill Sans MT"/>
              </a:rPr>
              <a:t>i m</a:t>
            </a:r>
            <a:r>
              <a:rPr lang="vi-VN" sz="2400">
                <a:latin typeface="Calibri"/>
                <a:cs typeface="Calibri"/>
              </a:rPr>
              <a:t>ỗ</a:t>
            </a:r>
            <a:r>
              <a:rPr lang="vi-VN" sz="2400">
                <a:latin typeface="Gill Sans MT"/>
                <a:cs typeface="Gill Sans MT"/>
              </a:rPr>
              <a:t>i c</a:t>
            </a:r>
            <a:r>
              <a:rPr lang="vi-VN" sz="2400">
                <a:latin typeface="Calibri"/>
                <a:cs typeface="Calibri"/>
              </a:rPr>
              <a:t>ặ</a:t>
            </a:r>
            <a:r>
              <a:rPr lang="vi-VN" sz="2400">
                <a:latin typeface="Gill Sans MT"/>
                <a:cs typeface="Gill Sans MT"/>
              </a:rPr>
              <a:t>p, tính TC</a:t>
            </a:r>
            <a:r>
              <a:rPr lang="vi-VN" sz="2800" baseline="-17543">
                <a:latin typeface="Gill Sans MT"/>
                <a:cs typeface="Gill Sans MT"/>
              </a:rPr>
              <a:t>mp </a:t>
            </a:r>
            <a:r>
              <a:rPr lang="vi-VN" sz="2400">
                <a:latin typeface="Gill Sans MT"/>
                <a:cs typeface="Gill Sans MT"/>
              </a:rPr>
              <a:t>yêu c</a:t>
            </a:r>
            <a:r>
              <a:rPr lang="vi-VN" sz="2400">
                <a:latin typeface="Calibri"/>
                <a:cs typeface="Calibri"/>
              </a:rPr>
              <a:t>ầ</a:t>
            </a:r>
            <a:r>
              <a:rPr lang="vi-VN" sz="2400">
                <a:latin typeface="Gill Sans MT"/>
                <a:cs typeface="Gill Sans MT"/>
              </a:rPr>
              <a:t>u ki</a:t>
            </a:r>
            <a:r>
              <a:rPr lang="vi-VN" sz="2400">
                <a:latin typeface="Calibri"/>
                <a:cs typeface="Calibri"/>
              </a:rPr>
              <a:t>ể</a:t>
            </a:r>
            <a:r>
              <a:rPr lang="vi-VN" sz="2400">
                <a:latin typeface="Gill Sans MT"/>
                <a:cs typeface="Gill Sans MT"/>
              </a:rPr>
              <a:t>m tra n-k đối tượng.Nên, đ</a:t>
            </a:r>
            <a:r>
              <a:rPr lang="vi-VN" sz="2400">
                <a:latin typeface="Calibri"/>
                <a:cs typeface="Calibri"/>
              </a:rPr>
              <a:t>ộ </a:t>
            </a:r>
            <a:r>
              <a:rPr lang="vi-VN" sz="2400">
                <a:latin typeface="Gill Sans MT"/>
                <a:cs typeface="Gill Sans MT"/>
              </a:rPr>
              <a:t>ph</a:t>
            </a:r>
            <a:r>
              <a:rPr lang="vi-VN" sz="2400">
                <a:latin typeface="Calibri"/>
                <a:cs typeface="Calibri"/>
              </a:rPr>
              <a:t>ứ</a:t>
            </a:r>
            <a:r>
              <a:rPr lang="vi-VN" sz="2400">
                <a:latin typeface="Gill Sans MT"/>
                <a:cs typeface="Gill Sans MT"/>
              </a:rPr>
              <a:t>c t</a:t>
            </a:r>
            <a:r>
              <a:rPr lang="vi-VN" sz="2400">
                <a:latin typeface="Calibri"/>
                <a:cs typeface="Calibri"/>
              </a:rPr>
              <a:t>ạ</a:t>
            </a:r>
            <a:r>
              <a:rPr lang="vi-VN" sz="2400">
                <a:latin typeface="Gill Sans MT"/>
                <a:cs typeface="Gill Sans MT"/>
              </a:rPr>
              <a:t>p </a:t>
            </a:r>
            <a:r>
              <a:rPr lang="vi-VN" sz="2400">
                <a:solidFill>
                  <a:srgbClr val="FF0066"/>
                </a:solidFill>
                <a:latin typeface="Gill Sans MT"/>
                <a:cs typeface="Gill Sans MT"/>
              </a:rPr>
              <a:t>O(Ik(n-k)</a:t>
            </a:r>
            <a:r>
              <a:rPr lang="vi-VN" sz="2800" baseline="23391">
                <a:solidFill>
                  <a:srgbClr val="FF0066"/>
                </a:solidFill>
                <a:latin typeface="Gill Sans MT"/>
                <a:cs typeface="Gill Sans MT"/>
              </a:rPr>
              <a:t>2</a:t>
            </a:r>
            <a:r>
              <a:rPr lang="vi-VN" sz="2400">
                <a:solidFill>
                  <a:srgbClr val="FF0066"/>
                </a:solidFill>
                <a:latin typeface="Gill Sans MT"/>
                <a:cs typeface="Gill Sans MT"/>
              </a:rPr>
              <a:t>)</a:t>
            </a:r>
            <a:r>
              <a:rPr lang="vi-VN" sz="2400">
                <a:latin typeface="Gill Sans MT"/>
                <a:cs typeface="Gill Sans MT"/>
              </a:rPr>
              <a:t>, I là s</a:t>
            </a:r>
            <a:r>
              <a:rPr lang="vi-VN" sz="2400">
                <a:latin typeface="Calibri"/>
                <a:cs typeface="Calibri"/>
              </a:rPr>
              <a:t>ố </a:t>
            </a:r>
            <a:r>
              <a:rPr lang="vi-VN" sz="2400">
                <a:latin typeface="Gill Sans MT"/>
                <a:cs typeface="Gill Sans MT"/>
              </a:rPr>
              <a:t>vòng l</a:t>
            </a:r>
            <a:r>
              <a:rPr lang="vi-VN" sz="2400">
                <a:latin typeface="Calibri"/>
                <a:cs typeface="Calibri"/>
              </a:rPr>
              <a:t>ặ</a:t>
            </a:r>
            <a:r>
              <a:rPr lang="vi-VN" sz="2400">
                <a:latin typeface="Gill Sans MT"/>
                <a:cs typeface="Gill Sans MT"/>
              </a:rPr>
              <a:t>p.</a:t>
            </a:r>
          </a:p>
          <a:p>
            <a:pPr marL="419100" marR="841375" indent="-342900">
              <a:lnSpc>
                <a:spcPts val="3000"/>
              </a:lnSpc>
              <a:buFont typeface="Arial"/>
              <a:buChar char="•"/>
              <a:tabLst>
                <a:tab pos="419100" algn="l"/>
              </a:tabLst>
            </a:pPr>
            <a:r>
              <a:rPr lang="vi-VN" sz="2400">
                <a:latin typeface="Gill Sans MT"/>
                <a:cs typeface="Gill Sans MT"/>
              </a:rPr>
              <a:t>PAM kém hi</a:t>
            </a:r>
            <a:r>
              <a:rPr lang="vi-VN" sz="2400">
                <a:latin typeface="Calibri"/>
                <a:cs typeface="Calibri"/>
              </a:rPr>
              <a:t>ệ</a:t>
            </a:r>
            <a:r>
              <a:rPr lang="vi-VN" sz="2400">
                <a:latin typeface="Gill Sans MT"/>
                <a:cs typeface="Gill Sans MT"/>
              </a:rPr>
              <a:t>u qu</a:t>
            </a:r>
            <a:r>
              <a:rPr lang="vi-VN" sz="2400">
                <a:latin typeface="Calibri"/>
                <a:cs typeface="Calibri"/>
              </a:rPr>
              <a:t>ả </a:t>
            </a:r>
            <a:r>
              <a:rPr lang="vi-VN" sz="2400">
                <a:latin typeface="Gill Sans MT"/>
                <a:cs typeface="Gill Sans MT"/>
              </a:rPr>
              <a:t>v</a:t>
            </a:r>
            <a:r>
              <a:rPr lang="vi-VN" sz="2400">
                <a:latin typeface="Calibri"/>
                <a:cs typeface="Calibri"/>
              </a:rPr>
              <a:t>ề </a:t>
            </a:r>
            <a:r>
              <a:rPr lang="vi-VN" sz="2400">
                <a:latin typeface="Gill Sans MT"/>
                <a:cs typeface="Gill Sans MT"/>
              </a:rPr>
              <a:t>th</a:t>
            </a:r>
            <a:r>
              <a:rPr lang="vi-VN" sz="2400">
                <a:latin typeface="Calibri"/>
                <a:cs typeface="Calibri"/>
              </a:rPr>
              <a:t>ờ</a:t>
            </a:r>
            <a:r>
              <a:rPr lang="vi-VN" sz="2400">
                <a:latin typeface="Gill Sans MT"/>
                <a:cs typeface="Gill Sans MT"/>
              </a:rPr>
              <a:t>i gian tính toán khi k và n l</a:t>
            </a:r>
            <a:r>
              <a:rPr lang="vi-VN" sz="2400">
                <a:latin typeface="Calibri"/>
                <a:cs typeface="Calibri"/>
              </a:rPr>
              <a:t>ớ</a:t>
            </a:r>
            <a:r>
              <a:rPr lang="vi-VN" sz="2400">
                <a:latin typeface="Gill Sans MT"/>
                <a:cs typeface="Gill Sans MT"/>
              </a:rPr>
              <a:t>n.</a:t>
            </a:r>
          </a:p>
          <a:p>
            <a:endParaRPr lang="en-US"/>
          </a:p>
        </p:txBody>
      </p:sp>
      <p:sp>
        <p:nvSpPr>
          <p:cNvPr id="4" name="object 4"/>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60</a:t>
            </a:fld>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452210"/>
            <a:ext cx="7886700" cy="1151393"/>
          </a:xfrm>
        </p:spPr>
        <p:txBody>
          <a:bodyPr vert="horz" wrap="square" lIns="0" tIns="207570" rIns="0" bIns="0" rtlCol="0">
            <a:spAutoFit/>
          </a:bodyPr>
          <a:lstStyle/>
          <a:p>
            <a:r>
              <a:rPr lang="vi-VN" sz="3600">
                <a:solidFill>
                  <a:srgbClr val="FF0066"/>
                </a:solidFill>
                <a:latin typeface="Gill Sans MT"/>
                <a:cs typeface="Gill Sans MT"/>
              </a:rPr>
              <a:t>Clustering LARge Application</a:t>
            </a:r>
            <a:r>
              <a:rPr lang="vi-VN" sz="3200">
                <a:latin typeface="Gill Sans MT"/>
                <a:cs typeface="Gill Sans MT"/>
              </a:rPr>
              <a:t> </a:t>
            </a:r>
            <a:r>
              <a:rPr lang="en-US" sz="3200">
                <a:latin typeface="Gill Sans MT"/>
                <a:cs typeface="Gill Sans MT"/>
              </a:rPr>
              <a:t>(</a:t>
            </a:r>
            <a:r>
              <a:rPr lang="vi-VN" sz="3200">
                <a:latin typeface="Gill Sans MT"/>
                <a:cs typeface="Gill Sans MT"/>
              </a:rPr>
              <a:t>CLARA</a:t>
            </a:r>
            <a:r>
              <a:rPr lang="en-US" sz="3200">
                <a:latin typeface="Gill Sans MT"/>
                <a:cs typeface="Gill Sans MT"/>
              </a:rPr>
              <a:t>)</a:t>
            </a:r>
            <a:endParaRPr lang="en-US" dirty="0"/>
          </a:p>
        </p:txBody>
      </p:sp>
      <p:sp>
        <p:nvSpPr>
          <p:cNvPr id="7" name="Content Placeholder 6">
            <a:extLst>
              <a:ext uri="{FF2B5EF4-FFF2-40B4-BE49-F238E27FC236}">
                <a16:creationId xmlns:a16="http://schemas.microsoft.com/office/drawing/2014/main" id="{EB9DCC2B-FE2D-9FB8-AFDD-1634FABC5DDE}"/>
              </a:ext>
            </a:extLst>
          </p:cNvPr>
          <p:cNvSpPr>
            <a:spLocks noGrp="1"/>
          </p:cNvSpPr>
          <p:nvPr>
            <p:ph idx="1"/>
          </p:nvPr>
        </p:nvSpPr>
        <p:spPr/>
        <p:txBody>
          <a:bodyPr/>
          <a:lstStyle/>
          <a:p>
            <a:pPr marL="355600" marR="296545" indent="-342900">
              <a:lnSpc>
                <a:spcPct val="79900"/>
              </a:lnSpc>
              <a:spcBef>
                <a:spcPts val="675"/>
              </a:spcBef>
              <a:buFont typeface="Arial"/>
              <a:buChar char="•"/>
              <a:tabLst>
                <a:tab pos="355600" algn="l"/>
              </a:tabLst>
            </a:pPr>
            <a:r>
              <a:rPr lang="vi-VN" sz="2400">
                <a:latin typeface="Gill Sans MT"/>
                <a:cs typeface="Gill Sans MT"/>
              </a:rPr>
              <a:t>Kaufman đ</a:t>
            </a:r>
            <a:r>
              <a:rPr lang="vi-VN" sz="2400">
                <a:latin typeface="Calibri"/>
                <a:cs typeface="Calibri"/>
              </a:rPr>
              <a:t>ề </a:t>
            </a:r>
            <a:r>
              <a:rPr lang="vi-VN" sz="2400">
                <a:latin typeface="Gill Sans MT"/>
                <a:cs typeface="Gill Sans MT"/>
              </a:rPr>
              <a:t>xu</a:t>
            </a:r>
            <a:r>
              <a:rPr lang="vi-VN" sz="2400">
                <a:latin typeface="Calibri"/>
                <a:cs typeface="Calibri"/>
              </a:rPr>
              <a:t>ấ</a:t>
            </a:r>
            <a:r>
              <a:rPr lang="vi-VN" sz="2400">
                <a:latin typeface="Gill Sans MT"/>
                <a:cs typeface="Gill Sans MT"/>
              </a:rPr>
              <a:t>t 1990. Kh</a:t>
            </a:r>
            <a:r>
              <a:rPr lang="vi-VN" sz="2400">
                <a:latin typeface="Calibri"/>
                <a:cs typeface="Calibri"/>
              </a:rPr>
              <a:t>ắ</a:t>
            </a:r>
            <a:r>
              <a:rPr lang="vi-VN" sz="2400">
                <a:latin typeface="Gill Sans MT"/>
                <a:cs typeface="Gill Sans MT"/>
              </a:rPr>
              <a:t>c ph</a:t>
            </a:r>
            <a:r>
              <a:rPr lang="vi-VN" sz="2400">
                <a:latin typeface="Calibri"/>
                <a:cs typeface="Calibri"/>
              </a:rPr>
              <a:t>ụ</a:t>
            </a:r>
            <a:r>
              <a:rPr lang="vi-VN" sz="2400">
                <a:latin typeface="Gill Sans MT"/>
                <a:cs typeface="Gill Sans MT"/>
              </a:rPr>
              <a:t>c nh</a:t>
            </a:r>
            <a:r>
              <a:rPr lang="vi-VN" sz="2400">
                <a:latin typeface="Calibri"/>
                <a:cs typeface="Calibri"/>
              </a:rPr>
              <a:t>ượ</a:t>
            </a:r>
            <a:r>
              <a:rPr lang="vi-VN" sz="2400">
                <a:latin typeface="Gill Sans MT"/>
                <a:cs typeface="Gill Sans MT"/>
              </a:rPr>
              <a:t>c đi</a:t>
            </a:r>
            <a:r>
              <a:rPr lang="vi-VN" sz="2400">
                <a:latin typeface="Calibri"/>
                <a:cs typeface="Calibri"/>
              </a:rPr>
              <a:t>ể</a:t>
            </a:r>
            <a:r>
              <a:rPr lang="vi-VN" sz="2400">
                <a:latin typeface="Gill Sans MT"/>
                <a:cs typeface="Gill Sans MT"/>
              </a:rPr>
              <a:t>m c</a:t>
            </a:r>
            <a:r>
              <a:rPr lang="vi-VN" sz="2400">
                <a:latin typeface="Calibri"/>
                <a:cs typeface="Calibri"/>
              </a:rPr>
              <a:t>ủ</a:t>
            </a:r>
            <a:r>
              <a:rPr lang="vi-VN" sz="2400">
                <a:latin typeface="Gill Sans MT"/>
                <a:cs typeface="Gill Sans MT"/>
              </a:rPr>
              <a:t>a PAM khi k, n l</a:t>
            </a:r>
            <a:r>
              <a:rPr lang="vi-VN" sz="2400">
                <a:latin typeface="Calibri"/>
                <a:cs typeface="Calibri"/>
              </a:rPr>
              <a:t>ớ</a:t>
            </a:r>
            <a:r>
              <a:rPr lang="vi-VN" sz="2400">
                <a:latin typeface="Gill Sans MT"/>
                <a:cs typeface="Gill Sans MT"/>
              </a:rPr>
              <a:t>n.</a:t>
            </a:r>
          </a:p>
          <a:p>
            <a:pPr marL="762000" marR="96520" lvl="1" indent="-393700">
              <a:lnSpc>
                <a:spcPct val="79200"/>
              </a:lnSpc>
              <a:spcBef>
                <a:spcPts val="520"/>
              </a:spcBef>
              <a:buClr>
                <a:srgbClr val="558ED5"/>
              </a:buClr>
              <a:buSzPct val="75000"/>
              <a:buFont typeface="Arial"/>
              <a:buChar char="□"/>
              <a:tabLst>
                <a:tab pos="762000" algn="l"/>
              </a:tabLst>
            </a:pPr>
            <a:r>
              <a:rPr lang="vi-VN" sz="2000">
                <a:latin typeface="Gill Sans MT"/>
                <a:cs typeface="Gill Sans MT"/>
              </a:rPr>
              <a:t>CLARA trích m</a:t>
            </a:r>
            <a:r>
              <a:rPr lang="vi-VN" sz="2000">
                <a:latin typeface="Calibri"/>
                <a:cs typeface="Calibri"/>
              </a:rPr>
              <a:t>ẫ</a:t>
            </a:r>
            <a:r>
              <a:rPr lang="vi-VN" sz="2000">
                <a:latin typeface="Gill Sans MT"/>
                <a:cs typeface="Gill Sans MT"/>
              </a:rPr>
              <a:t>u cho t</a:t>
            </a:r>
            <a:r>
              <a:rPr lang="vi-VN" sz="2000">
                <a:latin typeface="Calibri"/>
                <a:cs typeface="Calibri"/>
              </a:rPr>
              <a:t>ậ</a:t>
            </a:r>
            <a:r>
              <a:rPr lang="vi-VN" sz="2000">
                <a:latin typeface="Gill Sans MT"/>
                <a:cs typeface="Gill Sans MT"/>
              </a:rPr>
              <a:t>p dl, áp d</a:t>
            </a:r>
            <a:r>
              <a:rPr lang="vi-VN" sz="2000">
                <a:latin typeface="Calibri"/>
                <a:cs typeface="Calibri"/>
              </a:rPr>
              <a:t>ụ</a:t>
            </a:r>
            <a:r>
              <a:rPr lang="vi-VN" sz="2000">
                <a:latin typeface="Gill Sans MT"/>
                <a:cs typeface="Gill Sans MT"/>
              </a:rPr>
              <a:t>ng PAM tìm ra các tâm </a:t>
            </a:r>
            <a:r>
              <a:rPr lang="vi-VN" sz="2000" i="1">
                <a:latin typeface="Gill Sans MT Italic"/>
                <a:cs typeface="Gill Sans MT Italic"/>
              </a:rPr>
              <a:t>medoid </a:t>
            </a:r>
            <a:r>
              <a:rPr lang="vi-VN" sz="2000">
                <a:latin typeface="Gill Sans MT"/>
                <a:cs typeface="Gill Sans MT"/>
              </a:rPr>
              <a:t>cho m</a:t>
            </a:r>
            <a:r>
              <a:rPr lang="vi-VN" sz="2000">
                <a:latin typeface="Calibri"/>
                <a:cs typeface="Calibri"/>
              </a:rPr>
              <a:t>ẫ</a:t>
            </a:r>
            <a:r>
              <a:rPr lang="vi-VN" sz="2000">
                <a:latin typeface="Gill Sans MT"/>
                <a:cs typeface="Gill Sans MT"/>
              </a:rPr>
              <a:t>u này.</a:t>
            </a:r>
          </a:p>
          <a:p>
            <a:pPr marL="762000" marR="320675" indent="-393700">
              <a:lnSpc>
                <a:spcPts val="2000"/>
              </a:lnSpc>
              <a:spcBef>
                <a:spcPts val="400"/>
              </a:spcBef>
              <a:tabLst>
                <a:tab pos="761365" algn="l"/>
              </a:tabLst>
            </a:pPr>
            <a:r>
              <a:rPr lang="vi-VN" sz="1500">
                <a:solidFill>
                  <a:srgbClr val="558ED5"/>
                </a:solidFill>
                <a:latin typeface="Arial"/>
                <a:cs typeface="Arial"/>
              </a:rPr>
              <a:t>□	</a:t>
            </a:r>
            <a:r>
              <a:rPr lang="vi-VN" sz="2000">
                <a:latin typeface="Gill Sans MT"/>
                <a:cs typeface="Gill Sans MT"/>
              </a:rPr>
              <a:t>N</a:t>
            </a:r>
            <a:r>
              <a:rPr lang="vi-VN" sz="2000">
                <a:latin typeface="Calibri"/>
                <a:cs typeface="Calibri"/>
              </a:rPr>
              <a:t>ế</a:t>
            </a:r>
            <a:r>
              <a:rPr lang="vi-VN" sz="2000">
                <a:latin typeface="Gill Sans MT"/>
                <a:cs typeface="Gill Sans MT"/>
              </a:rPr>
              <a:t>u m</a:t>
            </a:r>
            <a:r>
              <a:rPr lang="vi-VN" sz="2000">
                <a:latin typeface="Calibri"/>
                <a:cs typeface="Calibri"/>
              </a:rPr>
              <a:t>ẫ</a:t>
            </a:r>
            <a:r>
              <a:rPr lang="vi-VN" sz="2000">
                <a:latin typeface="Gill Sans MT"/>
                <a:cs typeface="Gill Sans MT"/>
              </a:rPr>
              <a:t>u dl đ</a:t>
            </a:r>
            <a:r>
              <a:rPr lang="vi-VN" sz="2000">
                <a:latin typeface="Calibri"/>
                <a:cs typeface="Calibri"/>
              </a:rPr>
              <a:t>ượ</a:t>
            </a:r>
            <a:r>
              <a:rPr lang="vi-VN" sz="2000">
                <a:latin typeface="Gill Sans MT"/>
                <a:cs typeface="Gill Sans MT"/>
              </a:rPr>
              <a:t>c trích ng</a:t>
            </a:r>
            <a:r>
              <a:rPr lang="vi-VN" sz="2000">
                <a:latin typeface="Calibri"/>
                <a:cs typeface="Calibri"/>
              </a:rPr>
              <a:t>ẫ</a:t>
            </a:r>
            <a:r>
              <a:rPr lang="vi-VN" sz="2000">
                <a:latin typeface="Gill Sans MT"/>
                <a:cs typeface="Gill Sans MT"/>
              </a:rPr>
              <a:t>u nhiên, thì các </a:t>
            </a:r>
            <a:r>
              <a:rPr lang="vi-VN" sz="2000" i="1">
                <a:latin typeface="Gill Sans MT Italic"/>
                <a:cs typeface="Gill Sans MT Italic"/>
              </a:rPr>
              <a:t>medoid </a:t>
            </a:r>
            <a:r>
              <a:rPr lang="vi-VN" sz="2000">
                <a:latin typeface="Gill Sans MT"/>
                <a:cs typeface="Gill Sans MT"/>
              </a:rPr>
              <a:t>c</a:t>
            </a:r>
            <a:r>
              <a:rPr lang="vi-VN" sz="2000">
                <a:latin typeface="Calibri"/>
                <a:cs typeface="Calibri"/>
              </a:rPr>
              <a:t>ủ</a:t>
            </a:r>
            <a:r>
              <a:rPr lang="vi-VN" sz="2000">
                <a:latin typeface="Gill Sans MT"/>
                <a:cs typeface="Gill Sans MT"/>
              </a:rPr>
              <a:t>a nó x</a:t>
            </a:r>
            <a:r>
              <a:rPr lang="vi-VN" sz="2000">
                <a:latin typeface="Calibri"/>
                <a:cs typeface="Calibri"/>
              </a:rPr>
              <a:t>ấ</a:t>
            </a:r>
            <a:r>
              <a:rPr lang="vi-VN" sz="2000">
                <a:latin typeface="Gill Sans MT"/>
                <a:cs typeface="Gill Sans MT"/>
              </a:rPr>
              <a:t>p x</a:t>
            </a:r>
            <a:r>
              <a:rPr lang="vi-VN" sz="2000">
                <a:latin typeface="Calibri"/>
                <a:cs typeface="Calibri"/>
              </a:rPr>
              <a:t>ỉ </a:t>
            </a:r>
            <a:r>
              <a:rPr lang="vi-VN" sz="2000">
                <a:latin typeface="Gill Sans MT"/>
                <a:cs typeface="Gill Sans MT"/>
              </a:rPr>
              <a:t>v</a:t>
            </a:r>
            <a:r>
              <a:rPr lang="vi-VN" sz="2000">
                <a:latin typeface="Calibri"/>
                <a:cs typeface="Calibri"/>
              </a:rPr>
              <a:t>ớ</a:t>
            </a:r>
            <a:r>
              <a:rPr lang="vi-VN" sz="2000">
                <a:latin typeface="Gill Sans MT"/>
                <a:cs typeface="Gill Sans MT"/>
              </a:rPr>
              <a:t>i các </a:t>
            </a:r>
            <a:r>
              <a:rPr lang="vi-VN" sz="2000" i="1">
                <a:latin typeface="Gill Sans MT Italic"/>
                <a:cs typeface="Gill Sans MT Italic"/>
              </a:rPr>
              <a:t>medoid </a:t>
            </a:r>
            <a:r>
              <a:rPr lang="vi-VN" sz="2000">
                <a:latin typeface="Gill Sans MT"/>
                <a:cs typeface="Gill Sans MT"/>
              </a:rPr>
              <a:t>c</a:t>
            </a:r>
            <a:r>
              <a:rPr lang="vi-VN" sz="2000">
                <a:latin typeface="Calibri"/>
                <a:cs typeface="Calibri"/>
              </a:rPr>
              <a:t>ủ</a:t>
            </a:r>
            <a:r>
              <a:rPr lang="vi-VN" sz="2000">
                <a:latin typeface="Gill Sans MT"/>
                <a:cs typeface="Gill Sans MT"/>
              </a:rPr>
              <a:t>a toàn b</a:t>
            </a:r>
            <a:r>
              <a:rPr lang="vi-VN" sz="2000">
                <a:latin typeface="Calibri"/>
                <a:cs typeface="Calibri"/>
              </a:rPr>
              <a:t>ộ </a:t>
            </a:r>
            <a:r>
              <a:rPr lang="vi-VN" sz="2000">
                <a:latin typeface="Gill Sans MT"/>
                <a:cs typeface="Gill Sans MT"/>
              </a:rPr>
              <a:t>t</a:t>
            </a:r>
            <a:r>
              <a:rPr lang="vi-VN" sz="2000">
                <a:latin typeface="Calibri"/>
                <a:cs typeface="Calibri"/>
              </a:rPr>
              <a:t>ậ</a:t>
            </a:r>
            <a:r>
              <a:rPr lang="vi-VN" sz="2000">
                <a:latin typeface="Gill Sans MT"/>
                <a:cs typeface="Gill Sans MT"/>
              </a:rPr>
              <a:t>p dl ban đ</a:t>
            </a:r>
            <a:r>
              <a:rPr lang="vi-VN" sz="2000">
                <a:latin typeface="Calibri"/>
                <a:cs typeface="Calibri"/>
              </a:rPr>
              <a:t>ầ</a:t>
            </a:r>
            <a:r>
              <a:rPr lang="vi-VN" sz="2000">
                <a:latin typeface="Gill Sans MT"/>
                <a:cs typeface="Gill Sans MT"/>
              </a:rPr>
              <a:t>u.</a:t>
            </a:r>
          </a:p>
          <a:p>
            <a:pPr marL="761365" lvl="1" indent="-393065">
              <a:lnSpc>
                <a:spcPts val="2150"/>
              </a:lnSpc>
              <a:buClr>
                <a:srgbClr val="558ED5"/>
              </a:buClr>
              <a:buSzPct val="75000"/>
              <a:buFont typeface="Arial"/>
              <a:buChar char="□"/>
              <a:tabLst>
                <a:tab pos="761365" algn="l"/>
              </a:tabLst>
            </a:pPr>
            <a:r>
              <a:rPr lang="vi-VN" sz="2000">
                <a:latin typeface="Gill Sans MT"/>
                <a:cs typeface="Gill Sans MT"/>
              </a:rPr>
              <a:t>CLARA đ</a:t>
            </a:r>
            <a:r>
              <a:rPr lang="vi-VN" sz="2000">
                <a:latin typeface="Calibri"/>
                <a:cs typeface="Calibri"/>
              </a:rPr>
              <a:t>ư</a:t>
            </a:r>
            <a:r>
              <a:rPr lang="vi-VN" sz="2000">
                <a:latin typeface="Gill Sans MT"/>
                <a:cs typeface="Gill Sans MT"/>
              </a:rPr>
              <a:t>a ra nhi</a:t>
            </a:r>
            <a:r>
              <a:rPr lang="vi-VN" sz="2000">
                <a:latin typeface="Calibri"/>
                <a:cs typeface="Calibri"/>
              </a:rPr>
              <a:t>ề</a:t>
            </a:r>
            <a:r>
              <a:rPr lang="vi-VN" sz="2000">
                <a:latin typeface="Gill Sans MT"/>
                <a:cs typeface="Gill Sans MT"/>
              </a:rPr>
              <a:t>u cách l</a:t>
            </a:r>
            <a:r>
              <a:rPr lang="vi-VN" sz="2000">
                <a:latin typeface="Calibri"/>
                <a:cs typeface="Calibri"/>
              </a:rPr>
              <a:t>ấ</a:t>
            </a:r>
            <a:r>
              <a:rPr lang="vi-VN" sz="2000">
                <a:latin typeface="Gill Sans MT"/>
                <a:cs typeface="Gill Sans MT"/>
              </a:rPr>
              <a:t>y m</a:t>
            </a:r>
            <a:r>
              <a:rPr lang="vi-VN" sz="2000">
                <a:latin typeface="Calibri"/>
                <a:cs typeface="Calibri"/>
              </a:rPr>
              <a:t>ẫ</a:t>
            </a:r>
            <a:r>
              <a:rPr lang="vi-VN" sz="2000">
                <a:latin typeface="Gill Sans MT"/>
                <a:cs typeface="Gill Sans MT"/>
              </a:rPr>
              <a:t>u và th</a:t>
            </a:r>
            <a:r>
              <a:rPr lang="vi-VN" sz="2000">
                <a:latin typeface="Calibri"/>
                <a:cs typeface="Calibri"/>
              </a:rPr>
              <a:t>ự</a:t>
            </a:r>
            <a:r>
              <a:rPr lang="vi-VN" sz="2000">
                <a:latin typeface="Gill Sans MT"/>
                <a:cs typeface="Gill Sans MT"/>
              </a:rPr>
              <a:t>c hi</a:t>
            </a:r>
            <a:r>
              <a:rPr lang="vi-VN" sz="2000">
                <a:latin typeface="Calibri"/>
                <a:cs typeface="Calibri"/>
              </a:rPr>
              <a:t>ệ</a:t>
            </a:r>
            <a:r>
              <a:rPr lang="vi-VN" sz="2000">
                <a:latin typeface="Gill Sans MT"/>
                <a:cs typeface="Gill Sans MT"/>
              </a:rPr>
              <a:t>n phân c</a:t>
            </a:r>
            <a:r>
              <a:rPr lang="vi-VN" sz="2000">
                <a:latin typeface="Calibri"/>
                <a:cs typeface="Calibri"/>
              </a:rPr>
              <a:t>ụ</a:t>
            </a:r>
            <a:r>
              <a:rPr lang="vi-VN" sz="2000">
                <a:latin typeface="Gill Sans MT"/>
                <a:cs typeface="Gill Sans MT"/>
              </a:rPr>
              <a:t>m cho m</a:t>
            </a:r>
            <a:r>
              <a:rPr lang="vi-VN" sz="2000">
                <a:latin typeface="Calibri"/>
                <a:cs typeface="Calibri"/>
              </a:rPr>
              <a:t>ỗ</a:t>
            </a:r>
            <a:r>
              <a:rPr lang="vi-VN" sz="2000">
                <a:latin typeface="Gill Sans MT"/>
                <a:cs typeface="Gill Sans MT"/>
              </a:rPr>
              <a:t>i</a:t>
            </a:r>
          </a:p>
          <a:p>
            <a:pPr marL="762000">
              <a:lnSpc>
                <a:spcPts val="2150"/>
              </a:lnSpc>
            </a:pPr>
            <a:r>
              <a:rPr lang="vi-VN" sz="2000">
                <a:latin typeface="Gill Sans MT"/>
                <a:cs typeface="Gill Sans MT"/>
              </a:rPr>
              <a:t>tr</a:t>
            </a:r>
            <a:r>
              <a:rPr lang="vi-VN" sz="2000">
                <a:latin typeface="Calibri"/>
                <a:cs typeface="Calibri"/>
              </a:rPr>
              <a:t>ườ</a:t>
            </a:r>
            <a:r>
              <a:rPr lang="vi-VN" sz="2000">
                <a:latin typeface="Gill Sans MT"/>
                <a:cs typeface="Gill Sans MT"/>
              </a:rPr>
              <a:t>ng h</a:t>
            </a:r>
            <a:r>
              <a:rPr lang="vi-VN" sz="2000">
                <a:latin typeface="Calibri"/>
                <a:cs typeface="Calibri"/>
              </a:rPr>
              <a:t>ợ</a:t>
            </a:r>
            <a:r>
              <a:rPr lang="vi-VN" sz="2000">
                <a:latin typeface="Gill Sans MT"/>
                <a:cs typeface="Gill Sans MT"/>
              </a:rPr>
              <a:t>p và ch</a:t>
            </a:r>
            <a:r>
              <a:rPr lang="vi-VN" sz="2000">
                <a:latin typeface="Calibri"/>
                <a:cs typeface="Calibri"/>
              </a:rPr>
              <a:t>ọ</a:t>
            </a:r>
            <a:r>
              <a:rPr lang="vi-VN" sz="2000">
                <a:latin typeface="Gill Sans MT"/>
                <a:cs typeface="Gill Sans MT"/>
              </a:rPr>
              <a:t>n k</a:t>
            </a:r>
            <a:r>
              <a:rPr lang="vi-VN" sz="2000">
                <a:latin typeface="Calibri"/>
                <a:cs typeface="Calibri"/>
              </a:rPr>
              <a:t>ế</a:t>
            </a:r>
            <a:r>
              <a:rPr lang="vi-VN" sz="2000">
                <a:latin typeface="Gill Sans MT"/>
                <a:cs typeface="Gill Sans MT"/>
              </a:rPr>
              <a:t>t qu</a:t>
            </a:r>
            <a:r>
              <a:rPr lang="vi-VN" sz="2000">
                <a:latin typeface="Calibri"/>
                <a:cs typeface="Calibri"/>
              </a:rPr>
              <a:t>ả </a:t>
            </a:r>
            <a:r>
              <a:rPr lang="vi-VN" sz="2000">
                <a:latin typeface="Gill Sans MT"/>
                <a:cs typeface="Gill Sans MT"/>
              </a:rPr>
              <a:t>t</a:t>
            </a:r>
            <a:r>
              <a:rPr lang="vi-VN" sz="2000">
                <a:latin typeface="Calibri"/>
                <a:cs typeface="Calibri"/>
              </a:rPr>
              <a:t>ố</a:t>
            </a:r>
            <a:r>
              <a:rPr lang="vi-VN" sz="2000">
                <a:latin typeface="Gill Sans MT"/>
                <a:cs typeface="Gill Sans MT"/>
              </a:rPr>
              <a:t>t nh</a:t>
            </a:r>
            <a:r>
              <a:rPr lang="vi-VN" sz="2000">
                <a:latin typeface="Calibri"/>
                <a:cs typeface="Calibri"/>
              </a:rPr>
              <a:t>ấ</a:t>
            </a:r>
            <a:r>
              <a:rPr lang="vi-VN" sz="2000">
                <a:latin typeface="Gill Sans MT"/>
                <a:cs typeface="Gill Sans MT"/>
              </a:rPr>
              <a:t>t khi phân c</a:t>
            </a:r>
            <a:r>
              <a:rPr lang="vi-VN" sz="2000">
                <a:latin typeface="Calibri"/>
                <a:cs typeface="Calibri"/>
              </a:rPr>
              <a:t>ụ</a:t>
            </a:r>
            <a:r>
              <a:rPr lang="vi-VN" sz="2000">
                <a:latin typeface="Gill Sans MT"/>
                <a:cs typeface="Gill Sans MT"/>
              </a:rPr>
              <a:t>m trên các m</a:t>
            </a:r>
            <a:r>
              <a:rPr lang="vi-VN" sz="2000">
                <a:latin typeface="Calibri"/>
                <a:cs typeface="Calibri"/>
              </a:rPr>
              <a:t>ẫ</a:t>
            </a:r>
            <a:r>
              <a:rPr lang="vi-VN" sz="2000">
                <a:latin typeface="Gill Sans MT"/>
                <a:cs typeface="Gill Sans MT"/>
              </a:rPr>
              <a:t>u này.</a:t>
            </a:r>
          </a:p>
          <a:p>
            <a:pPr marL="355600" marR="5080" indent="-342900">
              <a:lnSpc>
                <a:spcPct val="79900"/>
              </a:lnSpc>
              <a:spcBef>
                <a:spcPts val="580"/>
              </a:spcBef>
              <a:buFont typeface="Arial"/>
              <a:buChar char="•"/>
              <a:tabLst>
                <a:tab pos="355600" algn="l"/>
              </a:tabLst>
            </a:pPr>
            <a:r>
              <a:rPr lang="vi-VN" sz="2400">
                <a:latin typeface="Gill Sans MT"/>
                <a:cs typeface="Gill Sans MT"/>
              </a:rPr>
              <a:t>Ch</a:t>
            </a:r>
            <a:r>
              <a:rPr lang="vi-VN" sz="2400">
                <a:latin typeface="Calibri"/>
                <a:cs typeface="Calibri"/>
              </a:rPr>
              <a:t>ấ</a:t>
            </a:r>
            <a:r>
              <a:rPr lang="vi-VN" sz="2400">
                <a:latin typeface="Gill Sans MT"/>
                <a:cs typeface="Gill Sans MT"/>
              </a:rPr>
              <a:t>t l</a:t>
            </a:r>
            <a:r>
              <a:rPr lang="vi-VN" sz="2400">
                <a:latin typeface="Calibri"/>
                <a:cs typeface="Calibri"/>
              </a:rPr>
              <a:t>ượ</a:t>
            </a:r>
            <a:r>
              <a:rPr lang="vi-VN" sz="2400">
                <a:latin typeface="Gill Sans MT"/>
                <a:cs typeface="Gill Sans MT"/>
              </a:rPr>
              <a:t>ng c</a:t>
            </a:r>
            <a:r>
              <a:rPr lang="vi-VN" sz="2400">
                <a:latin typeface="Calibri"/>
                <a:cs typeface="Calibri"/>
              </a:rPr>
              <a:t>ủ</a:t>
            </a:r>
            <a:r>
              <a:rPr lang="vi-VN" sz="2400">
                <a:latin typeface="Gill Sans MT"/>
                <a:cs typeface="Gill Sans MT"/>
              </a:rPr>
              <a:t>a c</a:t>
            </a:r>
            <a:r>
              <a:rPr lang="vi-VN" sz="2400">
                <a:latin typeface="Calibri"/>
                <a:cs typeface="Calibri"/>
              </a:rPr>
              <a:t>ụ</a:t>
            </a:r>
            <a:r>
              <a:rPr lang="vi-VN" sz="2400">
                <a:latin typeface="Gill Sans MT"/>
                <a:cs typeface="Gill Sans MT"/>
              </a:rPr>
              <a:t>m đ</a:t>
            </a:r>
            <a:r>
              <a:rPr lang="vi-VN" sz="2400">
                <a:latin typeface="Calibri"/>
                <a:cs typeface="Calibri"/>
              </a:rPr>
              <a:t>ượ</a:t>
            </a:r>
            <a:r>
              <a:rPr lang="vi-VN" sz="2400">
                <a:latin typeface="Gill Sans MT"/>
                <a:cs typeface="Gill Sans MT"/>
              </a:rPr>
              <a:t>c đánh giá qua </a:t>
            </a:r>
            <a:r>
              <a:rPr lang="vi-VN" sz="2400">
                <a:solidFill>
                  <a:srgbClr val="FF0066"/>
                </a:solidFill>
                <a:latin typeface="Gill Sans MT"/>
                <a:cs typeface="Gill Sans MT"/>
              </a:rPr>
              <a:t>đ</a:t>
            </a:r>
            <a:r>
              <a:rPr lang="vi-VN" sz="2400">
                <a:solidFill>
                  <a:srgbClr val="FF0066"/>
                </a:solidFill>
                <a:latin typeface="Calibri"/>
                <a:cs typeface="Calibri"/>
              </a:rPr>
              <a:t>ộ </a:t>
            </a:r>
            <a:r>
              <a:rPr lang="vi-VN" sz="2400">
                <a:solidFill>
                  <a:srgbClr val="FF0066"/>
                </a:solidFill>
                <a:latin typeface="Gill Sans MT"/>
                <a:cs typeface="Gill Sans MT"/>
              </a:rPr>
              <a:t>phi t</a:t>
            </a:r>
            <a:r>
              <a:rPr lang="vi-VN" sz="2400">
                <a:solidFill>
                  <a:srgbClr val="FF0066"/>
                </a:solidFill>
                <a:latin typeface="Calibri"/>
                <a:cs typeface="Calibri"/>
              </a:rPr>
              <a:t>ươ</a:t>
            </a:r>
            <a:r>
              <a:rPr lang="vi-VN" sz="2400">
                <a:solidFill>
                  <a:srgbClr val="FF0066"/>
                </a:solidFill>
                <a:latin typeface="Gill Sans MT"/>
                <a:cs typeface="Gill Sans MT"/>
              </a:rPr>
              <a:t>ng t</a:t>
            </a:r>
            <a:r>
              <a:rPr lang="vi-VN" sz="2400">
                <a:solidFill>
                  <a:srgbClr val="FF0066"/>
                </a:solidFill>
                <a:latin typeface="Calibri"/>
                <a:cs typeface="Calibri"/>
              </a:rPr>
              <a:t>ự </a:t>
            </a:r>
            <a:r>
              <a:rPr lang="vi-VN" sz="2400">
                <a:solidFill>
                  <a:srgbClr val="FF0066"/>
                </a:solidFill>
                <a:latin typeface="Gill Sans MT"/>
                <a:cs typeface="Gill Sans MT"/>
              </a:rPr>
              <a:t>trung bình </a:t>
            </a:r>
            <a:r>
              <a:rPr lang="vi-VN" sz="2400">
                <a:latin typeface="Gill Sans MT"/>
                <a:cs typeface="Gill Sans MT"/>
              </a:rPr>
              <a:t>c</a:t>
            </a:r>
            <a:r>
              <a:rPr lang="vi-VN" sz="2400">
                <a:latin typeface="Calibri"/>
                <a:cs typeface="Calibri"/>
              </a:rPr>
              <a:t>ủ</a:t>
            </a:r>
            <a:r>
              <a:rPr lang="vi-VN" sz="2400">
                <a:latin typeface="Gill Sans MT"/>
                <a:cs typeface="Gill Sans MT"/>
              </a:rPr>
              <a:t>a toàn b</a:t>
            </a:r>
            <a:r>
              <a:rPr lang="vi-VN" sz="2400">
                <a:latin typeface="Calibri"/>
                <a:cs typeface="Calibri"/>
              </a:rPr>
              <a:t>ộ </a:t>
            </a:r>
            <a:r>
              <a:rPr lang="vi-VN" sz="2400">
                <a:latin typeface="Gill Sans MT"/>
                <a:cs typeface="Gill Sans MT"/>
              </a:rPr>
              <a:t>các đ</a:t>
            </a:r>
            <a:r>
              <a:rPr lang="vi-VN" sz="2400">
                <a:latin typeface="Calibri"/>
                <a:cs typeface="Calibri"/>
              </a:rPr>
              <a:t>ố</a:t>
            </a:r>
            <a:r>
              <a:rPr lang="vi-VN" sz="2400">
                <a:latin typeface="Gill Sans MT"/>
                <a:cs typeface="Gill Sans MT"/>
              </a:rPr>
              <a:t>i t</a:t>
            </a:r>
            <a:r>
              <a:rPr lang="vi-VN" sz="2400">
                <a:latin typeface="Calibri"/>
                <a:cs typeface="Calibri"/>
              </a:rPr>
              <a:t>ượ</a:t>
            </a:r>
            <a:r>
              <a:rPr lang="vi-VN" sz="2400">
                <a:latin typeface="Gill Sans MT"/>
                <a:cs typeface="Gill Sans MT"/>
              </a:rPr>
              <a:t>ng trong t</a:t>
            </a:r>
            <a:r>
              <a:rPr lang="vi-VN" sz="2400">
                <a:latin typeface="Calibri"/>
                <a:cs typeface="Calibri"/>
              </a:rPr>
              <a:t>ậ</a:t>
            </a:r>
            <a:r>
              <a:rPr lang="vi-VN" sz="2400">
                <a:latin typeface="Gill Sans MT"/>
                <a:cs typeface="Gill Sans MT"/>
              </a:rPr>
              <a:t>p dl ban đ</a:t>
            </a:r>
            <a:r>
              <a:rPr lang="vi-VN" sz="2400">
                <a:latin typeface="Calibri"/>
                <a:cs typeface="Calibri"/>
              </a:rPr>
              <a:t>ầ</a:t>
            </a:r>
            <a:r>
              <a:rPr lang="vi-VN" sz="2400">
                <a:latin typeface="Gill Sans MT"/>
                <a:cs typeface="Gill Sans MT"/>
              </a:rPr>
              <a:t>u.</a:t>
            </a:r>
          </a:p>
          <a:p>
            <a:endParaRPr lang="en-US"/>
          </a:p>
        </p:txBody>
      </p:sp>
      <p:sp>
        <p:nvSpPr>
          <p:cNvPr id="4" name="object 4"/>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61</a:t>
            </a:fld>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628650" y="669193"/>
            <a:ext cx="7886700" cy="717428"/>
          </a:xfrm>
          <a:prstGeom prst="rect">
            <a:avLst/>
          </a:prstGeom>
        </p:spPr>
        <p:txBody>
          <a:bodyPr vert="horz" wrap="square" lIns="0" tIns="207570" rIns="0" bIns="0" rtlCol="0">
            <a:spAutoFit/>
          </a:bodyPr>
          <a:lstStyle/>
          <a:p>
            <a:pPr marL="417195">
              <a:lnSpc>
                <a:spcPct val="100000"/>
              </a:lnSpc>
              <a:spcBef>
                <a:spcPts val="100"/>
              </a:spcBef>
            </a:pPr>
            <a:r>
              <a:rPr spc="-10"/>
              <a:t>CLARA</a:t>
            </a:r>
            <a:endParaRPr spc="-10" dirty="0"/>
          </a:p>
        </p:txBody>
      </p:sp>
      <p:sp>
        <p:nvSpPr>
          <p:cNvPr id="5" name="Content Placeholder 4">
            <a:extLst>
              <a:ext uri="{FF2B5EF4-FFF2-40B4-BE49-F238E27FC236}">
                <a16:creationId xmlns:a16="http://schemas.microsoft.com/office/drawing/2014/main" id="{4D03BB8E-0005-4307-AF21-C260C3B24773}"/>
              </a:ext>
            </a:extLst>
          </p:cNvPr>
          <p:cNvSpPr>
            <a:spLocks noGrp="1"/>
          </p:cNvSpPr>
          <p:nvPr>
            <p:ph idx="1"/>
          </p:nvPr>
        </p:nvSpPr>
        <p:spPr/>
        <p:txBody>
          <a:bodyPr>
            <a:normAutofit fontScale="77500" lnSpcReduction="20000"/>
          </a:bodyPr>
          <a:lstStyle/>
          <a:p>
            <a:pPr marL="0" indent="0">
              <a:buNone/>
            </a:pPr>
            <a:r>
              <a:rPr lang="vi-VN"/>
              <a:t>CLARA </a:t>
            </a:r>
            <a:r>
              <a:rPr lang="vi-VN" dirty="0"/>
              <a:t>(5);</a:t>
            </a:r>
            <a:endParaRPr lang="en-US" dirty="0"/>
          </a:p>
          <a:p>
            <a:pPr marL="0" indent="0">
              <a:buNone/>
            </a:pPr>
            <a:r>
              <a:rPr lang="vi-VN" dirty="0"/>
              <a:t>BEGIN</a:t>
            </a:r>
          </a:p>
          <a:p>
            <a:pPr marL="0" indent="0">
              <a:buNone/>
            </a:pPr>
            <a:r>
              <a:rPr lang="vi-VN" dirty="0"/>
              <a:t>1. For i = 1 to 5 do</a:t>
            </a:r>
          </a:p>
          <a:p>
            <a:pPr marL="0" indent="0">
              <a:buNone/>
            </a:pPr>
            <a:r>
              <a:rPr lang="vi-VN" dirty="0"/>
              <a:t>| 2. Lấy một mẫu có 40 + 2k đối tượng dữ liệu ngẫu nhiên từ tập dữ liệu và áp dụng thuật toán PAM cho mẫu dữ liệu này nhằm để tìm các đối tượng medoid đại diện cho các cụm.</a:t>
            </a:r>
          </a:p>
          <a:p>
            <a:pPr marL="0" indent="0">
              <a:buNone/>
            </a:pPr>
            <a:r>
              <a:rPr lang="vi-VN" dirty="0"/>
              <a:t>3. Đối với mỗi đối tượng</a:t>
            </a:r>
            <a:r>
              <a:rPr lang="en-US" dirty="0"/>
              <a:t> </a:t>
            </a:r>
            <a:r>
              <a:rPr lang="en-US" dirty="0" err="1"/>
              <a:t>O</a:t>
            </a:r>
            <a:r>
              <a:rPr lang="en-US" baseline="-25000" dirty="0" err="1"/>
              <a:t>j</a:t>
            </a:r>
            <a:r>
              <a:rPr lang="vi-VN" dirty="0"/>
              <a:t> trong tập dữ liệu ban đầu, xác định đối tượng medoid tương tự nhất trong số k đối tượng medoid.</a:t>
            </a:r>
          </a:p>
          <a:p>
            <a:pPr marL="0" indent="0">
              <a:buNone/>
            </a:pPr>
            <a:r>
              <a:rPr lang="vi-VN" dirty="0"/>
              <a:t>4. Tính độ phi tương tự trung bình cho phân hoạch các đối tượng dành ở bước trước, nếu giá trị này bé hơn giá trị tối thiểu hiện thời thì sử dụng giá trị này thay cho giá trị tối thiểu ở trạng thái trước, như vậy, tập k đối tượng medoid xác định ở bước này là tốt nhất cho đến thời điểm này.</a:t>
            </a:r>
          </a:p>
          <a:p>
            <a:pPr marL="0" indent="0">
              <a:buNone/>
            </a:pPr>
            <a:r>
              <a:rPr lang="vi-VN" dirty="0"/>
              <a:t>5. Quay về bước 1.</a:t>
            </a:r>
          </a:p>
          <a:p>
            <a:pPr marL="0" indent="0">
              <a:buNone/>
            </a:pPr>
            <a:r>
              <a:rPr lang="vi-VN" dirty="0"/>
              <a:t>END;</a:t>
            </a:r>
            <a:endParaRPr lang="en-US" dirty="0"/>
          </a:p>
        </p:txBody>
      </p:sp>
      <p:sp>
        <p:nvSpPr>
          <p:cNvPr id="4" name="object 4"/>
          <p:cNvSpPr txBox="1">
            <a:spLocks noGrp="1"/>
          </p:cNvSpPr>
          <p:nvPr>
            <p:ph type="sldNum" sz="quarter" idx="12"/>
          </p:nvPr>
        </p:nvSpPr>
        <p:spPr>
          <a:prstGeom prst="rect">
            <a:avLst/>
          </a:prstGeom>
        </p:spPr>
        <p:txBody>
          <a:bodyPr vert="horz" wrap="square" lIns="0" tIns="3810" rIns="0" bIns="0" rtlCol="0">
            <a:spAutoFit/>
          </a:bodyPr>
          <a:lstStyle/>
          <a:p>
            <a:pPr marL="38100">
              <a:lnSpc>
                <a:spcPct val="100000"/>
              </a:lnSpc>
              <a:spcBef>
                <a:spcPts val="30"/>
              </a:spcBef>
            </a:pPr>
            <a:fld id="{81D60167-4931-47E6-BA6A-407CBD079E47}" type="slidenum">
              <a:rPr spc="-25" dirty="0"/>
              <a:t>62</a:t>
            </a:fld>
            <a:endParaRPr spc="-25"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694584"/>
            <a:ext cx="7886700" cy="666645"/>
          </a:xfrm>
        </p:spPr>
        <p:txBody>
          <a:bodyPr vert="horz" wrap="square" lIns="0" tIns="207570" rIns="0" bIns="0" rtlCol="0">
            <a:spAutoFit/>
          </a:bodyPr>
          <a:lstStyle/>
          <a:p>
            <a:r>
              <a:rPr lang="en-US"/>
              <a:t>CLARA</a:t>
            </a:r>
            <a:endParaRPr lang="en-US" dirty="0"/>
          </a:p>
        </p:txBody>
      </p:sp>
      <p:sp>
        <p:nvSpPr>
          <p:cNvPr id="7" name="Content Placeholder 6">
            <a:extLst>
              <a:ext uri="{FF2B5EF4-FFF2-40B4-BE49-F238E27FC236}">
                <a16:creationId xmlns:a16="http://schemas.microsoft.com/office/drawing/2014/main" id="{67055EED-30C9-FF44-36F6-7949359E7D8F}"/>
              </a:ext>
            </a:extLst>
          </p:cNvPr>
          <p:cNvSpPr>
            <a:spLocks noGrp="1"/>
          </p:cNvSpPr>
          <p:nvPr>
            <p:ph idx="1"/>
          </p:nvPr>
        </p:nvSpPr>
        <p:spPr/>
        <p:txBody>
          <a:bodyPr/>
          <a:lstStyle/>
          <a:p>
            <a:pPr marL="405765" indent="-342265">
              <a:lnSpc>
                <a:spcPct val="100000"/>
              </a:lnSpc>
              <a:spcBef>
                <a:spcPts val="620"/>
              </a:spcBef>
              <a:buFont typeface="Arial"/>
              <a:buChar char="•"/>
              <a:tabLst>
                <a:tab pos="405765" algn="l"/>
              </a:tabLst>
            </a:pPr>
            <a:r>
              <a:rPr lang="vi-VN" sz="2800">
                <a:latin typeface="Gill Sans MT"/>
                <a:cs typeface="Gill Sans MT"/>
              </a:rPr>
              <a:t>Đ</a:t>
            </a:r>
            <a:r>
              <a:rPr lang="vi-VN" sz="2800">
                <a:latin typeface="Calibri"/>
                <a:cs typeface="Calibri"/>
              </a:rPr>
              <a:t>ộ </a:t>
            </a:r>
            <a:r>
              <a:rPr lang="vi-VN" sz="2800">
                <a:latin typeface="Gill Sans MT"/>
                <a:cs typeface="Gill Sans MT"/>
              </a:rPr>
              <a:t>ph</a:t>
            </a:r>
            <a:r>
              <a:rPr lang="vi-VN" sz="2800">
                <a:latin typeface="Calibri"/>
                <a:cs typeface="Calibri"/>
              </a:rPr>
              <a:t>ứ</a:t>
            </a:r>
            <a:r>
              <a:rPr lang="vi-VN" sz="2800">
                <a:latin typeface="Gill Sans MT"/>
                <a:cs typeface="Gill Sans MT"/>
              </a:rPr>
              <a:t>c t</a:t>
            </a:r>
            <a:r>
              <a:rPr lang="vi-VN" sz="2800">
                <a:latin typeface="Calibri"/>
                <a:cs typeface="Calibri"/>
              </a:rPr>
              <a:t>ạ</a:t>
            </a:r>
            <a:r>
              <a:rPr lang="vi-VN" sz="2800">
                <a:latin typeface="Gill Sans MT"/>
                <a:cs typeface="Gill Sans MT"/>
              </a:rPr>
              <a:t>p </a:t>
            </a:r>
            <a:r>
              <a:rPr lang="vi-VN" sz="2800">
                <a:solidFill>
                  <a:srgbClr val="FF0066"/>
                </a:solidFill>
                <a:latin typeface="Gill Sans MT"/>
                <a:cs typeface="Gill Sans MT"/>
              </a:rPr>
              <a:t>O(k(40+k)</a:t>
            </a:r>
            <a:r>
              <a:rPr lang="vi-VN" sz="2800" baseline="24305">
                <a:solidFill>
                  <a:srgbClr val="FF0066"/>
                </a:solidFill>
                <a:latin typeface="Gill Sans MT"/>
                <a:cs typeface="Gill Sans MT"/>
              </a:rPr>
              <a:t>2 </a:t>
            </a:r>
            <a:r>
              <a:rPr lang="vi-VN" sz="2800">
                <a:solidFill>
                  <a:srgbClr val="FF0066"/>
                </a:solidFill>
                <a:latin typeface="Gill Sans MT"/>
                <a:cs typeface="Gill Sans MT"/>
              </a:rPr>
              <a:t>+ k(n-k)).</a:t>
            </a:r>
            <a:endParaRPr lang="vi-VN" sz="2800">
              <a:latin typeface="Gill Sans MT"/>
              <a:cs typeface="Gill Sans MT"/>
            </a:endParaRPr>
          </a:p>
          <a:p>
            <a:pPr marL="405765" indent="-342265">
              <a:lnSpc>
                <a:spcPct val="100000"/>
              </a:lnSpc>
              <a:spcBef>
                <a:spcPts val="520"/>
              </a:spcBef>
              <a:buFont typeface="Arial"/>
              <a:buChar char="•"/>
              <a:tabLst>
                <a:tab pos="405765" algn="l"/>
              </a:tabLst>
            </a:pPr>
            <a:r>
              <a:rPr lang="vi-VN" sz="2800">
                <a:latin typeface="Gill Sans MT"/>
                <a:cs typeface="Gill Sans MT"/>
              </a:rPr>
              <a:t>CLARA có th</a:t>
            </a:r>
            <a:r>
              <a:rPr lang="vi-VN" sz="2800">
                <a:latin typeface="Calibri"/>
                <a:cs typeface="Calibri"/>
              </a:rPr>
              <a:t>ể </a:t>
            </a:r>
            <a:r>
              <a:rPr lang="vi-VN" sz="2800">
                <a:latin typeface="Gill Sans MT"/>
                <a:cs typeface="Gill Sans MT"/>
              </a:rPr>
              <a:t>th</a:t>
            </a:r>
            <a:r>
              <a:rPr lang="vi-VN" sz="2800">
                <a:latin typeface="Calibri"/>
                <a:cs typeface="Calibri"/>
              </a:rPr>
              <a:t>ự</a:t>
            </a:r>
            <a:r>
              <a:rPr lang="vi-VN" sz="2800">
                <a:latin typeface="Gill Sans MT"/>
                <a:cs typeface="Gill Sans MT"/>
              </a:rPr>
              <a:t>c hi</a:t>
            </a:r>
            <a:r>
              <a:rPr lang="vi-VN" sz="2800">
                <a:latin typeface="Calibri"/>
                <a:cs typeface="Calibri"/>
              </a:rPr>
              <a:t>ệ</a:t>
            </a:r>
            <a:r>
              <a:rPr lang="vi-VN" sz="2800">
                <a:latin typeface="Gill Sans MT"/>
                <a:cs typeface="Gill Sans MT"/>
              </a:rPr>
              <a:t>n v</a:t>
            </a:r>
            <a:r>
              <a:rPr lang="vi-VN" sz="2800">
                <a:latin typeface="Calibri"/>
                <a:cs typeface="Calibri"/>
              </a:rPr>
              <a:t>ớ</a:t>
            </a:r>
            <a:r>
              <a:rPr lang="vi-VN" sz="2800">
                <a:latin typeface="Gill Sans MT"/>
                <a:cs typeface="Gill Sans MT"/>
              </a:rPr>
              <a:t>i t</a:t>
            </a:r>
            <a:r>
              <a:rPr lang="vi-VN" sz="2800">
                <a:latin typeface="Calibri"/>
                <a:cs typeface="Calibri"/>
              </a:rPr>
              <a:t>ậ</a:t>
            </a:r>
            <a:r>
              <a:rPr lang="vi-VN" sz="2800">
                <a:latin typeface="Gill Sans MT"/>
                <a:cs typeface="Gill Sans MT"/>
              </a:rPr>
              <a:t>p dl l</a:t>
            </a:r>
            <a:r>
              <a:rPr lang="vi-VN" sz="2800">
                <a:latin typeface="Calibri"/>
                <a:cs typeface="Calibri"/>
              </a:rPr>
              <a:t>ớ</a:t>
            </a:r>
            <a:r>
              <a:rPr lang="vi-VN" sz="2800">
                <a:latin typeface="Gill Sans MT"/>
                <a:cs typeface="Gill Sans MT"/>
              </a:rPr>
              <a:t>n.</a:t>
            </a:r>
          </a:p>
          <a:p>
            <a:pPr marL="406400" marR="45720" indent="-342900">
              <a:lnSpc>
                <a:spcPct val="100699"/>
              </a:lnSpc>
              <a:buFont typeface="Arial"/>
              <a:buChar char="•"/>
              <a:tabLst>
                <a:tab pos="406400" algn="l"/>
              </a:tabLst>
            </a:pPr>
            <a:r>
              <a:rPr lang="vi-VN" sz="2800">
                <a:latin typeface="Gill Sans MT"/>
                <a:cs typeface="Gill Sans MT"/>
              </a:rPr>
              <a:t>V</a:t>
            </a:r>
            <a:r>
              <a:rPr lang="vi-VN" sz="2800">
                <a:latin typeface="Calibri"/>
                <a:cs typeface="Calibri"/>
              </a:rPr>
              <a:t>ớ</a:t>
            </a:r>
            <a:r>
              <a:rPr lang="vi-VN" sz="2800">
                <a:latin typeface="Gill Sans MT"/>
                <a:cs typeface="Gill Sans MT"/>
              </a:rPr>
              <a:t>i k</a:t>
            </a:r>
            <a:r>
              <a:rPr lang="vi-VN" sz="2800">
                <a:latin typeface="Calibri"/>
                <a:cs typeface="Calibri"/>
              </a:rPr>
              <a:t>ỹ </a:t>
            </a:r>
            <a:r>
              <a:rPr lang="vi-VN" sz="2800">
                <a:latin typeface="Gill Sans MT"/>
                <a:cs typeface="Gill Sans MT"/>
              </a:rPr>
              <a:t>thu</a:t>
            </a:r>
            <a:r>
              <a:rPr lang="vi-VN" sz="2800">
                <a:latin typeface="Calibri"/>
                <a:cs typeface="Calibri"/>
              </a:rPr>
              <a:t>ậ</a:t>
            </a:r>
            <a:r>
              <a:rPr lang="vi-VN" sz="2800">
                <a:latin typeface="Gill Sans MT"/>
                <a:cs typeface="Gill Sans MT"/>
              </a:rPr>
              <a:t>t t</a:t>
            </a:r>
            <a:r>
              <a:rPr lang="vi-VN" sz="2800">
                <a:latin typeface="Calibri"/>
                <a:cs typeface="Calibri"/>
              </a:rPr>
              <a:t>ạ</a:t>
            </a:r>
            <a:r>
              <a:rPr lang="vi-VN" sz="2800">
                <a:latin typeface="Gill Sans MT"/>
                <a:cs typeface="Gill Sans MT"/>
              </a:rPr>
              <a:t>o m</a:t>
            </a:r>
            <a:r>
              <a:rPr lang="vi-VN" sz="2800">
                <a:latin typeface="Calibri"/>
                <a:cs typeface="Calibri"/>
              </a:rPr>
              <a:t>ẫ</a:t>
            </a:r>
            <a:r>
              <a:rPr lang="vi-VN" sz="2800">
                <a:latin typeface="Gill Sans MT"/>
                <a:cs typeface="Gill Sans MT"/>
              </a:rPr>
              <a:t>u trong PCDL: k</a:t>
            </a:r>
            <a:r>
              <a:rPr lang="vi-VN" sz="2800">
                <a:latin typeface="Calibri"/>
                <a:cs typeface="Calibri"/>
              </a:rPr>
              <a:t>ế</a:t>
            </a:r>
            <a:r>
              <a:rPr lang="vi-VN" sz="2800">
                <a:latin typeface="Gill Sans MT"/>
                <a:cs typeface="Gill Sans MT"/>
              </a:rPr>
              <a:t>t qu</a:t>
            </a:r>
            <a:r>
              <a:rPr lang="vi-VN" sz="2800">
                <a:latin typeface="Calibri"/>
                <a:cs typeface="Calibri"/>
              </a:rPr>
              <a:t>ả </a:t>
            </a:r>
            <a:r>
              <a:rPr lang="vi-VN" sz="2800">
                <a:latin typeface="Gill Sans MT"/>
                <a:cs typeface="Gill Sans MT"/>
              </a:rPr>
              <a:t>phân c</a:t>
            </a:r>
            <a:r>
              <a:rPr lang="vi-VN" sz="2800">
                <a:latin typeface="Calibri"/>
                <a:cs typeface="Calibri"/>
              </a:rPr>
              <a:t>ụ</a:t>
            </a:r>
            <a:r>
              <a:rPr lang="vi-VN" sz="2800">
                <a:latin typeface="Gill Sans MT"/>
                <a:cs typeface="Gill Sans MT"/>
              </a:rPr>
              <a:t>m có th</a:t>
            </a:r>
            <a:r>
              <a:rPr lang="vi-VN" sz="2800">
                <a:latin typeface="Calibri"/>
                <a:cs typeface="Calibri"/>
              </a:rPr>
              <a:t>ể </a:t>
            </a:r>
            <a:r>
              <a:rPr lang="vi-VN" sz="2800">
                <a:latin typeface="Gill Sans MT"/>
                <a:cs typeface="Gill Sans MT"/>
              </a:rPr>
              <a:t>không ph</a:t>
            </a:r>
            <a:r>
              <a:rPr lang="vi-VN" sz="2800">
                <a:latin typeface="Calibri"/>
                <a:cs typeface="Calibri"/>
              </a:rPr>
              <a:t>ụ </a:t>
            </a:r>
            <a:r>
              <a:rPr lang="vi-VN" sz="2800">
                <a:latin typeface="Gill Sans MT"/>
                <a:cs typeface="Gill Sans MT"/>
              </a:rPr>
              <a:t>thu</a:t>
            </a:r>
            <a:r>
              <a:rPr lang="vi-VN" sz="2800">
                <a:latin typeface="Calibri"/>
                <a:cs typeface="Calibri"/>
              </a:rPr>
              <a:t>ộ</a:t>
            </a:r>
            <a:r>
              <a:rPr lang="vi-VN" sz="2800">
                <a:latin typeface="Gill Sans MT"/>
                <a:cs typeface="Gill Sans MT"/>
              </a:rPr>
              <a:t>c vào dl kh</a:t>
            </a:r>
            <a:r>
              <a:rPr lang="vi-VN" sz="2800">
                <a:latin typeface="Calibri"/>
                <a:cs typeface="Calibri"/>
              </a:rPr>
              <a:t>ở</a:t>
            </a:r>
            <a:r>
              <a:rPr lang="vi-VN" sz="2800">
                <a:latin typeface="Gill Sans MT"/>
                <a:cs typeface="Gill Sans MT"/>
              </a:rPr>
              <a:t>i t</a:t>
            </a:r>
            <a:r>
              <a:rPr lang="vi-VN" sz="2800">
                <a:latin typeface="Calibri"/>
                <a:cs typeface="Calibri"/>
              </a:rPr>
              <a:t>ạ</a:t>
            </a:r>
            <a:r>
              <a:rPr lang="vi-VN" sz="2800">
                <a:latin typeface="Gill Sans MT"/>
                <a:cs typeface="Gill Sans MT"/>
              </a:rPr>
              <a:t>o nh</a:t>
            </a:r>
            <a:r>
              <a:rPr lang="vi-VN" sz="2800">
                <a:latin typeface="Calibri"/>
                <a:cs typeface="Calibri"/>
              </a:rPr>
              <a:t>ư</a:t>
            </a:r>
            <a:r>
              <a:rPr lang="vi-VN" sz="2800">
                <a:latin typeface="Gill Sans MT"/>
                <a:cs typeface="Gill Sans MT"/>
              </a:rPr>
              <a:t>ng nó ch</a:t>
            </a:r>
            <a:r>
              <a:rPr lang="vi-VN" sz="2800">
                <a:latin typeface="Calibri"/>
                <a:cs typeface="Calibri"/>
              </a:rPr>
              <a:t>ỉ </a:t>
            </a:r>
            <a:r>
              <a:rPr lang="vi-VN" sz="2800">
                <a:latin typeface="Gill Sans MT"/>
                <a:cs typeface="Gill Sans MT"/>
              </a:rPr>
              <a:t>đ</a:t>
            </a:r>
            <a:r>
              <a:rPr lang="vi-VN" sz="2800">
                <a:latin typeface="Calibri"/>
                <a:cs typeface="Calibri"/>
              </a:rPr>
              <a:t>ạ</a:t>
            </a:r>
            <a:r>
              <a:rPr lang="vi-VN" sz="2800">
                <a:latin typeface="Gill Sans MT"/>
                <a:cs typeface="Gill Sans MT"/>
              </a:rPr>
              <a:t>t t</a:t>
            </a:r>
            <a:r>
              <a:rPr lang="vi-VN" sz="2800">
                <a:latin typeface="Calibri"/>
                <a:cs typeface="Calibri"/>
              </a:rPr>
              <a:t>ố</a:t>
            </a:r>
            <a:r>
              <a:rPr lang="vi-VN" sz="2800">
                <a:latin typeface="Gill Sans MT"/>
                <a:cs typeface="Gill Sans MT"/>
              </a:rPr>
              <a:t>i </a:t>
            </a:r>
            <a:r>
              <a:rPr lang="vi-VN" sz="2800">
                <a:latin typeface="Calibri"/>
                <a:cs typeface="Calibri"/>
              </a:rPr>
              <a:t>ư</a:t>
            </a:r>
            <a:r>
              <a:rPr lang="vi-VN" sz="2800">
                <a:latin typeface="Gill Sans MT"/>
                <a:cs typeface="Gill Sans MT"/>
              </a:rPr>
              <a:t>u c</a:t>
            </a:r>
            <a:r>
              <a:rPr lang="vi-VN" sz="2800">
                <a:latin typeface="Calibri"/>
                <a:cs typeface="Calibri"/>
              </a:rPr>
              <a:t>ụ</a:t>
            </a:r>
            <a:r>
              <a:rPr lang="vi-VN" sz="2800">
                <a:latin typeface="Gill Sans MT"/>
                <a:cs typeface="Gill Sans MT"/>
              </a:rPr>
              <a:t>c b</a:t>
            </a:r>
            <a:r>
              <a:rPr lang="vi-VN" sz="2800">
                <a:latin typeface="Calibri"/>
                <a:cs typeface="Calibri"/>
              </a:rPr>
              <a:t>ộ</a:t>
            </a:r>
            <a:r>
              <a:rPr lang="vi-VN" sz="2800">
                <a:latin typeface="Gill Sans MT"/>
                <a:cs typeface="Gill Sans MT"/>
              </a:rPr>
              <a:t>.</a:t>
            </a:r>
          </a:p>
          <a:p>
            <a:pPr marL="406400" marR="17780" indent="-342900">
              <a:lnSpc>
                <a:spcPct val="100699"/>
              </a:lnSpc>
              <a:buFont typeface="Arial"/>
              <a:buChar char="•"/>
              <a:tabLst>
                <a:tab pos="406400" algn="l"/>
              </a:tabLst>
            </a:pPr>
            <a:r>
              <a:rPr lang="vi-VN" sz="2800">
                <a:latin typeface="Gill Sans MT"/>
                <a:cs typeface="Gill Sans MT"/>
              </a:rPr>
              <a:t>VD: N</a:t>
            </a:r>
            <a:r>
              <a:rPr lang="vi-VN" sz="2800">
                <a:latin typeface="Calibri"/>
                <a:cs typeface="Calibri"/>
              </a:rPr>
              <a:t>ế</a:t>
            </a:r>
            <a:r>
              <a:rPr lang="vi-VN" sz="2800">
                <a:latin typeface="Gill Sans MT"/>
                <a:cs typeface="Gill Sans MT"/>
              </a:rPr>
              <a:t>u các đ</a:t>
            </a:r>
            <a:r>
              <a:rPr lang="vi-VN" sz="2800">
                <a:latin typeface="Calibri"/>
                <a:cs typeface="Calibri"/>
              </a:rPr>
              <a:t>ố</a:t>
            </a:r>
            <a:r>
              <a:rPr lang="vi-VN" sz="2800">
                <a:latin typeface="Gill Sans MT"/>
                <a:cs typeface="Gill Sans MT"/>
              </a:rPr>
              <a:t>i t</a:t>
            </a:r>
            <a:r>
              <a:rPr lang="vi-VN" sz="2800">
                <a:latin typeface="Calibri"/>
                <a:cs typeface="Calibri"/>
              </a:rPr>
              <a:t>ượ</a:t>
            </a:r>
            <a:r>
              <a:rPr lang="vi-VN" sz="2800">
                <a:latin typeface="Gill Sans MT"/>
                <a:cs typeface="Gill Sans MT"/>
              </a:rPr>
              <a:t>ng </a:t>
            </a:r>
            <a:r>
              <a:rPr lang="vi-VN" sz="2800" i="1">
                <a:latin typeface="Gill Sans MT Italic"/>
                <a:cs typeface="Gill Sans MT Italic"/>
              </a:rPr>
              <a:t>medoid </a:t>
            </a:r>
            <a:r>
              <a:rPr lang="vi-VN" sz="2800">
                <a:latin typeface="Gill Sans MT"/>
                <a:cs typeface="Gill Sans MT"/>
              </a:rPr>
              <a:t>c</a:t>
            </a:r>
            <a:r>
              <a:rPr lang="vi-VN" sz="2800">
                <a:latin typeface="Calibri"/>
                <a:cs typeface="Calibri"/>
              </a:rPr>
              <a:t>ủ</a:t>
            </a:r>
            <a:r>
              <a:rPr lang="vi-VN" sz="2800">
                <a:latin typeface="Gill Sans MT"/>
                <a:cs typeface="Gill Sans MT"/>
              </a:rPr>
              <a:t>a dl kh</a:t>
            </a:r>
            <a:r>
              <a:rPr lang="vi-VN" sz="2800">
                <a:latin typeface="Calibri"/>
                <a:cs typeface="Calibri"/>
              </a:rPr>
              <a:t>ở</a:t>
            </a:r>
            <a:r>
              <a:rPr lang="vi-VN" sz="2800">
                <a:latin typeface="Gill Sans MT"/>
                <a:cs typeface="Gill Sans MT"/>
              </a:rPr>
              <a:t>i t</a:t>
            </a:r>
            <a:r>
              <a:rPr lang="vi-VN" sz="2800">
                <a:latin typeface="Calibri"/>
                <a:cs typeface="Calibri"/>
              </a:rPr>
              <a:t>ạ</a:t>
            </a:r>
            <a:r>
              <a:rPr lang="vi-VN" sz="2800">
                <a:latin typeface="Gill Sans MT"/>
                <a:cs typeface="Gill Sans MT"/>
              </a:rPr>
              <a:t>o không n</a:t>
            </a:r>
            <a:r>
              <a:rPr lang="vi-VN" sz="2800">
                <a:latin typeface="Calibri"/>
                <a:cs typeface="Calibri"/>
              </a:rPr>
              <a:t>ằ</a:t>
            </a:r>
            <a:r>
              <a:rPr lang="vi-VN" sz="2800">
                <a:latin typeface="Gill Sans MT"/>
                <a:cs typeface="Gill Sans MT"/>
              </a:rPr>
              <a:t>m trong m</a:t>
            </a:r>
            <a:r>
              <a:rPr lang="vi-VN" sz="2800">
                <a:latin typeface="Calibri"/>
                <a:cs typeface="Calibri"/>
              </a:rPr>
              <a:t>ẫ</a:t>
            </a:r>
            <a:r>
              <a:rPr lang="vi-VN" sz="2800">
                <a:latin typeface="Gill Sans MT"/>
                <a:cs typeface="Gill Sans MT"/>
              </a:rPr>
              <a:t>u, khi đó k</a:t>
            </a:r>
            <a:r>
              <a:rPr lang="vi-VN" sz="2800">
                <a:latin typeface="Calibri"/>
                <a:cs typeface="Calibri"/>
              </a:rPr>
              <a:t>ế</a:t>
            </a:r>
            <a:r>
              <a:rPr lang="vi-VN" sz="2800">
                <a:latin typeface="Gill Sans MT"/>
                <a:cs typeface="Gill Sans MT"/>
              </a:rPr>
              <a:t>t qu</a:t>
            </a:r>
            <a:r>
              <a:rPr lang="vi-VN" sz="2800">
                <a:latin typeface="Calibri"/>
                <a:cs typeface="Calibri"/>
              </a:rPr>
              <a:t>ả </a:t>
            </a:r>
            <a:r>
              <a:rPr lang="vi-VN" sz="2800">
                <a:latin typeface="Gill Sans MT"/>
                <a:cs typeface="Gill Sans MT"/>
              </a:rPr>
              <a:t>không đ</a:t>
            </a:r>
            <a:r>
              <a:rPr lang="vi-VN" sz="2800">
                <a:latin typeface="Calibri"/>
                <a:cs typeface="Calibri"/>
              </a:rPr>
              <a:t>ả</a:t>
            </a:r>
            <a:r>
              <a:rPr lang="vi-VN" sz="2800">
                <a:latin typeface="Gill Sans MT"/>
                <a:cs typeface="Gill Sans MT"/>
              </a:rPr>
              <a:t>m b</a:t>
            </a:r>
            <a:r>
              <a:rPr lang="vi-VN" sz="2800">
                <a:latin typeface="Calibri"/>
                <a:cs typeface="Calibri"/>
              </a:rPr>
              <a:t>ả</a:t>
            </a:r>
            <a:r>
              <a:rPr lang="vi-VN" sz="2800">
                <a:latin typeface="Gill Sans MT"/>
                <a:cs typeface="Gill Sans MT"/>
              </a:rPr>
              <a:t>o là t</a:t>
            </a:r>
            <a:r>
              <a:rPr lang="vi-VN" sz="2800">
                <a:latin typeface="Calibri"/>
                <a:cs typeface="Calibri"/>
              </a:rPr>
              <a:t>ố</a:t>
            </a:r>
            <a:r>
              <a:rPr lang="vi-VN" sz="2800">
                <a:latin typeface="Gill Sans MT"/>
                <a:cs typeface="Gill Sans MT"/>
              </a:rPr>
              <a:t>t nh</a:t>
            </a:r>
            <a:r>
              <a:rPr lang="vi-VN" sz="2800">
                <a:latin typeface="Calibri"/>
                <a:cs typeface="Calibri"/>
              </a:rPr>
              <a:t>ấ</a:t>
            </a:r>
            <a:r>
              <a:rPr lang="vi-VN" sz="2800">
                <a:latin typeface="Gill Sans MT"/>
                <a:cs typeface="Gill Sans MT"/>
              </a:rPr>
              <a:t>t.</a:t>
            </a:r>
          </a:p>
          <a:p>
            <a:endParaRPr lang="en-US"/>
          </a:p>
        </p:txBody>
      </p:sp>
      <p:sp>
        <p:nvSpPr>
          <p:cNvPr id="4" name="object 4"/>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63</a:t>
            </a:fld>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694584"/>
            <a:ext cx="7886700" cy="666645"/>
          </a:xfrm>
        </p:spPr>
        <p:txBody>
          <a:bodyPr vert="horz" wrap="square" lIns="0" tIns="207570" rIns="0" bIns="0" rtlCol="0">
            <a:spAutoFit/>
          </a:bodyPr>
          <a:lstStyle/>
          <a:p>
            <a:r>
              <a:rPr lang="en-US"/>
              <a:t>CLARANS</a:t>
            </a:r>
            <a:endParaRPr lang="en-US" dirty="0"/>
          </a:p>
        </p:txBody>
      </p:sp>
      <p:sp>
        <p:nvSpPr>
          <p:cNvPr id="7" name="Content Placeholder 6">
            <a:extLst>
              <a:ext uri="{FF2B5EF4-FFF2-40B4-BE49-F238E27FC236}">
                <a16:creationId xmlns:a16="http://schemas.microsoft.com/office/drawing/2014/main" id="{4E19747B-F82A-70EA-82C3-00D1F4EAA94D}"/>
              </a:ext>
            </a:extLst>
          </p:cNvPr>
          <p:cNvSpPr>
            <a:spLocks noGrp="1"/>
          </p:cNvSpPr>
          <p:nvPr>
            <p:ph idx="1"/>
          </p:nvPr>
        </p:nvSpPr>
        <p:spPr/>
        <p:txBody>
          <a:bodyPr>
            <a:normAutofit lnSpcReduction="10000"/>
          </a:bodyPr>
          <a:lstStyle/>
          <a:p>
            <a:pPr marL="355600" marR="5080" indent="-342900">
              <a:lnSpc>
                <a:spcPct val="89100"/>
              </a:lnSpc>
              <a:spcBef>
                <a:spcPts val="409"/>
              </a:spcBef>
              <a:buFont typeface="Arial"/>
              <a:buChar char="•"/>
              <a:tabLst>
                <a:tab pos="355600" algn="l"/>
              </a:tabLst>
            </a:pPr>
            <a:r>
              <a:rPr lang="vi-VN" sz="2800">
                <a:latin typeface="Gill Sans MT"/>
                <a:cs typeface="Gill Sans MT"/>
              </a:rPr>
              <a:t>CLARANS đ</a:t>
            </a:r>
            <a:r>
              <a:rPr lang="vi-VN" sz="2800">
                <a:latin typeface="Calibri"/>
                <a:cs typeface="Calibri"/>
              </a:rPr>
              <a:t>ượ</a:t>
            </a:r>
            <a:r>
              <a:rPr lang="vi-VN" sz="2800">
                <a:latin typeface="Gill Sans MT"/>
                <a:cs typeface="Gill Sans MT"/>
              </a:rPr>
              <a:t>c Ng &amp; Han đ</a:t>
            </a:r>
            <a:r>
              <a:rPr lang="vi-VN" sz="2800">
                <a:latin typeface="Calibri"/>
                <a:cs typeface="Calibri"/>
              </a:rPr>
              <a:t>ề </a:t>
            </a:r>
            <a:r>
              <a:rPr lang="vi-VN" sz="2800">
                <a:latin typeface="Gill Sans MT"/>
                <a:cs typeface="Gill Sans MT"/>
              </a:rPr>
              <a:t>xu</a:t>
            </a:r>
            <a:r>
              <a:rPr lang="vi-VN" sz="2800">
                <a:latin typeface="Calibri"/>
                <a:cs typeface="Calibri"/>
              </a:rPr>
              <a:t>ấ</a:t>
            </a:r>
            <a:r>
              <a:rPr lang="vi-VN" sz="2800">
                <a:latin typeface="Gill Sans MT"/>
                <a:cs typeface="Gill Sans MT"/>
              </a:rPr>
              <a:t>t năm 1994. Đ</a:t>
            </a:r>
            <a:r>
              <a:rPr lang="vi-VN" sz="2800">
                <a:latin typeface="Calibri"/>
                <a:cs typeface="Calibri"/>
              </a:rPr>
              <a:t>ể </a:t>
            </a:r>
            <a:r>
              <a:rPr lang="vi-VN" sz="2800">
                <a:latin typeface="Gill Sans MT"/>
                <a:cs typeface="Gill Sans MT"/>
              </a:rPr>
              <a:t>c</a:t>
            </a:r>
            <a:r>
              <a:rPr lang="vi-VN" sz="2800">
                <a:latin typeface="Calibri"/>
                <a:cs typeface="Calibri"/>
              </a:rPr>
              <a:t>ả</a:t>
            </a:r>
            <a:r>
              <a:rPr lang="vi-VN" sz="2800">
                <a:latin typeface="Gill Sans MT"/>
                <a:cs typeface="Gill Sans MT"/>
              </a:rPr>
              <a:t>i ti</a:t>
            </a:r>
            <a:r>
              <a:rPr lang="vi-VN" sz="2800">
                <a:latin typeface="Calibri"/>
                <a:cs typeface="Calibri"/>
              </a:rPr>
              <a:t>ế</a:t>
            </a:r>
            <a:r>
              <a:rPr lang="vi-VN" sz="2800">
                <a:latin typeface="Gill Sans MT"/>
                <a:cs typeface="Gill Sans MT"/>
              </a:rPr>
              <a:t>n ch</a:t>
            </a:r>
            <a:r>
              <a:rPr lang="vi-VN" sz="2800">
                <a:latin typeface="Calibri"/>
                <a:cs typeface="Calibri"/>
              </a:rPr>
              <a:t>ấ</a:t>
            </a:r>
            <a:r>
              <a:rPr lang="vi-VN" sz="2800">
                <a:latin typeface="Gill Sans MT"/>
                <a:cs typeface="Gill Sans MT"/>
              </a:rPr>
              <a:t>t l</a:t>
            </a:r>
            <a:r>
              <a:rPr lang="vi-VN" sz="2800">
                <a:latin typeface="Calibri"/>
                <a:cs typeface="Calibri"/>
              </a:rPr>
              <a:t>ượ</a:t>
            </a:r>
            <a:r>
              <a:rPr lang="vi-VN" sz="2800">
                <a:latin typeface="Gill Sans MT"/>
                <a:cs typeface="Gill Sans MT"/>
              </a:rPr>
              <a:t>ng, áp d</a:t>
            </a:r>
            <a:r>
              <a:rPr lang="vi-VN" sz="2800">
                <a:latin typeface="Calibri"/>
                <a:cs typeface="Calibri"/>
              </a:rPr>
              <a:t>ụ</a:t>
            </a:r>
            <a:r>
              <a:rPr lang="vi-VN" sz="2800">
                <a:latin typeface="Gill Sans MT"/>
                <a:cs typeface="Gill Sans MT"/>
              </a:rPr>
              <a:t>ng cho t</a:t>
            </a:r>
            <a:r>
              <a:rPr lang="vi-VN" sz="2800">
                <a:latin typeface="Calibri"/>
                <a:cs typeface="Calibri"/>
              </a:rPr>
              <a:t>ậ</a:t>
            </a:r>
            <a:r>
              <a:rPr lang="vi-VN" sz="2800">
                <a:latin typeface="Gill Sans MT"/>
                <a:cs typeface="Gill Sans MT"/>
              </a:rPr>
              <a:t>p d</a:t>
            </a:r>
            <a:r>
              <a:rPr lang="vi-VN" sz="2800">
                <a:latin typeface="Calibri"/>
                <a:cs typeface="Calibri"/>
              </a:rPr>
              <a:t>ữ </a:t>
            </a:r>
            <a:r>
              <a:rPr lang="vi-VN" sz="2800">
                <a:latin typeface="Gill Sans MT"/>
                <a:cs typeface="Gill Sans MT"/>
              </a:rPr>
              <a:t>li</a:t>
            </a:r>
            <a:r>
              <a:rPr lang="vi-VN" sz="2800">
                <a:latin typeface="Calibri"/>
                <a:cs typeface="Calibri"/>
              </a:rPr>
              <a:t>ệ</a:t>
            </a:r>
            <a:r>
              <a:rPr lang="vi-VN" sz="2800">
                <a:latin typeface="Gill Sans MT"/>
                <a:cs typeface="Gill Sans MT"/>
              </a:rPr>
              <a:t>u l</a:t>
            </a:r>
            <a:r>
              <a:rPr lang="vi-VN" sz="2800">
                <a:latin typeface="Calibri"/>
                <a:cs typeface="Calibri"/>
              </a:rPr>
              <a:t>ớ</a:t>
            </a:r>
            <a:r>
              <a:rPr lang="vi-VN" sz="2800">
                <a:latin typeface="Gill Sans MT"/>
                <a:cs typeface="Gill Sans MT"/>
              </a:rPr>
              <a:t>n. CLARANS c</a:t>
            </a:r>
            <a:r>
              <a:rPr lang="vi-VN" sz="2800">
                <a:latin typeface="Calibri"/>
                <a:cs typeface="Calibri"/>
              </a:rPr>
              <a:t>ũ</a:t>
            </a:r>
            <a:r>
              <a:rPr lang="vi-VN" sz="2800">
                <a:latin typeface="Gill Sans MT"/>
                <a:cs typeface="Gill Sans MT"/>
              </a:rPr>
              <a:t>ng s</a:t>
            </a:r>
            <a:r>
              <a:rPr lang="vi-VN" sz="2800">
                <a:latin typeface="Calibri"/>
                <a:cs typeface="Calibri"/>
              </a:rPr>
              <a:t>ử </a:t>
            </a:r>
            <a:r>
              <a:rPr lang="vi-VN" sz="2800">
                <a:latin typeface="Gill Sans MT"/>
                <a:cs typeface="Gill Sans MT"/>
              </a:rPr>
              <a:t>d</a:t>
            </a:r>
            <a:r>
              <a:rPr lang="vi-VN" sz="2800">
                <a:latin typeface="Calibri"/>
                <a:cs typeface="Calibri"/>
              </a:rPr>
              <a:t>ụ</a:t>
            </a:r>
            <a:r>
              <a:rPr lang="vi-VN" sz="2800">
                <a:latin typeface="Gill Sans MT"/>
                <a:cs typeface="Gill Sans MT"/>
              </a:rPr>
              <a:t>ng các đ</a:t>
            </a:r>
            <a:r>
              <a:rPr lang="vi-VN" sz="2800">
                <a:latin typeface="Calibri"/>
                <a:cs typeface="Calibri"/>
              </a:rPr>
              <a:t>ố</a:t>
            </a:r>
            <a:r>
              <a:rPr lang="vi-VN" sz="2800">
                <a:latin typeface="Gill Sans MT"/>
                <a:cs typeface="Gill Sans MT"/>
              </a:rPr>
              <a:t>i t</a:t>
            </a:r>
            <a:r>
              <a:rPr lang="vi-VN" sz="2800">
                <a:latin typeface="Calibri"/>
                <a:cs typeface="Calibri"/>
              </a:rPr>
              <a:t>ượ</a:t>
            </a:r>
            <a:r>
              <a:rPr lang="vi-VN" sz="2800">
                <a:latin typeface="Gill Sans MT"/>
                <a:cs typeface="Gill Sans MT"/>
              </a:rPr>
              <a:t>ng trung tâm </a:t>
            </a:r>
            <a:r>
              <a:rPr lang="vi-VN" sz="2800">
                <a:solidFill>
                  <a:srgbClr val="FF0066"/>
                </a:solidFill>
                <a:latin typeface="Gill Sans MT"/>
                <a:cs typeface="Gill Sans MT"/>
              </a:rPr>
              <a:t>medoids </a:t>
            </a:r>
            <a:r>
              <a:rPr lang="vi-VN" sz="2800">
                <a:latin typeface="Gill Sans MT"/>
                <a:cs typeface="Gill Sans MT"/>
              </a:rPr>
              <a:t>làm đ</a:t>
            </a:r>
            <a:r>
              <a:rPr lang="vi-VN" sz="2800">
                <a:latin typeface="Calibri"/>
                <a:cs typeface="Calibri"/>
              </a:rPr>
              <a:t>ạ</a:t>
            </a:r>
            <a:r>
              <a:rPr lang="vi-VN" sz="2800">
                <a:latin typeface="Gill Sans MT"/>
                <a:cs typeface="Gill Sans MT"/>
              </a:rPr>
              <a:t>i di</a:t>
            </a:r>
            <a:r>
              <a:rPr lang="vi-VN" sz="2800">
                <a:latin typeface="Calibri"/>
                <a:cs typeface="Calibri"/>
              </a:rPr>
              <a:t>ệ</a:t>
            </a:r>
            <a:r>
              <a:rPr lang="vi-VN" sz="2800">
                <a:latin typeface="Gill Sans MT"/>
                <a:cs typeface="Gill Sans MT"/>
              </a:rPr>
              <a:t>n cho các c</a:t>
            </a:r>
            <a:r>
              <a:rPr lang="vi-VN" sz="2800">
                <a:latin typeface="Calibri"/>
                <a:cs typeface="Calibri"/>
              </a:rPr>
              <a:t>ụ</a:t>
            </a:r>
            <a:r>
              <a:rPr lang="vi-VN" sz="2800">
                <a:latin typeface="Gill Sans MT"/>
                <a:cs typeface="Gill Sans MT"/>
              </a:rPr>
              <a:t>m dl.</a:t>
            </a:r>
          </a:p>
          <a:p>
            <a:pPr marL="355600" marR="93980" indent="-342900">
              <a:lnSpc>
                <a:spcPts val="2600"/>
              </a:lnSpc>
              <a:spcBef>
                <a:spcPts val="640"/>
              </a:spcBef>
              <a:buFont typeface="Arial"/>
              <a:buChar char="•"/>
              <a:tabLst>
                <a:tab pos="355600" algn="l"/>
              </a:tabLst>
            </a:pPr>
            <a:r>
              <a:rPr lang="vi-VN" sz="2800">
                <a:latin typeface="Gill Sans MT"/>
                <a:cs typeface="Gill Sans MT"/>
              </a:rPr>
              <a:t>PAM là thu</a:t>
            </a:r>
            <a:r>
              <a:rPr lang="vi-VN" sz="2800">
                <a:latin typeface="Calibri"/>
                <a:cs typeface="Calibri"/>
              </a:rPr>
              <a:t>ậ</a:t>
            </a:r>
            <a:r>
              <a:rPr lang="vi-VN" sz="2800">
                <a:latin typeface="Gill Sans MT"/>
                <a:cs typeface="Gill Sans MT"/>
              </a:rPr>
              <a:t>t toán phân ho</a:t>
            </a:r>
            <a:r>
              <a:rPr lang="vi-VN" sz="2800">
                <a:latin typeface="Calibri"/>
                <a:cs typeface="Calibri"/>
              </a:rPr>
              <a:t>ạ</a:t>
            </a:r>
            <a:r>
              <a:rPr lang="vi-VN" sz="2800">
                <a:latin typeface="Gill Sans MT"/>
                <a:cs typeface="Gill Sans MT"/>
              </a:rPr>
              <a:t>ch có ki</a:t>
            </a:r>
            <a:r>
              <a:rPr lang="vi-VN" sz="2800">
                <a:latin typeface="Calibri"/>
                <a:cs typeface="Calibri"/>
              </a:rPr>
              <a:t>ể</a:t>
            </a:r>
            <a:r>
              <a:rPr lang="vi-VN" sz="2800">
                <a:latin typeface="Gill Sans MT"/>
                <a:cs typeface="Gill Sans MT"/>
              </a:rPr>
              <a:t>u </a:t>
            </a:r>
            <a:r>
              <a:rPr lang="vi-VN" sz="2800">
                <a:solidFill>
                  <a:srgbClr val="FF0066"/>
                </a:solidFill>
                <a:latin typeface="Gill Sans MT"/>
                <a:cs typeface="Gill Sans MT"/>
              </a:rPr>
              <a:t>k-medoids</a:t>
            </a:r>
            <a:r>
              <a:rPr lang="vi-VN" sz="2800">
                <a:latin typeface="Gill Sans MT"/>
                <a:cs typeface="Gill Sans MT"/>
              </a:rPr>
              <a:t>. Nó b</a:t>
            </a:r>
            <a:r>
              <a:rPr lang="vi-VN" sz="2800">
                <a:latin typeface="Calibri"/>
                <a:cs typeface="Calibri"/>
              </a:rPr>
              <a:t>ắ</a:t>
            </a:r>
            <a:r>
              <a:rPr lang="vi-VN" sz="2800">
                <a:latin typeface="Gill Sans MT"/>
                <a:cs typeface="Gill Sans MT"/>
              </a:rPr>
              <a:t>t đ</a:t>
            </a:r>
            <a:r>
              <a:rPr lang="vi-VN" sz="2800">
                <a:latin typeface="Calibri"/>
                <a:cs typeface="Calibri"/>
              </a:rPr>
              <a:t>ầ</a:t>
            </a:r>
            <a:r>
              <a:rPr lang="vi-VN" sz="2800">
                <a:latin typeface="Gill Sans MT"/>
                <a:cs typeface="Gill Sans MT"/>
              </a:rPr>
              <a:t>u kh</a:t>
            </a:r>
            <a:r>
              <a:rPr lang="vi-VN" sz="2800">
                <a:latin typeface="Calibri"/>
                <a:cs typeface="Calibri"/>
              </a:rPr>
              <a:t>ở</a:t>
            </a:r>
            <a:r>
              <a:rPr lang="vi-VN" sz="2800">
                <a:latin typeface="Gill Sans MT"/>
                <a:cs typeface="Gill Sans MT"/>
              </a:rPr>
              <a:t>i t</a:t>
            </a:r>
            <a:r>
              <a:rPr lang="vi-VN" sz="2800">
                <a:latin typeface="Calibri"/>
                <a:cs typeface="Calibri"/>
              </a:rPr>
              <a:t>ạ</a:t>
            </a:r>
            <a:r>
              <a:rPr lang="vi-VN" sz="2800">
                <a:latin typeface="Gill Sans MT"/>
                <a:cs typeface="Gill Sans MT"/>
              </a:rPr>
              <a:t>o k tâm đ</a:t>
            </a:r>
            <a:r>
              <a:rPr lang="vi-VN" sz="2800">
                <a:latin typeface="Calibri"/>
                <a:cs typeface="Calibri"/>
              </a:rPr>
              <a:t>ạ</a:t>
            </a:r>
            <a:r>
              <a:rPr lang="vi-VN" sz="2800">
                <a:latin typeface="Gill Sans MT"/>
                <a:cs typeface="Gill Sans MT"/>
              </a:rPr>
              <a:t>i di</a:t>
            </a:r>
            <a:r>
              <a:rPr lang="vi-VN" sz="2800">
                <a:latin typeface="Calibri"/>
                <a:cs typeface="Calibri"/>
              </a:rPr>
              <a:t>ệ</a:t>
            </a:r>
            <a:r>
              <a:rPr lang="vi-VN" sz="2800">
                <a:latin typeface="Gill Sans MT"/>
                <a:cs typeface="Gill Sans MT"/>
              </a:rPr>
              <a:t>n </a:t>
            </a:r>
            <a:r>
              <a:rPr lang="vi-VN" sz="2800" b="1">
                <a:latin typeface="Gill Sans MT Bold"/>
                <a:cs typeface="Gill Sans MT Bold"/>
              </a:rPr>
              <a:t>medoid </a:t>
            </a:r>
            <a:r>
              <a:rPr lang="vi-VN" sz="2800">
                <a:latin typeface="Gill Sans MT"/>
                <a:cs typeface="Gill Sans MT"/>
              </a:rPr>
              <a:t>và liên t</a:t>
            </a:r>
            <a:r>
              <a:rPr lang="vi-VN" sz="2800">
                <a:latin typeface="Calibri"/>
                <a:cs typeface="Calibri"/>
              </a:rPr>
              <a:t>ụ</a:t>
            </a:r>
            <a:r>
              <a:rPr lang="vi-VN" sz="2800">
                <a:latin typeface="Gill Sans MT"/>
                <a:cs typeface="Gill Sans MT"/>
              </a:rPr>
              <a:t>c thay th</a:t>
            </a:r>
            <a:r>
              <a:rPr lang="vi-VN" sz="2800">
                <a:latin typeface="Calibri"/>
                <a:cs typeface="Calibri"/>
              </a:rPr>
              <a:t>ế </a:t>
            </a:r>
            <a:r>
              <a:rPr lang="vi-VN" sz="2800">
                <a:latin typeface="Gill Sans MT"/>
                <a:cs typeface="Gill Sans MT"/>
              </a:rPr>
              <a:t>m</a:t>
            </a:r>
            <a:r>
              <a:rPr lang="vi-VN" sz="2800">
                <a:latin typeface="Calibri"/>
                <a:cs typeface="Calibri"/>
              </a:rPr>
              <a:t>ỗ</a:t>
            </a:r>
            <a:r>
              <a:rPr lang="vi-VN" sz="2800">
                <a:latin typeface="Gill Sans MT"/>
                <a:cs typeface="Gill Sans MT"/>
              </a:rPr>
              <a:t>i tâm b</a:t>
            </a:r>
            <a:r>
              <a:rPr lang="vi-VN" sz="2800">
                <a:latin typeface="Calibri"/>
                <a:cs typeface="Calibri"/>
              </a:rPr>
              <a:t>ở</a:t>
            </a:r>
            <a:r>
              <a:rPr lang="vi-VN" sz="2800">
                <a:latin typeface="Gill Sans MT"/>
                <a:cs typeface="Gill Sans MT"/>
              </a:rPr>
              <a:t>i m</a:t>
            </a:r>
            <a:r>
              <a:rPr lang="vi-VN" sz="2800">
                <a:latin typeface="Calibri"/>
                <a:cs typeface="Calibri"/>
              </a:rPr>
              <a:t>ộ</a:t>
            </a:r>
            <a:r>
              <a:rPr lang="vi-VN" sz="2800">
                <a:latin typeface="Gill Sans MT"/>
                <a:cs typeface="Gill Sans MT"/>
              </a:rPr>
              <a:t>t đ</a:t>
            </a:r>
            <a:r>
              <a:rPr lang="vi-VN" sz="2800">
                <a:latin typeface="Calibri"/>
                <a:cs typeface="Calibri"/>
              </a:rPr>
              <a:t>ố</a:t>
            </a:r>
            <a:r>
              <a:rPr lang="vi-VN" sz="2800">
                <a:latin typeface="Gill Sans MT"/>
                <a:cs typeface="Gill Sans MT"/>
              </a:rPr>
              <a:t>i t</a:t>
            </a:r>
            <a:r>
              <a:rPr lang="vi-VN" sz="2800">
                <a:latin typeface="Calibri"/>
                <a:cs typeface="Calibri"/>
              </a:rPr>
              <a:t>ượ</a:t>
            </a:r>
            <a:r>
              <a:rPr lang="vi-VN" sz="2800">
                <a:latin typeface="Gill Sans MT"/>
                <a:cs typeface="Gill Sans MT"/>
              </a:rPr>
              <a:t>ng khác trong c</a:t>
            </a:r>
            <a:r>
              <a:rPr lang="vi-VN" sz="2800">
                <a:latin typeface="Calibri"/>
                <a:cs typeface="Calibri"/>
              </a:rPr>
              <a:t>ụ</a:t>
            </a:r>
            <a:r>
              <a:rPr lang="vi-VN" sz="2800">
                <a:latin typeface="Gill Sans MT"/>
                <a:cs typeface="Gill Sans MT"/>
              </a:rPr>
              <a:t>m cho đ</a:t>
            </a:r>
            <a:r>
              <a:rPr lang="vi-VN" sz="2800">
                <a:latin typeface="Calibri"/>
                <a:cs typeface="Calibri"/>
              </a:rPr>
              <a:t>ế</a:t>
            </a:r>
            <a:r>
              <a:rPr lang="vi-VN" sz="2800">
                <a:latin typeface="Gill Sans MT"/>
                <a:cs typeface="Gill Sans MT"/>
              </a:rPr>
              <a:t>n khi t</a:t>
            </a:r>
            <a:r>
              <a:rPr lang="vi-VN" sz="2800">
                <a:latin typeface="Calibri"/>
                <a:cs typeface="Calibri"/>
              </a:rPr>
              <a:t>ổ</a:t>
            </a:r>
            <a:r>
              <a:rPr lang="vi-VN" sz="2800">
                <a:latin typeface="Gill Sans MT"/>
                <a:cs typeface="Gill Sans MT"/>
              </a:rPr>
              <a:t>ng kho</a:t>
            </a:r>
            <a:r>
              <a:rPr lang="vi-VN" sz="2800">
                <a:latin typeface="Calibri"/>
                <a:cs typeface="Calibri"/>
              </a:rPr>
              <a:t>ả</a:t>
            </a:r>
            <a:r>
              <a:rPr lang="vi-VN" sz="2800">
                <a:latin typeface="Gill Sans MT"/>
                <a:cs typeface="Gill Sans MT"/>
              </a:rPr>
              <a:t>ng cách c</a:t>
            </a:r>
            <a:r>
              <a:rPr lang="vi-VN" sz="2800">
                <a:latin typeface="Calibri"/>
                <a:cs typeface="Calibri"/>
              </a:rPr>
              <a:t>ủ</a:t>
            </a:r>
            <a:r>
              <a:rPr lang="vi-VN" sz="2800">
                <a:latin typeface="Gill Sans MT"/>
                <a:cs typeface="Gill Sans MT"/>
              </a:rPr>
              <a:t>a các đ</a:t>
            </a:r>
            <a:r>
              <a:rPr lang="vi-VN" sz="2800">
                <a:latin typeface="Calibri"/>
                <a:cs typeface="Calibri"/>
              </a:rPr>
              <a:t>ố</a:t>
            </a:r>
            <a:r>
              <a:rPr lang="vi-VN" sz="2800">
                <a:latin typeface="Gill Sans MT"/>
                <a:cs typeface="Gill Sans MT"/>
              </a:rPr>
              <a:t>i t</a:t>
            </a:r>
            <a:r>
              <a:rPr lang="vi-VN" sz="2800">
                <a:latin typeface="Calibri"/>
                <a:cs typeface="Calibri"/>
              </a:rPr>
              <a:t>ượ</a:t>
            </a:r>
            <a:r>
              <a:rPr lang="vi-VN" sz="2800">
                <a:latin typeface="Gill Sans MT"/>
                <a:cs typeface="Gill Sans MT"/>
              </a:rPr>
              <a:t>ng đ</a:t>
            </a:r>
            <a:r>
              <a:rPr lang="vi-VN" sz="2800">
                <a:latin typeface="Calibri"/>
                <a:cs typeface="Calibri"/>
              </a:rPr>
              <a:t>ế</a:t>
            </a:r>
            <a:r>
              <a:rPr lang="vi-VN" sz="2800">
                <a:latin typeface="Gill Sans MT"/>
                <a:cs typeface="Gill Sans MT"/>
              </a:rPr>
              <a:t>n tâm c</a:t>
            </a:r>
            <a:r>
              <a:rPr lang="vi-VN" sz="2800">
                <a:latin typeface="Calibri"/>
                <a:cs typeface="Calibri"/>
              </a:rPr>
              <a:t>ụ</a:t>
            </a:r>
            <a:r>
              <a:rPr lang="vi-VN" sz="2800">
                <a:latin typeface="Gill Sans MT"/>
                <a:cs typeface="Gill Sans MT"/>
              </a:rPr>
              <a:t>m không gi</a:t>
            </a:r>
            <a:r>
              <a:rPr lang="vi-VN" sz="2800">
                <a:latin typeface="Calibri"/>
                <a:cs typeface="Calibri"/>
              </a:rPr>
              <a:t>ả</a:t>
            </a:r>
            <a:r>
              <a:rPr lang="vi-VN" sz="2800">
                <a:latin typeface="Gill Sans MT"/>
                <a:cs typeface="Gill Sans MT"/>
              </a:rPr>
              <a:t>m.</a:t>
            </a:r>
          </a:p>
          <a:p>
            <a:pPr marL="355600" marR="287655" indent="-342900">
              <a:lnSpc>
                <a:spcPts val="2500"/>
              </a:lnSpc>
              <a:spcBef>
                <a:spcPts val="680"/>
              </a:spcBef>
              <a:buFont typeface="Arial"/>
              <a:buChar char="•"/>
              <a:tabLst>
                <a:tab pos="355600" algn="l"/>
              </a:tabLst>
            </a:pPr>
            <a:r>
              <a:rPr lang="vi-VN" sz="2800">
                <a:solidFill>
                  <a:srgbClr val="FF0066"/>
                </a:solidFill>
                <a:latin typeface="Gill Sans MT"/>
                <a:cs typeface="Gill Sans MT"/>
              </a:rPr>
              <a:t>CLARANS là thu</a:t>
            </a:r>
            <a:r>
              <a:rPr lang="vi-VN" sz="2800">
                <a:solidFill>
                  <a:srgbClr val="FF0066"/>
                </a:solidFill>
                <a:latin typeface="Calibri"/>
                <a:cs typeface="Calibri"/>
              </a:rPr>
              <a:t>ậ</a:t>
            </a:r>
            <a:r>
              <a:rPr lang="vi-VN" sz="2800">
                <a:solidFill>
                  <a:srgbClr val="FF0066"/>
                </a:solidFill>
                <a:latin typeface="Gill Sans MT"/>
                <a:cs typeface="Gill Sans MT"/>
              </a:rPr>
              <a:t>t toán PCDL k</a:t>
            </a:r>
            <a:r>
              <a:rPr lang="vi-VN" sz="2800">
                <a:solidFill>
                  <a:srgbClr val="FF0066"/>
                </a:solidFill>
                <a:latin typeface="Calibri"/>
                <a:cs typeface="Calibri"/>
              </a:rPr>
              <a:t>ế</a:t>
            </a:r>
            <a:r>
              <a:rPr lang="vi-VN" sz="2800">
                <a:solidFill>
                  <a:srgbClr val="FF0066"/>
                </a:solidFill>
                <a:latin typeface="Gill Sans MT"/>
                <a:cs typeface="Gill Sans MT"/>
              </a:rPr>
              <a:t>t h</a:t>
            </a:r>
            <a:r>
              <a:rPr lang="vi-VN" sz="2800">
                <a:solidFill>
                  <a:srgbClr val="FF0066"/>
                </a:solidFill>
                <a:latin typeface="Calibri"/>
                <a:cs typeface="Calibri"/>
              </a:rPr>
              <a:t>ợ</a:t>
            </a:r>
            <a:r>
              <a:rPr lang="vi-VN" sz="2800">
                <a:solidFill>
                  <a:srgbClr val="FF0066"/>
                </a:solidFill>
                <a:latin typeface="Gill Sans MT"/>
                <a:cs typeface="Gill Sans MT"/>
              </a:rPr>
              <a:t>p thu</a:t>
            </a:r>
            <a:r>
              <a:rPr lang="vi-VN" sz="2800">
                <a:solidFill>
                  <a:srgbClr val="FF0066"/>
                </a:solidFill>
                <a:latin typeface="Calibri"/>
                <a:cs typeface="Calibri"/>
              </a:rPr>
              <a:t>ậ</a:t>
            </a:r>
            <a:r>
              <a:rPr lang="vi-VN" sz="2800">
                <a:solidFill>
                  <a:srgbClr val="FF0066"/>
                </a:solidFill>
                <a:latin typeface="Gill Sans MT"/>
                <a:cs typeface="Gill Sans MT"/>
              </a:rPr>
              <a:t>t toán PAM v</a:t>
            </a:r>
            <a:r>
              <a:rPr lang="vi-VN" sz="2800">
                <a:solidFill>
                  <a:srgbClr val="FF0066"/>
                </a:solidFill>
                <a:latin typeface="Calibri"/>
                <a:cs typeface="Calibri"/>
              </a:rPr>
              <a:t>ớ</a:t>
            </a:r>
            <a:r>
              <a:rPr lang="vi-VN" sz="2800">
                <a:solidFill>
                  <a:srgbClr val="FF0066"/>
                </a:solidFill>
                <a:latin typeface="Gill Sans MT"/>
                <a:cs typeface="Gill Sans MT"/>
              </a:rPr>
              <a:t>i chi</a:t>
            </a:r>
            <a:r>
              <a:rPr lang="vi-VN" sz="2800">
                <a:solidFill>
                  <a:srgbClr val="FF0066"/>
                </a:solidFill>
                <a:latin typeface="Calibri"/>
                <a:cs typeface="Calibri"/>
              </a:rPr>
              <a:t>ế</a:t>
            </a:r>
            <a:r>
              <a:rPr lang="vi-VN" sz="2800">
                <a:solidFill>
                  <a:srgbClr val="FF0066"/>
                </a:solidFill>
                <a:latin typeface="Gill Sans MT"/>
                <a:cs typeface="Gill Sans MT"/>
              </a:rPr>
              <a:t>n l</a:t>
            </a:r>
            <a:r>
              <a:rPr lang="vi-VN" sz="2800">
                <a:solidFill>
                  <a:srgbClr val="FF0066"/>
                </a:solidFill>
                <a:latin typeface="Calibri"/>
                <a:cs typeface="Calibri"/>
              </a:rPr>
              <a:t>ượ</a:t>
            </a:r>
            <a:r>
              <a:rPr lang="vi-VN" sz="2800">
                <a:solidFill>
                  <a:srgbClr val="FF0066"/>
                </a:solidFill>
                <a:latin typeface="Gill Sans MT"/>
                <a:cs typeface="Gill Sans MT"/>
              </a:rPr>
              <a:t>c tìm ki</a:t>
            </a:r>
            <a:r>
              <a:rPr lang="vi-VN" sz="2800">
                <a:solidFill>
                  <a:srgbClr val="FF0066"/>
                </a:solidFill>
                <a:latin typeface="Calibri"/>
                <a:cs typeface="Calibri"/>
              </a:rPr>
              <a:t>ế</a:t>
            </a:r>
            <a:r>
              <a:rPr lang="vi-VN" sz="2800">
                <a:solidFill>
                  <a:srgbClr val="FF0066"/>
                </a:solidFill>
                <a:latin typeface="Gill Sans MT"/>
                <a:cs typeface="Gill Sans MT"/>
              </a:rPr>
              <a:t>m kinh nghi</a:t>
            </a:r>
            <a:r>
              <a:rPr lang="vi-VN" sz="2800">
                <a:solidFill>
                  <a:srgbClr val="FF0066"/>
                </a:solidFill>
                <a:latin typeface="Calibri"/>
                <a:cs typeface="Calibri"/>
              </a:rPr>
              <a:t>ệ</a:t>
            </a:r>
            <a:r>
              <a:rPr lang="vi-VN" sz="2800">
                <a:solidFill>
                  <a:srgbClr val="FF0066"/>
                </a:solidFill>
                <a:latin typeface="Gill Sans MT"/>
                <a:cs typeface="Gill Sans MT"/>
              </a:rPr>
              <a:t>m m</a:t>
            </a:r>
            <a:r>
              <a:rPr lang="vi-VN" sz="2800">
                <a:solidFill>
                  <a:srgbClr val="FF0066"/>
                </a:solidFill>
                <a:latin typeface="Calibri"/>
                <a:cs typeface="Calibri"/>
              </a:rPr>
              <a:t>ớ</a:t>
            </a:r>
            <a:r>
              <a:rPr lang="vi-VN" sz="2800">
                <a:solidFill>
                  <a:srgbClr val="FF0066"/>
                </a:solidFill>
                <a:latin typeface="Gill Sans MT"/>
                <a:cs typeface="Gill Sans MT"/>
              </a:rPr>
              <a:t>i</a:t>
            </a:r>
            <a:r>
              <a:rPr lang="vi-VN" sz="2800">
                <a:latin typeface="Gill Sans MT"/>
                <a:cs typeface="Gill Sans MT"/>
              </a:rPr>
              <a:t>.</a:t>
            </a:r>
          </a:p>
          <a:p>
            <a:endParaRPr lang="en-US"/>
          </a:p>
        </p:txBody>
      </p:sp>
      <p:sp>
        <p:nvSpPr>
          <p:cNvPr id="4" name="object 4"/>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64</a:t>
            </a:fld>
            <a:endParaRPr 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694584"/>
            <a:ext cx="7886700" cy="666645"/>
          </a:xfrm>
        </p:spPr>
        <p:txBody>
          <a:bodyPr vert="horz" wrap="square" lIns="0" tIns="207570" rIns="0" bIns="0" rtlCol="0">
            <a:spAutoFit/>
          </a:bodyPr>
          <a:lstStyle/>
          <a:p>
            <a:r>
              <a:rPr lang="en-US"/>
              <a:t>CLARANS</a:t>
            </a:r>
            <a:endParaRPr lang="en-US" dirty="0"/>
          </a:p>
        </p:txBody>
      </p:sp>
      <p:sp>
        <p:nvSpPr>
          <p:cNvPr id="7" name="Content Placeholder 6">
            <a:extLst>
              <a:ext uri="{FF2B5EF4-FFF2-40B4-BE49-F238E27FC236}">
                <a16:creationId xmlns:a16="http://schemas.microsoft.com/office/drawing/2014/main" id="{CA64D394-DE34-D9E0-6865-6A6956E7AEC2}"/>
              </a:ext>
            </a:extLst>
          </p:cNvPr>
          <p:cNvSpPr>
            <a:spLocks noGrp="1"/>
          </p:cNvSpPr>
          <p:nvPr>
            <p:ph idx="1"/>
          </p:nvPr>
        </p:nvSpPr>
        <p:spPr/>
        <p:txBody>
          <a:bodyPr>
            <a:normAutofit fontScale="92500"/>
          </a:bodyPr>
          <a:lstStyle/>
          <a:p>
            <a:pPr marL="355600" marR="268605" indent="-342900">
              <a:lnSpc>
                <a:spcPct val="79900"/>
              </a:lnSpc>
              <a:spcBef>
                <a:spcPts val="675"/>
              </a:spcBef>
              <a:buFont typeface="Arial"/>
              <a:buChar char="•"/>
              <a:tabLst>
                <a:tab pos="355600" algn="l"/>
              </a:tabLst>
            </a:pPr>
            <a:r>
              <a:rPr lang="vi-VN" sz="2400" b="1" u="sng">
                <a:uFill>
                  <a:solidFill>
                    <a:srgbClr val="000000"/>
                  </a:solidFill>
                </a:uFill>
                <a:latin typeface="Tahoma" panose="020B0604030504040204" pitchFamily="34" charset="0"/>
                <a:ea typeface="Tahoma" panose="020B0604030504040204" pitchFamily="34" charset="0"/>
                <a:cs typeface="Tahoma" panose="020B0604030504040204" pitchFamily="34" charset="0"/>
              </a:rPr>
              <a:t>Ý</a:t>
            </a:r>
            <a:r>
              <a:rPr lang="vi-VN" sz="2400" u="sng">
                <a:uFill>
                  <a:solidFill>
                    <a:srgbClr val="000000"/>
                  </a:solidFill>
                </a:uFill>
                <a:latin typeface="Tahoma" panose="020B0604030504040204" pitchFamily="34" charset="0"/>
                <a:ea typeface="Tahoma" panose="020B0604030504040204" pitchFamily="34" charset="0"/>
                <a:cs typeface="Tahoma" panose="020B0604030504040204" pitchFamily="34" charset="0"/>
              </a:rPr>
              <a:t> </a:t>
            </a:r>
            <a:r>
              <a:rPr lang="vi-VN" sz="2400" b="1" u="sng">
                <a:uFill>
                  <a:solidFill>
                    <a:srgbClr val="000000"/>
                  </a:solidFill>
                </a:uFill>
                <a:latin typeface="Tahoma" panose="020B0604030504040204" pitchFamily="34" charset="0"/>
                <a:ea typeface="Tahoma" panose="020B0604030504040204" pitchFamily="34" charset="0"/>
                <a:cs typeface="Tahoma" panose="020B0604030504040204" pitchFamily="34" charset="0"/>
              </a:rPr>
              <a:t>tưởng</a:t>
            </a:r>
            <a:r>
              <a:rPr lang="vi-VN" sz="2400" b="1">
                <a:latin typeface="Tahoma" panose="020B0604030504040204" pitchFamily="34" charset="0"/>
                <a:ea typeface="Tahoma" panose="020B0604030504040204" pitchFamily="34" charset="0"/>
                <a:cs typeface="Tahoma" panose="020B0604030504040204" pitchFamily="34" charset="0"/>
              </a:rPr>
              <a:t> </a:t>
            </a:r>
            <a:r>
              <a:rPr lang="vi-VN" sz="2400">
                <a:latin typeface="Tahoma" panose="020B0604030504040204" pitchFamily="34" charset="0"/>
                <a:ea typeface="Tahoma" panose="020B0604030504040204" pitchFamily="34" charset="0"/>
                <a:cs typeface="Tahoma" panose="020B0604030504040204" pitchFamily="34" charset="0"/>
              </a:rPr>
              <a:t>CLARANS không xem xét tất cả các khả năng có thể thay thế các đối tượng tâm </a:t>
            </a:r>
            <a:r>
              <a:rPr lang="vi-VN" sz="2400">
                <a:solidFill>
                  <a:srgbClr val="FF0066"/>
                </a:solidFill>
                <a:latin typeface="Tahoma" panose="020B0604030504040204" pitchFamily="34" charset="0"/>
                <a:ea typeface="Tahoma" panose="020B0604030504040204" pitchFamily="34" charset="0"/>
                <a:cs typeface="Tahoma" panose="020B0604030504040204" pitchFamily="34" charset="0"/>
              </a:rPr>
              <a:t>medoids</a:t>
            </a:r>
            <a:r>
              <a:rPr lang="vi-VN" sz="2400">
                <a:latin typeface="Tahoma" panose="020B0604030504040204" pitchFamily="34" charset="0"/>
                <a:ea typeface="Tahoma" panose="020B0604030504040204" pitchFamily="34" charset="0"/>
                <a:cs typeface="Tahoma" panose="020B0604030504040204" pitchFamily="34" charset="0"/>
              </a:rPr>
              <a:t>, ngay lập tức</a:t>
            </a:r>
          </a:p>
          <a:p>
            <a:pPr marL="355600">
              <a:lnSpc>
                <a:spcPts val="2010"/>
              </a:lnSpc>
            </a:pPr>
            <a:r>
              <a:rPr lang="vi-VN" sz="2400">
                <a:latin typeface="Tahoma" panose="020B0604030504040204" pitchFamily="34" charset="0"/>
                <a:ea typeface="Tahoma" panose="020B0604030504040204" pitchFamily="34" charset="0"/>
                <a:cs typeface="Tahoma" panose="020B0604030504040204" pitchFamily="34" charset="0"/>
              </a:rPr>
              <a:t>thay thế các tâm này nếu việc thay thế là tốt hơn cho phân</a:t>
            </a:r>
          </a:p>
          <a:p>
            <a:pPr marL="355600">
              <a:lnSpc>
                <a:spcPts val="2590"/>
              </a:lnSpc>
            </a:pPr>
            <a:r>
              <a:rPr lang="vi-VN" sz="2400">
                <a:latin typeface="Tahoma" panose="020B0604030504040204" pitchFamily="34" charset="0"/>
                <a:ea typeface="Tahoma" panose="020B0604030504040204" pitchFamily="34" charset="0"/>
                <a:cs typeface="Tahoma" panose="020B0604030504040204" pitchFamily="34" charset="0"/>
              </a:rPr>
              <a:t>cụm chứ không cấn tối ưu nhất.</a:t>
            </a:r>
          </a:p>
          <a:p>
            <a:pPr marL="355600" marR="65405" indent="-342900">
              <a:lnSpc>
                <a:spcPct val="79900"/>
              </a:lnSpc>
              <a:spcBef>
                <a:spcPts val="600"/>
              </a:spcBef>
              <a:buChar char="•"/>
              <a:tabLst>
                <a:tab pos="355600" algn="l"/>
                <a:tab pos="443865" algn="l"/>
              </a:tabLst>
            </a:pPr>
            <a:r>
              <a:rPr lang="vi-VN" sz="2400">
                <a:latin typeface="Tahoma" panose="020B0604030504040204" pitchFamily="34" charset="0"/>
                <a:ea typeface="Tahoma" panose="020B0604030504040204" pitchFamily="34" charset="0"/>
                <a:cs typeface="Tahoma" panose="020B0604030504040204" pitchFamily="34" charset="0"/>
              </a:rPr>
              <a:t>	Một phân hoạch cụm phát hiện được sau khi thay thế đối tượng trung tâm gọi là </a:t>
            </a:r>
            <a:r>
              <a:rPr lang="vi-VN" sz="2400">
                <a:solidFill>
                  <a:srgbClr val="FF0066"/>
                </a:solidFill>
                <a:latin typeface="Tahoma" panose="020B0604030504040204" pitchFamily="34" charset="0"/>
                <a:ea typeface="Tahoma" panose="020B0604030504040204" pitchFamily="34" charset="0"/>
                <a:cs typeface="Tahoma" panose="020B0604030504040204" pitchFamily="34" charset="0"/>
              </a:rPr>
              <a:t>láng giềng (Neighbor) </a:t>
            </a:r>
            <a:r>
              <a:rPr lang="vi-VN" sz="2400">
                <a:latin typeface="Tahoma" panose="020B0604030504040204" pitchFamily="34" charset="0"/>
                <a:ea typeface="Tahoma" panose="020B0604030504040204" pitchFamily="34" charset="0"/>
                <a:cs typeface="Tahoma" panose="020B0604030504040204" pitchFamily="34" charset="0"/>
              </a:rPr>
              <a:t>của phân hoạch cụm trước đó.</a:t>
            </a:r>
          </a:p>
          <a:p>
            <a:pPr marL="762000" marR="302895" lvl="1" indent="-393700">
              <a:lnSpc>
                <a:spcPct val="79200"/>
              </a:lnSpc>
              <a:buClr>
                <a:srgbClr val="558ED5"/>
              </a:buClr>
              <a:buSzPct val="75000"/>
              <a:buFont typeface="Arial"/>
              <a:buChar char="□"/>
              <a:tabLst>
                <a:tab pos="762000" algn="l"/>
              </a:tabLst>
            </a:pPr>
            <a:r>
              <a:rPr lang="vi-VN" sz="2000">
                <a:latin typeface="Tahoma" panose="020B0604030504040204" pitchFamily="34" charset="0"/>
                <a:ea typeface="Tahoma" panose="020B0604030504040204" pitchFamily="34" charset="0"/>
                <a:cs typeface="Tahoma" panose="020B0604030504040204" pitchFamily="34" charset="0"/>
              </a:rPr>
              <a:t>Số các láng giềng được hạn chế bởi tham số do người dùng đưa vào là </a:t>
            </a:r>
            <a:r>
              <a:rPr lang="vi-VN" sz="2000" b="1">
                <a:solidFill>
                  <a:srgbClr val="FF0066"/>
                </a:solidFill>
                <a:latin typeface="Tahoma" panose="020B0604030504040204" pitchFamily="34" charset="0"/>
                <a:ea typeface="Tahoma" panose="020B0604030504040204" pitchFamily="34" charset="0"/>
                <a:cs typeface="Tahoma" panose="020B0604030504040204" pitchFamily="34" charset="0"/>
              </a:rPr>
              <a:t>Maxneighbor </a:t>
            </a:r>
            <a:r>
              <a:rPr lang="vi-VN" sz="2000">
                <a:latin typeface="Tahoma" panose="020B0604030504040204" pitchFamily="34" charset="0"/>
                <a:ea typeface="Tahoma" panose="020B0604030504040204" pitchFamily="34" charset="0"/>
                <a:cs typeface="Tahoma" panose="020B0604030504040204" pitchFamily="34" charset="0"/>
              </a:rPr>
              <a:t>được lựa chọn ngẫu nhiên.</a:t>
            </a:r>
          </a:p>
          <a:p>
            <a:pPr marL="762000" marR="75565" lvl="1" indent="-393700">
              <a:lnSpc>
                <a:spcPct val="79200"/>
              </a:lnSpc>
              <a:spcBef>
                <a:spcPts val="500"/>
              </a:spcBef>
              <a:buClr>
                <a:srgbClr val="558ED5"/>
              </a:buClr>
              <a:buSzPct val="75000"/>
              <a:buFont typeface="Arial"/>
              <a:buChar char="□"/>
              <a:tabLst>
                <a:tab pos="762000" algn="l"/>
              </a:tabLst>
            </a:pPr>
            <a:r>
              <a:rPr lang="vi-VN" sz="2000">
                <a:latin typeface="Tahoma" panose="020B0604030504040204" pitchFamily="34" charset="0"/>
                <a:ea typeface="Tahoma" panose="020B0604030504040204" pitchFamily="34" charset="0"/>
                <a:cs typeface="Tahoma" panose="020B0604030504040204" pitchFamily="34" charset="0"/>
              </a:rPr>
              <a:t>Tham số </a:t>
            </a:r>
            <a:r>
              <a:rPr lang="vi-VN" sz="2000" b="1">
                <a:solidFill>
                  <a:srgbClr val="FF0066"/>
                </a:solidFill>
                <a:latin typeface="Tahoma" panose="020B0604030504040204" pitchFamily="34" charset="0"/>
                <a:ea typeface="Tahoma" panose="020B0604030504040204" pitchFamily="34" charset="0"/>
                <a:cs typeface="Tahoma" panose="020B0604030504040204" pitchFamily="34" charset="0"/>
              </a:rPr>
              <a:t>Numlocal </a:t>
            </a:r>
            <a:r>
              <a:rPr lang="vi-VN" sz="2000">
                <a:latin typeface="Tahoma" panose="020B0604030504040204" pitchFamily="34" charset="0"/>
                <a:ea typeface="Tahoma" panose="020B0604030504040204" pitchFamily="34" charset="0"/>
                <a:cs typeface="Tahoma" panose="020B0604030504040204" pitchFamily="34" charset="0"/>
              </a:rPr>
              <a:t>xác định số vòng lặp tối ưu cục bộ được tìm kiếm.</a:t>
            </a:r>
          </a:p>
          <a:p>
            <a:pPr marL="761365" lvl="1" indent="-393065">
              <a:lnSpc>
                <a:spcPts val="2200"/>
              </a:lnSpc>
              <a:buClr>
                <a:srgbClr val="558ED5"/>
              </a:buClr>
              <a:buSzPct val="75000"/>
              <a:buFont typeface="Arial"/>
              <a:buChar char="□"/>
              <a:tabLst>
                <a:tab pos="761365" algn="l"/>
              </a:tabLst>
            </a:pPr>
            <a:r>
              <a:rPr lang="vi-VN" sz="2000">
                <a:latin typeface="Tahoma" panose="020B0604030504040204" pitchFamily="34" charset="0"/>
                <a:ea typeface="Tahoma" panose="020B0604030504040204" pitchFamily="34" charset="0"/>
                <a:cs typeface="Tahoma" panose="020B0604030504040204" pitchFamily="34" charset="0"/>
              </a:rPr>
              <a:t>Không phải tất các láng giềng được duyệt mà chỉ có</a:t>
            </a:r>
          </a:p>
          <a:p>
            <a:pPr marL="762000">
              <a:lnSpc>
                <a:spcPts val="2200"/>
              </a:lnSpc>
            </a:pPr>
            <a:r>
              <a:rPr lang="vi-VN" sz="2000" b="1">
                <a:latin typeface="Tahoma" panose="020B0604030504040204" pitchFamily="34" charset="0"/>
                <a:ea typeface="Tahoma" panose="020B0604030504040204" pitchFamily="34" charset="0"/>
                <a:cs typeface="Tahoma" panose="020B0604030504040204" pitchFamily="34" charset="0"/>
              </a:rPr>
              <a:t>Maxneighbor </a:t>
            </a:r>
            <a:r>
              <a:rPr lang="vi-VN" sz="2000">
                <a:latin typeface="Tahoma" panose="020B0604030504040204" pitchFamily="34" charset="0"/>
                <a:ea typeface="Tahoma" panose="020B0604030504040204" pitchFamily="34" charset="0"/>
                <a:cs typeface="Tahoma" panose="020B0604030504040204" pitchFamily="34" charset="0"/>
              </a:rPr>
              <a:t>số láng giềng được duyệt.</a:t>
            </a:r>
          </a:p>
          <a:p>
            <a:endParaRPr lang="en-US"/>
          </a:p>
        </p:txBody>
      </p:sp>
      <p:sp>
        <p:nvSpPr>
          <p:cNvPr id="4" name="object 4"/>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65</a:t>
            </a:fld>
            <a:endParaRPr 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365126"/>
            <a:ext cx="7886700" cy="1325563"/>
          </a:xfrm>
        </p:spPr>
        <p:txBody>
          <a:bodyPr vert="horz" wrap="square" lIns="0" tIns="207570" rIns="0" bIns="0" rtlCol="0">
            <a:spAutoFit/>
          </a:bodyPr>
          <a:lstStyle/>
          <a:p>
            <a:r>
              <a:rPr lang="en-US" dirty="0"/>
              <a:t>CLARANS</a:t>
            </a:r>
          </a:p>
        </p:txBody>
      </p:sp>
      <p:sp>
        <p:nvSpPr>
          <p:cNvPr id="7" name="Content Placeholder 6">
            <a:extLst>
              <a:ext uri="{FF2B5EF4-FFF2-40B4-BE49-F238E27FC236}">
                <a16:creationId xmlns:a16="http://schemas.microsoft.com/office/drawing/2014/main" id="{3AAF06DD-1F72-6459-E6F7-BD0250349A3A}"/>
              </a:ext>
            </a:extLst>
          </p:cNvPr>
          <p:cNvSpPr>
            <a:spLocks noGrp="1"/>
          </p:cNvSpPr>
          <p:nvPr>
            <p:ph idx="1"/>
          </p:nvPr>
        </p:nvSpPr>
        <p:spPr/>
        <p:txBody>
          <a:bodyPr/>
          <a:lstStyle/>
          <a:p>
            <a:pPr marL="355600" marR="55880" indent="-342900">
              <a:lnSpc>
                <a:spcPct val="101200"/>
              </a:lnSpc>
              <a:spcBef>
                <a:spcPts val="60"/>
              </a:spcBef>
              <a:buFont typeface="Arial"/>
              <a:buChar char="•"/>
              <a:tabLst>
                <a:tab pos="355600" algn="l"/>
              </a:tabLst>
            </a:pPr>
            <a:r>
              <a:rPr lang="vi-VN" sz="2800">
                <a:latin typeface="Gill Sans MT"/>
                <a:cs typeface="Gill Sans MT"/>
              </a:rPr>
              <a:t>Khi ch</a:t>
            </a:r>
            <a:r>
              <a:rPr lang="vi-VN" sz="2800">
                <a:latin typeface="Calibri"/>
                <a:cs typeface="Calibri"/>
              </a:rPr>
              <a:t>ọ</a:t>
            </a:r>
            <a:r>
              <a:rPr lang="vi-VN" sz="2800">
                <a:latin typeface="Gill Sans MT"/>
                <a:cs typeface="Gill Sans MT"/>
              </a:rPr>
              <a:t>n các trung tâm </a:t>
            </a:r>
            <a:r>
              <a:rPr lang="vi-VN" sz="2800" b="1">
                <a:latin typeface="Gill Sans MT Bold"/>
                <a:cs typeface="Gill Sans MT Bold"/>
              </a:rPr>
              <a:t>medoid</a:t>
            </a:r>
            <a:r>
              <a:rPr lang="vi-VN" sz="2800">
                <a:latin typeface="Gill Sans MT"/>
                <a:cs typeface="Gill Sans MT"/>
              </a:rPr>
              <a:t>, CLARANS l</a:t>
            </a:r>
            <a:r>
              <a:rPr lang="vi-VN" sz="2800">
                <a:latin typeface="Calibri"/>
                <a:cs typeface="Calibri"/>
              </a:rPr>
              <a:t>ự</a:t>
            </a:r>
            <a:r>
              <a:rPr lang="vi-VN" sz="2800">
                <a:latin typeface="Gill Sans MT"/>
                <a:cs typeface="Gill Sans MT"/>
              </a:rPr>
              <a:t>a ch</a:t>
            </a:r>
            <a:r>
              <a:rPr lang="vi-VN" sz="2800">
                <a:latin typeface="Calibri"/>
                <a:cs typeface="Calibri"/>
              </a:rPr>
              <a:t>ọ</a:t>
            </a:r>
            <a:r>
              <a:rPr lang="vi-VN" sz="2800">
                <a:latin typeface="Gill Sans MT"/>
                <a:cs typeface="Gill Sans MT"/>
              </a:rPr>
              <a:t>n m</a:t>
            </a:r>
            <a:r>
              <a:rPr lang="vi-VN" sz="2800">
                <a:latin typeface="Calibri"/>
                <a:cs typeface="Calibri"/>
              </a:rPr>
              <a:t>ộ</a:t>
            </a:r>
            <a:r>
              <a:rPr lang="vi-VN" sz="2800">
                <a:latin typeface="Gill Sans MT"/>
                <a:cs typeface="Gill Sans MT"/>
              </a:rPr>
              <a:t>t gi</a:t>
            </a:r>
            <a:r>
              <a:rPr lang="vi-VN" sz="2800">
                <a:latin typeface="Calibri"/>
                <a:cs typeface="Calibri"/>
              </a:rPr>
              <a:t>ả</a:t>
            </a:r>
            <a:r>
              <a:rPr lang="vi-VN" sz="2800">
                <a:latin typeface="Gill Sans MT"/>
                <a:cs typeface="Gill Sans MT"/>
              </a:rPr>
              <a:t>i pháp t</a:t>
            </a:r>
            <a:r>
              <a:rPr lang="vi-VN" sz="2800">
                <a:latin typeface="Calibri"/>
                <a:cs typeface="Calibri"/>
              </a:rPr>
              <a:t>ố</a:t>
            </a:r>
            <a:r>
              <a:rPr lang="vi-VN" sz="2800">
                <a:latin typeface="Gill Sans MT"/>
                <a:cs typeface="Gill Sans MT"/>
              </a:rPr>
              <a:t>t h</a:t>
            </a:r>
            <a:r>
              <a:rPr lang="vi-VN" sz="2800">
                <a:latin typeface="Calibri"/>
                <a:cs typeface="Calibri"/>
              </a:rPr>
              <a:t>ơ</a:t>
            </a:r>
            <a:r>
              <a:rPr lang="vi-VN" sz="2800">
                <a:latin typeface="Gill Sans MT"/>
                <a:cs typeface="Gill Sans MT"/>
              </a:rPr>
              <a:t>n b</a:t>
            </a:r>
            <a:r>
              <a:rPr lang="vi-VN" sz="2800">
                <a:latin typeface="Calibri"/>
                <a:cs typeface="Calibri"/>
              </a:rPr>
              <a:t>ằ</a:t>
            </a:r>
            <a:r>
              <a:rPr lang="vi-VN" sz="2800">
                <a:latin typeface="Gill Sans MT"/>
                <a:cs typeface="Gill Sans MT"/>
              </a:rPr>
              <a:t>ng cách:</a:t>
            </a:r>
          </a:p>
          <a:p>
            <a:pPr marL="761365" marR="102870" indent="-393700">
              <a:lnSpc>
                <a:spcPts val="2800"/>
              </a:lnSpc>
              <a:spcBef>
                <a:spcPts val="800"/>
              </a:spcBef>
              <a:tabLst>
                <a:tab pos="761365" algn="l"/>
              </a:tabLst>
            </a:pPr>
            <a:r>
              <a:rPr lang="vi-VN" sz="1800">
                <a:solidFill>
                  <a:srgbClr val="558ED5"/>
                </a:solidFill>
                <a:latin typeface="Arial"/>
                <a:cs typeface="Arial"/>
              </a:rPr>
              <a:t>□	</a:t>
            </a:r>
            <a:r>
              <a:rPr lang="vi-VN" sz="2400">
                <a:latin typeface="Gill Sans MT"/>
                <a:cs typeface="Gill Sans MT"/>
              </a:rPr>
              <a:t>L</a:t>
            </a:r>
            <a:r>
              <a:rPr lang="vi-VN" sz="2400">
                <a:latin typeface="Calibri"/>
                <a:cs typeface="Calibri"/>
              </a:rPr>
              <a:t>ấ</a:t>
            </a:r>
            <a:r>
              <a:rPr lang="vi-VN" sz="2400">
                <a:latin typeface="Gill Sans MT"/>
                <a:cs typeface="Gill Sans MT"/>
              </a:rPr>
              <a:t>y ng</a:t>
            </a:r>
            <a:r>
              <a:rPr lang="vi-VN" sz="2400">
                <a:latin typeface="Calibri"/>
                <a:cs typeface="Calibri"/>
              </a:rPr>
              <a:t>ẫ</a:t>
            </a:r>
            <a:r>
              <a:rPr lang="vi-VN" sz="2400">
                <a:latin typeface="Gill Sans MT"/>
                <a:cs typeface="Gill Sans MT"/>
              </a:rPr>
              <a:t>u nhiên m</a:t>
            </a:r>
            <a:r>
              <a:rPr lang="vi-VN" sz="2400">
                <a:latin typeface="Calibri"/>
                <a:cs typeface="Calibri"/>
              </a:rPr>
              <a:t>ộ</a:t>
            </a:r>
            <a:r>
              <a:rPr lang="vi-VN" sz="2400">
                <a:latin typeface="Gill Sans MT"/>
                <a:cs typeface="Gill Sans MT"/>
              </a:rPr>
              <a:t>t đ</a:t>
            </a:r>
            <a:r>
              <a:rPr lang="vi-VN" sz="2400">
                <a:latin typeface="Calibri"/>
                <a:cs typeface="Calibri"/>
              </a:rPr>
              <a:t>ố</a:t>
            </a:r>
            <a:r>
              <a:rPr lang="vi-VN" sz="2400">
                <a:latin typeface="Gill Sans MT"/>
                <a:cs typeface="Gill Sans MT"/>
              </a:rPr>
              <a:t>i t</a:t>
            </a:r>
            <a:r>
              <a:rPr lang="vi-VN" sz="2400">
                <a:latin typeface="Calibri"/>
                <a:cs typeface="Calibri"/>
              </a:rPr>
              <a:t>ượ</a:t>
            </a:r>
            <a:r>
              <a:rPr lang="vi-VN" sz="2400">
                <a:latin typeface="Gill Sans MT"/>
                <a:cs typeface="Gill Sans MT"/>
              </a:rPr>
              <a:t>ng c</a:t>
            </a:r>
            <a:r>
              <a:rPr lang="vi-VN" sz="2400">
                <a:latin typeface="Calibri"/>
                <a:cs typeface="Calibri"/>
              </a:rPr>
              <a:t>ủ</a:t>
            </a:r>
            <a:r>
              <a:rPr lang="vi-VN" sz="2400">
                <a:latin typeface="Gill Sans MT"/>
                <a:cs typeface="Gill Sans MT"/>
              </a:rPr>
              <a:t>a k đ</a:t>
            </a:r>
            <a:r>
              <a:rPr lang="vi-VN" sz="2400">
                <a:latin typeface="Calibri"/>
                <a:cs typeface="Calibri"/>
              </a:rPr>
              <a:t>ố</a:t>
            </a:r>
            <a:r>
              <a:rPr lang="vi-VN" sz="2400">
                <a:latin typeface="Gill Sans MT"/>
                <a:cs typeface="Gill Sans MT"/>
              </a:rPr>
              <a:t>i t</a:t>
            </a:r>
            <a:r>
              <a:rPr lang="vi-VN" sz="2400">
                <a:latin typeface="Calibri"/>
                <a:cs typeface="Calibri"/>
              </a:rPr>
              <a:t>ượ</a:t>
            </a:r>
            <a:r>
              <a:rPr lang="vi-VN" sz="2400">
                <a:latin typeface="Gill Sans MT"/>
                <a:cs typeface="Gill Sans MT"/>
              </a:rPr>
              <a:t>ng trung tâm </a:t>
            </a:r>
            <a:r>
              <a:rPr lang="vi-VN" sz="2400" b="1">
                <a:latin typeface="Gill Sans MT Bold"/>
                <a:cs typeface="Gill Sans MT Bold"/>
              </a:rPr>
              <a:t>medoid </a:t>
            </a:r>
            <a:r>
              <a:rPr lang="vi-VN" sz="2400">
                <a:latin typeface="Gill Sans MT"/>
                <a:cs typeface="Gill Sans MT"/>
              </a:rPr>
              <a:t>c</a:t>
            </a:r>
            <a:r>
              <a:rPr lang="vi-VN" sz="2400">
                <a:latin typeface="Calibri"/>
                <a:cs typeface="Calibri"/>
              </a:rPr>
              <a:t>ủ</a:t>
            </a:r>
            <a:r>
              <a:rPr lang="vi-VN" sz="2400">
                <a:latin typeface="Gill Sans MT"/>
                <a:cs typeface="Gill Sans MT"/>
              </a:rPr>
              <a:t>a c</a:t>
            </a:r>
            <a:r>
              <a:rPr lang="vi-VN" sz="2400">
                <a:latin typeface="Calibri"/>
                <a:cs typeface="Calibri"/>
              </a:rPr>
              <a:t>ụ</a:t>
            </a:r>
            <a:r>
              <a:rPr lang="vi-VN" sz="2400">
                <a:latin typeface="Gill Sans MT"/>
                <a:cs typeface="Gill Sans MT"/>
              </a:rPr>
              <a:t>m.</a:t>
            </a:r>
          </a:p>
          <a:p>
            <a:pPr marL="761365" marR="334645" lvl="1" indent="-393700">
              <a:lnSpc>
                <a:spcPct val="100699"/>
              </a:lnSpc>
              <a:spcBef>
                <a:spcPts val="520"/>
              </a:spcBef>
              <a:buClr>
                <a:srgbClr val="558ED5"/>
              </a:buClr>
              <a:buSzPct val="75000"/>
              <a:buFont typeface="Arial"/>
              <a:buChar char="□"/>
              <a:tabLst>
                <a:tab pos="761365" algn="l"/>
              </a:tabLst>
            </a:pPr>
            <a:r>
              <a:rPr lang="vi-VN" sz="2400">
                <a:latin typeface="Gill Sans MT"/>
                <a:cs typeface="Gill Sans MT"/>
              </a:rPr>
              <a:t>C</a:t>
            </a:r>
            <a:r>
              <a:rPr lang="vi-VN" sz="2400">
                <a:latin typeface="Calibri"/>
                <a:cs typeface="Calibri"/>
              </a:rPr>
              <a:t>ố </a:t>
            </a:r>
            <a:r>
              <a:rPr lang="vi-VN" sz="2400">
                <a:latin typeface="Gill Sans MT"/>
                <a:cs typeface="Gill Sans MT"/>
              </a:rPr>
              <a:t>g</a:t>
            </a:r>
            <a:r>
              <a:rPr lang="vi-VN" sz="2400">
                <a:latin typeface="Calibri"/>
                <a:cs typeface="Calibri"/>
              </a:rPr>
              <a:t>ắ</a:t>
            </a:r>
            <a:r>
              <a:rPr lang="vi-VN" sz="2400">
                <a:latin typeface="Gill Sans MT"/>
                <a:cs typeface="Gill Sans MT"/>
              </a:rPr>
              <a:t>ng thay th</a:t>
            </a:r>
            <a:r>
              <a:rPr lang="vi-VN" sz="2400">
                <a:latin typeface="Calibri"/>
                <a:cs typeface="Calibri"/>
              </a:rPr>
              <a:t>ế </a:t>
            </a:r>
            <a:r>
              <a:rPr lang="vi-VN" sz="2400">
                <a:latin typeface="Gill Sans MT"/>
                <a:cs typeface="Gill Sans MT"/>
              </a:rPr>
              <a:t>nó v</a:t>
            </a:r>
            <a:r>
              <a:rPr lang="vi-VN" sz="2400">
                <a:latin typeface="Calibri"/>
                <a:cs typeface="Calibri"/>
              </a:rPr>
              <a:t>ớ</a:t>
            </a:r>
            <a:r>
              <a:rPr lang="vi-VN" sz="2400">
                <a:latin typeface="Gill Sans MT"/>
                <a:cs typeface="Gill Sans MT"/>
              </a:rPr>
              <a:t>i m</a:t>
            </a:r>
            <a:r>
              <a:rPr lang="vi-VN" sz="2400">
                <a:latin typeface="Calibri"/>
                <a:cs typeface="Calibri"/>
              </a:rPr>
              <a:t>ộ</a:t>
            </a:r>
            <a:r>
              <a:rPr lang="vi-VN" sz="2400">
                <a:latin typeface="Gill Sans MT"/>
                <a:cs typeface="Gill Sans MT"/>
              </a:rPr>
              <a:t>t đ</a:t>
            </a:r>
            <a:r>
              <a:rPr lang="vi-VN" sz="2400">
                <a:latin typeface="Calibri"/>
                <a:cs typeface="Calibri"/>
              </a:rPr>
              <a:t>ố</a:t>
            </a:r>
            <a:r>
              <a:rPr lang="vi-VN" sz="2400">
                <a:latin typeface="Gill Sans MT"/>
                <a:cs typeface="Gill Sans MT"/>
              </a:rPr>
              <a:t>i t</a:t>
            </a:r>
            <a:r>
              <a:rPr lang="vi-VN" sz="2400">
                <a:latin typeface="Calibri"/>
                <a:cs typeface="Calibri"/>
              </a:rPr>
              <a:t>ượ</a:t>
            </a:r>
            <a:r>
              <a:rPr lang="vi-VN" sz="2400">
                <a:latin typeface="Gill Sans MT"/>
                <a:cs typeface="Gill Sans MT"/>
              </a:rPr>
              <a:t>ng đ</a:t>
            </a:r>
            <a:r>
              <a:rPr lang="vi-VN" sz="2400">
                <a:latin typeface="Calibri"/>
                <a:cs typeface="Calibri"/>
              </a:rPr>
              <a:t>ượ</a:t>
            </a:r>
            <a:r>
              <a:rPr lang="vi-VN" sz="2400">
                <a:latin typeface="Gill Sans MT"/>
                <a:cs typeface="Gill Sans MT"/>
              </a:rPr>
              <a:t>c ch</a:t>
            </a:r>
            <a:r>
              <a:rPr lang="vi-VN" sz="2400">
                <a:latin typeface="Calibri"/>
                <a:cs typeface="Calibri"/>
              </a:rPr>
              <a:t>ọ</a:t>
            </a:r>
            <a:r>
              <a:rPr lang="vi-VN" sz="2400">
                <a:latin typeface="Gill Sans MT"/>
                <a:cs typeface="Gill Sans MT"/>
              </a:rPr>
              <a:t>n ng</a:t>
            </a:r>
            <a:r>
              <a:rPr lang="vi-VN" sz="2400">
                <a:latin typeface="Calibri"/>
                <a:cs typeface="Calibri"/>
              </a:rPr>
              <a:t>ẫ</a:t>
            </a:r>
            <a:r>
              <a:rPr lang="vi-VN" sz="2400">
                <a:latin typeface="Gill Sans MT"/>
                <a:cs typeface="Gill Sans MT"/>
              </a:rPr>
              <a:t>u nhiên trong (n-k) đ</a:t>
            </a:r>
            <a:r>
              <a:rPr lang="vi-VN" sz="2400">
                <a:latin typeface="Calibri"/>
                <a:cs typeface="Calibri"/>
              </a:rPr>
              <a:t>ố</a:t>
            </a:r>
            <a:r>
              <a:rPr lang="vi-VN" sz="2400">
                <a:latin typeface="Gill Sans MT"/>
                <a:cs typeface="Gill Sans MT"/>
              </a:rPr>
              <a:t>i t</a:t>
            </a:r>
            <a:r>
              <a:rPr lang="vi-VN" sz="2400">
                <a:latin typeface="Calibri"/>
                <a:cs typeface="Calibri"/>
              </a:rPr>
              <a:t>ượ</a:t>
            </a:r>
            <a:r>
              <a:rPr lang="vi-VN" sz="2400">
                <a:latin typeface="Gill Sans MT"/>
                <a:cs typeface="Gill Sans MT"/>
              </a:rPr>
              <a:t>ng còn l</a:t>
            </a:r>
            <a:r>
              <a:rPr lang="vi-VN" sz="2400">
                <a:latin typeface="Calibri"/>
                <a:cs typeface="Calibri"/>
              </a:rPr>
              <a:t>ạ</a:t>
            </a:r>
            <a:r>
              <a:rPr lang="vi-VN" sz="2400">
                <a:latin typeface="Gill Sans MT"/>
                <a:cs typeface="Gill Sans MT"/>
              </a:rPr>
              <a:t>i.</a:t>
            </a:r>
          </a:p>
          <a:p>
            <a:pPr marL="761365" marR="5080" lvl="1" indent="-393700">
              <a:lnSpc>
                <a:spcPct val="100699"/>
              </a:lnSpc>
              <a:spcBef>
                <a:spcPts val="500"/>
              </a:spcBef>
              <a:buClr>
                <a:srgbClr val="558ED5"/>
              </a:buClr>
              <a:buSzPct val="75000"/>
              <a:buFont typeface="Arial"/>
              <a:buChar char="□"/>
              <a:tabLst>
                <a:tab pos="761365" algn="l"/>
              </a:tabLst>
            </a:pPr>
            <a:r>
              <a:rPr lang="vi-VN" sz="2400">
                <a:latin typeface="Gill Sans MT"/>
                <a:cs typeface="Gill Sans MT"/>
              </a:rPr>
              <a:t>N</a:t>
            </a:r>
            <a:r>
              <a:rPr lang="vi-VN" sz="2400">
                <a:latin typeface="Calibri"/>
                <a:cs typeface="Calibri"/>
              </a:rPr>
              <a:t>ế</a:t>
            </a:r>
            <a:r>
              <a:rPr lang="vi-VN" sz="2400">
                <a:latin typeface="Gill Sans MT"/>
                <a:cs typeface="Gill Sans MT"/>
              </a:rPr>
              <a:t>u không có gi</a:t>
            </a:r>
            <a:r>
              <a:rPr lang="vi-VN" sz="2400">
                <a:latin typeface="Calibri"/>
                <a:cs typeface="Calibri"/>
              </a:rPr>
              <a:t>ả</a:t>
            </a:r>
            <a:r>
              <a:rPr lang="vi-VN" sz="2400">
                <a:latin typeface="Gill Sans MT"/>
                <a:cs typeface="Gill Sans MT"/>
              </a:rPr>
              <a:t>i pháp nào t</a:t>
            </a:r>
            <a:r>
              <a:rPr lang="vi-VN" sz="2400">
                <a:latin typeface="Calibri"/>
                <a:cs typeface="Calibri"/>
              </a:rPr>
              <a:t>ố</a:t>
            </a:r>
            <a:r>
              <a:rPr lang="vi-VN" sz="2400">
                <a:latin typeface="Gill Sans MT"/>
                <a:cs typeface="Gill Sans MT"/>
              </a:rPr>
              <a:t>t h</a:t>
            </a:r>
            <a:r>
              <a:rPr lang="vi-VN" sz="2400">
                <a:latin typeface="Calibri"/>
                <a:cs typeface="Calibri"/>
              </a:rPr>
              <a:t>ơ</a:t>
            </a:r>
            <a:r>
              <a:rPr lang="vi-VN" sz="2400">
                <a:latin typeface="Gill Sans MT"/>
                <a:cs typeface="Gill Sans MT"/>
              </a:rPr>
              <a:t>n sau m</a:t>
            </a:r>
            <a:r>
              <a:rPr lang="vi-VN" sz="2400">
                <a:latin typeface="Calibri"/>
                <a:cs typeface="Calibri"/>
              </a:rPr>
              <a:t>ộ</a:t>
            </a:r>
            <a:r>
              <a:rPr lang="vi-VN" sz="2400">
                <a:latin typeface="Gill Sans MT"/>
                <a:cs typeface="Gill Sans MT"/>
              </a:rPr>
              <a:t>t s</a:t>
            </a:r>
            <a:r>
              <a:rPr lang="vi-VN" sz="2400">
                <a:latin typeface="Calibri"/>
                <a:cs typeface="Calibri"/>
              </a:rPr>
              <a:t>ố </a:t>
            </a:r>
            <a:r>
              <a:rPr lang="vi-VN" sz="2400">
                <a:latin typeface="Gill Sans MT"/>
                <a:cs typeface="Gill Sans MT"/>
              </a:rPr>
              <a:t>c</a:t>
            </a:r>
            <a:r>
              <a:rPr lang="vi-VN" sz="2400">
                <a:latin typeface="Calibri"/>
                <a:cs typeface="Calibri"/>
              </a:rPr>
              <a:t>ố </a:t>
            </a:r>
            <a:r>
              <a:rPr lang="vi-VN" sz="2400">
                <a:latin typeface="Gill Sans MT"/>
                <a:cs typeface="Gill Sans MT"/>
              </a:rPr>
              <a:t>g</a:t>
            </a:r>
            <a:r>
              <a:rPr lang="vi-VN" sz="2400">
                <a:latin typeface="Calibri"/>
                <a:cs typeface="Calibri"/>
              </a:rPr>
              <a:t>ắ</a:t>
            </a:r>
            <a:r>
              <a:rPr lang="vi-VN" sz="2400">
                <a:latin typeface="Gill Sans MT"/>
                <a:cs typeface="Gill Sans MT"/>
              </a:rPr>
              <a:t>ng l</a:t>
            </a:r>
            <a:r>
              <a:rPr lang="vi-VN" sz="2400">
                <a:latin typeface="Calibri"/>
                <a:cs typeface="Calibri"/>
              </a:rPr>
              <a:t>ự</a:t>
            </a:r>
            <a:r>
              <a:rPr lang="vi-VN" sz="2400">
                <a:latin typeface="Gill Sans MT"/>
                <a:cs typeface="Gill Sans MT"/>
              </a:rPr>
              <a:t>a ch</a:t>
            </a:r>
            <a:r>
              <a:rPr lang="vi-VN" sz="2400">
                <a:latin typeface="Calibri"/>
                <a:cs typeface="Calibri"/>
              </a:rPr>
              <a:t>ọ</a:t>
            </a:r>
            <a:r>
              <a:rPr lang="vi-VN" sz="2400">
                <a:latin typeface="Gill Sans MT"/>
                <a:cs typeface="Gill Sans MT"/>
              </a:rPr>
              <a:t>n ng</a:t>
            </a:r>
            <a:r>
              <a:rPr lang="vi-VN" sz="2400">
                <a:latin typeface="Calibri"/>
                <a:cs typeface="Calibri"/>
              </a:rPr>
              <a:t>ẫ</a:t>
            </a:r>
            <a:r>
              <a:rPr lang="vi-VN" sz="2400">
                <a:latin typeface="Gill Sans MT"/>
                <a:cs typeface="Gill Sans MT"/>
              </a:rPr>
              <a:t>u nhiên, thu</a:t>
            </a:r>
            <a:r>
              <a:rPr lang="vi-VN" sz="2400">
                <a:latin typeface="Calibri"/>
                <a:cs typeface="Calibri"/>
              </a:rPr>
              <a:t>ậ</a:t>
            </a:r>
            <a:r>
              <a:rPr lang="vi-VN" sz="2400">
                <a:latin typeface="Gill Sans MT"/>
                <a:cs typeface="Gill Sans MT"/>
              </a:rPr>
              <a:t>t toán d</a:t>
            </a:r>
            <a:r>
              <a:rPr lang="vi-VN" sz="2400">
                <a:latin typeface="Calibri"/>
                <a:cs typeface="Calibri"/>
              </a:rPr>
              <a:t>ừ</a:t>
            </a:r>
            <a:r>
              <a:rPr lang="vi-VN" sz="2400">
                <a:latin typeface="Gill Sans MT"/>
                <a:cs typeface="Gill Sans MT"/>
              </a:rPr>
              <a:t>ng và cho k</a:t>
            </a:r>
            <a:r>
              <a:rPr lang="vi-VN" sz="2400">
                <a:latin typeface="Calibri"/>
                <a:cs typeface="Calibri"/>
              </a:rPr>
              <a:t>ế</a:t>
            </a:r>
            <a:r>
              <a:rPr lang="vi-VN" sz="2400">
                <a:latin typeface="Gill Sans MT"/>
                <a:cs typeface="Gill Sans MT"/>
              </a:rPr>
              <a:t>t qu</a:t>
            </a:r>
            <a:r>
              <a:rPr lang="vi-VN" sz="2400">
                <a:latin typeface="Calibri"/>
                <a:cs typeface="Calibri"/>
              </a:rPr>
              <a:t>ả </a:t>
            </a:r>
            <a:r>
              <a:rPr lang="vi-VN" sz="2400">
                <a:latin typeface="Gill Sans MT"/>
                <a:cs typeface="Gill Sans MT"/>
              </a:rPr>
              <a:t>phân c</a:t>
            </a:r>
            <a:r>
              <a:rPr lang="vi-VN" sz="2400">
                <a:latin typeface="Calibri"/>
                <a:cs typeface="Calibri"/>
              </a:rPr>
              <a:t>ụ</a:t>
            </a:r>
            <a:r>
              <a:rPr lang="vi-VN" sz="2400">
                <a:latin typeface="Gill Sans MT"/>
                <a:cs typeface="Gill Sans MT"/>
              </a:rPr>
              <a:t>m t</a:t>
            </a:r>
            <a:r>
              <a:rPr lang="vi-VN" sz="2400">
                <a:latin typeface="Calibri"/>
                <a:cs typeface="Calibri"/>
              </a:rPr>
              <a:t>ố</a:t>
            </a:r>
            <a:r>
              <a:rPr lang="vi-VN" sz="2400">
                <a:latin typeface="Gill Sans MT"/>
                <a:cs typeface="Gill Sans MT"/>
              </a:rPr>
              <a:t>i </a:t>
            </a:r>
            <a:r>
              <a:rPr lang="vi-VN" sz="2400">
                <a:latin typeface="Calibri"/>
                <a:cs typeface="Calibri"/>
              </a:rPr>
              <a:t>ư</a:t>
            </a:r>
            <a:r>
              <a:rPr lang="vi-VN" sz="2400">
                <a:latin typeface="Gill Sans MT"/>
                <a:cs typeface="Gill Sans MT"/>
              </a:rPr>
              <a:t>u c</a:t>
            </a:r>
            <a:r>
              <a:rPr lang="vi-VN" sz="2400">
                <a:latin typeface="Calibri"/>
                <a:cs typeface="Calibri"/>
              </a:rPr>
              <a:t>ụ</a:t>
            </a:r>
            <a:r>
              <a:rPr lang="vi-VN" sz="2400">
                <a:latin typeface="Gill Sans MT"/>
                <a:cs typeface="Gill Sans MT"/>
              </a:rPr>
              <a:t>c b</a:t>
            </a:r>
            <a:r>
              <a:rPr lang="vi-VN" sz="2400">
                <a:latin typeface="Calibri"/>
                <a:cs typeface="Calibri"/>
              </a:rPr>
              <a:t>ộ</a:t>
            </a:r>
            <a:r>
              <a:rPr lang="vi-VN" sz="2400">
                <a:latin typeface="Gill Sans MT"/>
                <a:cs typeface="Gill Sans MT"/>
              </a:rPr>
              <a:t>.</a:t>
            </a:r>
          </a:p>
          <a:p>
            <a:endParaRPr lang="en-US"/>
          </a:p>
        </p:txBody>
      </p:sp>
      <p:sp>
        <p:nvSpPr>
          <p:cNvPr id="4" name="object 4"/>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66</a:t>
            </a:fld>
            <a:endParaRPr 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365126"/>
            <a:ext cx="7886700" cy="1325563"/>
          </a:xfrm>
        </p:spPr>
        <p:txBody>
          <a:bodyPr vert="horz" wrap="square" lIns="0" tIns="207570" rIns="0" bIns="0" rtlCol="0">
            <a:spAutoFit/>
          </a:bodyPr>
          <a:lstStyle/>
          <a:p>
            <a:r>
              <a:rPr lang="en-US"/>
              <a:t>LARANS</a:t>
            </a:r>
            <a:endParaRPr lang="en-US" dirty="0"/>
          </a:p>
        </p:txBody>
      </p:sp>
      <p:sp>
        <p:nvSpPr>
          <p:cNvPr id="7" name="Content Placeholder 6">
            <a:extLst>
              <a:ext uri="{FF2B5EF4-FFF2-40B4-BE49-F238E27FC236}">
                <a16:creationId xmlns:a16="http://schemas.microsoft.com/office/drawing/2014/main" id="{88DFDF4E-3E35-EE9C-67F4-8736725E430E}"/>
              </a:ext>
            </a:extLst>
          </p:cNvPr>
          <p:cNvSpPr>
            <a:spLocks noGrp="1"/>
          </p:cNvSpPr>
          <p:nvPr>
            <p:ph idx="1"/>
          </p:nvPr>
        </p:nvSpPr>
        <p:spPr/>
        <p:txBody>
          <a:bodyPr/>
          <a:lstStyle/>
          <a:p>
            <a:pPr marL="381000" marR="161925" indent="-342900">
              <a:lnSpc>
                <a:spcPct val="100400"/>
              </a:lnSpc>
              <a:spcBef>
                <a:spcPts val="85"/>
              </a:spcBef>
              <a:buFont typeface="Arial"/>
              <a:buChar char="•"/>
              <a:tabLst>
                <a:tab pos="381000" algn="l"/>
              </a:tabLst>
            </a:pPr>
            <a:r>
              <a:rPr lang="vi-VN" sz="2400">
                <a:latin typeface="Gill Sans MT"/>
                <a:cs typeface="Gill Sans MT"/>
              </a:rPr>
              <a:t>Trong </a:t>
            </a:r>
            <a:r>
              <a:rPr lang="vi-VN" sz="2400">
                <a:solidFill>
                  <a:srgbClr val="FF0066"/>
                </a:solidFill>
                <a:latin typeface="Gill Sans MT"/>
                <a:cs typeface="Gill Sans MT"/>
              </a:rPr>
              <a:t>tr</a:t>
            </a:r>
            <a:r>
              <a:rPr lang="vi-VN" sz="2400">
                <a:solidFill>
                  <a:srgbClr val="FF0066"/>
                </a:solidFill>
                <a:latin typeface="Calibri"/>
                <a:cs typeface="Calibri"/>
              </a:rPr>
              <a:t>ườ</a:t>
            </a:r>
            <a:r>
              <a:rPr lang="vi-VN" sz="2400">
                <a:solidFill>
                  <a:srgbClr val="FF0066"/>
                </a:solidFill>
                <a:latin typeface="Gill Sans MT"/>
                <a:cs typeface="Gill Sans MT"/>
              </a:rPr>
              <a:t>ng h</a:t>
            </a:r>
            <a:r>
              <a:rPr lang="vi-VN" sz="2400">
                <a:solidFill>
                  <a:srgbClr val="FF0066"/>
                </a:solidFill>
                <a:latin typeface="Calibri"/>
                <a:cs typeface="Calibri"/>
              </a:rPr>
              <a:t>ợ</a:t>
            </a:r>
            <a:r>
              <a:rPr lang="vi-VN" sz="2400">
                <a:solidFill>
                  <a:srgbClr val="FF0066"/>
                </a:solidFill>
                <a:latin typeface="Gill Sans MT"/>
                <a:cs typeface="Gill Sans MT"/>
              </a:rPr>
              <a:t>p t</a:t>
            </a:r>
            <a:r>
              <a:rPr lang="vi-VN" sz="2400">
                <a:solidFill>
                  <a:srgbClr val="FF0066"/>
                </a:solidFill>
                <a:latin typeface="Calibri"/>
                <a:cs typeface="Calibri"/>
              </a:rPr>
              <a:t>ệ </a:t>
            </a:r>
            <a:r>
              <a:rPr lang="vi-VN" sz="2400">
                <a:solidFill>
                  <a:srgbClr val="FF0066"/>
                </a:solidFill>
                <a:latin typeface="Gill Sans MT"/>
                <a:cs typeface="Gill Sans MT"/>
              </a:rPr>
              <a:t>nh</a:t>
            </a:r>
            <a:r>
              <a:rPr lang="vi-VN" sz="2400">
                <a:solidFill>
                  <a:srgbClr val="FF0066"/>
                </a:solidFill>
                <a:latin typeface="Calibri"/>
                <a:cs typeface="Calibri"/>
              </a:rPr>
              <a:t>ấ</a:t>
            </a:r>
            <a:r>
              <a:rPr lang="vi-VN" sz="2400">
                <a:solidFill>
                  <a:srgbClr val="FF0066"/>
                </a:solidFill>
                <a:latin typeface="Gill Sans MT"/>
                <a:cs typeface="Gill Sans MT"/>
              </a:rPr>
              <a:t>t</a:t>
            </a:r>
            <a:r>
              <a:rPr lang="vi-VN" sz="2400">
                <a:latin typeface="Gill Sans MT"/>
                <a:cs typeface="Gill Sans MT"/>
              </a:rPr>
              <a:t>, CLARANS so sánh m</a:t>
            </a:r>
            <a:r>
              <a:rPr lang="vi-VN" sz="2400">
                <a:latin typeface="Calibri"/>
                <a:cs typeface="Calibri"/>
              </a:rPr>
              <a:t>ộ</a:t>
            </a:r>
            <a:r>
              <a:rPr lang="vi-VN" sz="2400">
                <a:latin typeface="Gill Sans MT"/>
                <a:cs typeface="Gill Sans MT"/>
              </a:rPr>
              <a:t>t đ</a:t>
            </a:r>
            <a:r>
              <a:rPr lang="vi-VN" sz="2400">
                <a:latin typeface="Calibri"/>
                <a:cs typeface="Calibri"/>
              </a:rPr>
              <a:t>ố</a:t>
            </a:r>
            <a:r>
              <a:rPr lang="vi-VN" sz="2400">
                <a:latin typeface="Gill Sans MT"/>
                <a:cs typeface="Gill Sans MT"/>
              </a:rPr>
              <a:t>i t</a:t>
            </a:r>
            <a:r>
              <a:rPr lang="vi-VN" sz="2400">
                <a:latin typeface="Calibri"/>
                <a:cs typeface="Calibri"/>
              </a:rPr>
              <a:t>ượ</a:t>
            </a:r>
            <a:r>
              <a:rPr lang="vi-VN" sz="2400">
                <a:latin typeface="Gill Sans MT"/>
                <a:cs typeface="Gill Sans MT"/>
              </a:rPr>
              <a:t>ng v</a:t>
            </a:r>
            <a:r>
              <a:rPr lang="vi-VN" sz="2400">
                <a:latin typeface="Calibri"/>
                <a:cs typeface="Calibri"/>
              </a:rPr>
              <a:t>ớ</a:t>
            </a:r>
            <a:r>
              <a:rPr lang="vi-VN" sz="2400">
                <a:latin typeface="Gill Sans MT"/>
                <a:cs typeface="Gill Sans MT"/>
              </a:rPr>
              <a:t>i t</a:t>
            </a:r>
            <a:r>
              <a:rPr lang="vi-VN" sz="2400">
                <a:latin typeface="Calibri"/>
                <a:cs typeface="Calibri"/>
              </a:rPr>
              <a:t>ấ</a:t>
            </a:r>
            <a:r>
              <a:rPr lang="vi-VN" sz="2400">
                <a:latin typeface="Gill Sans MT"/>
                <a:cs typeface="Gill Sans MT"/>
              </a:rPr>
              <a:t>t các đ</a:t>
            </a:r>
            <a:r>
              <a:rPr lang="vi-VN" sz="2400">
                <a:latin typeface="Calibri"/>
                <a:cs typeface="Calibri"/>
              </a:rPr>
              <a:t>ố</a:t>
            </a:r>
            <a:r>
              <a:rPr lang="vi-VN" sz="2400">
                <a:latin typeface="Gill Sans MT"/>
                <a:cs typeface="Gill Sans MT"/>
              </a:rPr>
              <a:t>i t</a:t>
            </a:r>
            <a:r>
              <a:rPr lang="vi-VN" sz="2400">
                <a:latin typeface="Calibri"/>
                <a:cs typeface="Calibri"/>
              </a:rPr>
              <a:t>ượ</a:t>
            </a:r>
            <a:r>
              <a:rPr lang="vi-VN" sz="2400">
                <a:latin typeface="Gill Sans MT"/>
                <a:cs typeface="Gill Sans MT"/>
              </a:rPr>
              <a:t>ng </a:t>
            </a:r>
            <a:r>
              <a:rPr lang="vi-VN" sz="2400" b="1">
                <a:latin typeface="Gill Sans MT Bold"/>
                <a:cs typeface="Gill Sans MT Bold"/>
              </a:rPr>
              <a:t>Medoid</a:t>
            </a:r>
            <a:r>
              <a:rPr lang="vi-VN" sz="2400">
                <a:latin typeface="Gill Sans MT"/>
                <a:cs typeface="Gill Sans MT"/>
              </a:rPr>
              <a:t>.Vì v</a:t>
            </a:r>
            <a:r>
              <a:rPr lang="vi-VN" sz="2400">
                <a:latin typeface="Calibri"/>
                <a:cs typeface="Calibri"/>
              </a:rPr>
              <a:t>ậ</a:t>
            </a:r>
            <a:r>
              <a:rPr lang="vi-VN" sz="2400">
                <a:latin typeface="Gill Sans MT"/>
                <a:cs typeface="Gill Sans MT"/>
              </a:rPr>
              <a:t>y, đ</a:t>
            </a:r>
            <a:r>
              <a:rPr lang="vi-VN" sz="2400">
                <a:latin typeface="Calibri"/>
                <a:cs typeface="Calibri"/>
              </a:rPr>
              <a:t>ộ </a:t>
            </a:r>
            <a:r>
              <a:rPr lang="vi-VN" sz="2400">
                <a:latin typeface="Gill Sans MT"/>
                <a:cs typeface="Gill Sans MT"/>
              </a:rPr>
              <a:t>ph</a:t>
            </a:r>
            <a:r>
              <a:rPr lang="vi-VN" sz="2400">
                <a:latin typeface="Calibri"/>
                <a:cs typeface="Calibri"/>
              </a:rPr>
              <a:t>ứ</a:t>
            </a:r>
            <a:r>
              <a:rPr lang="vi-VN" sz="2400">
                <a:latin typeface="Gill Sans MT"/>
                <a:cs typeface="Gill Sans MT"/>
              </a:rPr>
              <a:t>c t</a:t>
            </a:r>
            <a:r>
              <a:rPr lang="vi-VN" sz="2400">
                <a:latin typeface="Calibri"/>
                <a:cs typeface="Calibri"/>
              </a:rPr>
              <a:t>ạ</a:t>
            </a:r>
            <a:r>
              <a:rPr lang="vi-VN" sz="2400">
                <a:latin typeface="Gill Sans MT"/>
                <a:cs typeface="Gill Sans MT"/>
              </a:rPr>
              <a:t>p c</a:t>
            </a:r>
            <a:r>
              <a:rPr lang="vi-VN" sz="2400">
                <a:latin typeface="Calibri"/>
                <a:cs typeface="Calibri"/>
              </a:rPr>
              <a:t>ủ</a:t>
            </a:r>
            <a:r>
              <a:rPr lang="vi-VN" sz="2400">
                <a:latin typeface="Gill Sans MT"/>
                <a:cs typeface="Gill Sans MT"/>
              </a:rPr>
              <a:t>a CLARANS là O(kn</a:t>
            </a:r>
            <a:r>
              <a:rPr lang="vi-VN" sz="2800" baseline="23391">
                <a:latin typeface="Gill Sans MT"/>
                <a:cs typeface="Gill Sans MT"/>
              </a:rPr>
              <a:t>2</a:t>
            </a:r>
            <a:r>
              <a:rPr lang="vi-VN" sz="2400">
                <a:latin typeface="Gill Sans MT"/>
                <a:cs typeface="Gill Sans MT"/>
              </a:rPr>
              <a:t>), nên CLARANS không thích h</a:t>
            </a:r>
            <a:r>
              <a:rPr lang="vi-VN" sz="2400">
                <a:latin typeface="Calibri"/>
                <a:cs typeface="Calibri"/>
              </a:rPr>
              <a:t>ợ</a:t>
            </a:r>
            <a:r>
              <a:rPr lang="vi-VN" sz="2400">
                <a:latin typeface="Gill Sans MT"/>
                <a:cs typeface="Gill Sans MT"/>
              </a:rPr>
              <a:t>p v</a:t>
            </a:r>
            <a:r>
              <a:rPr lang="vi-VN" sz="2400">
                <a:latin typeface="Calibri"/>
                <a:cs typeface="Calibri"/>
              </a:rPr>
              <a:t>ớ</a:t>
            </a:r>
            <a:r>
              <a:rPr lang="vi-VN" sz="2400">
                <a:latin typeface="Gill Sans MT"/>
                <a:cs typeface="Gill Sans MT"/>
              </a:rPr>
              <a:t>i t</a:t>
            </a:r>
            <a:r>
              <a:rPr lang="vi-VN" sz="2400">
                <a:latin typeface="Calibri"/>
                <a:cs typeface="Calibri"/>
              </a:rPr>
              <a:t>ậ</a:t>
            </a:r>
            <a:r>
              <a:rPr lang="vi-VN" sz="2400">
                <a:latin typeface="Gill Sans MT"/>
                <a:cs typeface="Gill Sans MT"/>
              </a:rPr>
              <a:t>p dl l</a:t>
            </a:r>
            <a:r>
              <a:rPr lang="vi-VN" sz="2400">
                <a:latin typeface="Calibri"/>
                <a:cs typeface="Calibri"/>
              </a:rPr>
              <a:t>ớ</a:t>
            </a:r>
            <a:r>
              <a:rPr lang="vi-VN" sz="2400">
                <a:latin typeface="Gill Sans MT"/>
                <a:cs typeface="Gill Sans MT"/>
              </a:rPr>
              <a:t>n (trong tr</a:t>
            </a:r>
            <a:r>
              <a:rPr lang="vi-VN" sz="2400">
                <a:latin typeface="Calibri"/>
                <a:cs typeface="Calibri"/>
              </a:rPr>
              <a:t>ườ</a:t>
            </a:r>
            <a:r>
              <a:rPr lang="vi-VN" sz="2400">
                <a:latin typeface="Gill Sans MT"/>
                <a:cs typeface="Gill Sans MT"/>
              </a:rPr>
              <a:t>ng h</a:t>
            </a:r>
            <a:r>
              <a:rPr lang="vi-VN" sz="2400">
                <a:latin typeface="Calibri"/>
                <a:cs typeface="Calibri"/>
              </a:rPr>
              <a:t>ợ</a:t>
            </a:r>
            <a:r>
              <a:rPr lang="vi-VN" sz="2400">
                <a:latin typeface="Gill Sans MT"/>
                <a:cs typeface="Gill Sans MT"/>
              </a:rPr>
              <a:t>p x</a:t>
            </a:r>
            <a:r>
              <a:rPr lang="vi-VN" sz="2400">
                <a:latin typeface="Calibri"/>
                <a:cs typeface="Calibri"/>
              </a:rPr>
              <a:t>ấ</a:t>
            </a:r>
            <a:r>
              <a:rPr lang="vi-VN" sz="2400">
                <a:latin typeface="Gill Sans MT"/>
                <a:cs typeface="Gill Sans MT"/>
              </a:rPr>
              <a:t>u nh</a:t>
            </a:r>
            <a:r>
              <a:rPr lang="vi-VN" sz="2400">
                <a:latin typeface="Calibri"/>
                <a:cs typeface="Calibri"/>
              </a:rPr>
              <a:t>ấ</a:t>
            </a:r>
            <a:r>
              <a:rPr lang="vi-VN" sz="2400">
                <a:latin typeface="Gill Sans MT"/>
                <a:cs typeface="Gill Sans MT"/>
              </a:rPr>
              <a:t>t).</a:t>
            </a:r>
          </a:p>
          <a:p>
            <a:pPr marL="381000" marR="30480" indent="-342900">
              <a:lnSpc>
                <a:spcPct val="100200"/>
              </a:lnSpc>
              <a:spcBef>
                <a:spcPts val="635"/>
              </a:spcBef>
              <a:buFont typeface="Arial"/>
              <a:buChar char="•"/>
              <a:tabLst>
                <a:tab pos="381000" algn="l"/>
              </a:tabLst>
            </a:pPr>
            <a:r>
              <a:rPr lang="vi-VN" sz="2400">
                <a:latin typeface="Gill Sans MT"/>
                <a:cs typeface="Gill Sans MT"/>
              </a:rPr>
              <a:t>CLARANS có </a:t>
            </a:r>
            <a:r>
              <a:rPr lang="vi-VN" sz="2400">
                <a:solidFill>
                  <a:srgbClr val="FF0066"/>
                </a:solidFill>
                <a:latin typeface="Calibri"/>
                <a:cs typeface="Calibri"/>
              </a:rPr>
              <a:t>ư</a:t>
            </a:r>
            <a:r>
              <a:rPr lang="vi-VN" sz="2400">
                <a:solidFill>
                  <a:srgbClr val="FF0066"/>
                </a:solidFill>
                <a:latin typeface="Gill Sans MT"/>
                <a:cs typeface="Gill Sans MT"/>
              </a:rPr>
              <a:t>u đi</a:t>
            </a:r>
            <a:r>
              <a:rPr lang="vi-VN" sz="2400">
                <a:solidFill>
                  <a:srgbClr val="FF0066"/>
                </a:solidFill>
                <a:latin typeface="Calibri"/>
                <a:cs typeface="Calibri"/>
              </a:rPr>
              <a:t>ể</a:t>
            </a:r>
            <a:r>
              <a:rPr lang="vi-VN" sz="2400">
                <a:solidFill>
                  <a:srgbClr val="FF0066"/>
                </a:solidFill>
                <a:latin typeface="Gill Sans MT"/>
                <a:cs typeface="Gill Sans MT"/>
              </a:rPr>
              <a:t>m </a:t>
            </a:r>
            <a:r>
              <a:rPr lang="vi-VN" sz="2400">
                <a:latin typeface="Gill Sans MT"/>
                <a:cs typeface="Gill Sans MT"/>
              </a:rPr>
              <a:t>là không gian tìm ki</a:t>
            </a:r>
            <a:r>
              <a:rPr lang="vi-VN" sz="2400">
                <a:latin typeface="Calibri"/>
                <a:cs typeface="Calibri"/>
              </a:rPr>
              <a:t>ế</a:t>
            </a:r>
            <a:r>
              <a:rPr lang="vi-VN" sz="2400">
                <a:latin typeface="Gill Sans MT"/>
                <a:cs typeface="Gill Sans MT"/>
              </a:rPr>
              <a:t>m không b</a:t>
            </a:r>
            <a:r>
              <a:rPr lang="vi-VN" sz="2400">
                <a:latin typeface="Calibri"/>
                <a:cs typeface="Calibri"/>
              </a:rPr>
              <a:t>ị </a:t>
            </a:r>
            <a:r>
              <a:rPr lang="vi-VN" sz="2400">
                <a:latin typeface="Gill Sans MT"/>
                <a:cs typeface="Gill Sans MT"/>
              </a:rPr>
              <a:t>gi</a:t>
            </a:r>
            <a:r>
              <a:rPr lang="vi-VN" sz="2400">
                <a:latin typeface="Calibri"/>
                <a:cs typeface="Calibri"/>
              </a:rPr>
              <a:t>ớ</a:t>
            </a:r>
            <a:r>
              <a:rPr lang="vi-VN" sz="2400">
                <a:latin typeface="Gill Sans MT"/>
                <a:cs typeface="Gill Sans MT"/>
              </a:rPr>
              <a:t>i h</a:t>
            </a:r>
            <a:r>
              <a:rPr lang="vi-VN" sz="2400">
                <a:latin typeface="Calibri"/>
                <a:cs typeface="Calibri"/>
              </a:rPr>
              <a:t>ạ</a:t>
            </a:r>
            <a:r>
              <a:rPr lang="vi-VN" sz="2400">
                <a:latin typeface="Gill Sans MT"/>
                <a:cs typeface="Gill Sans MT"/>
              </a:rPr>
              <a:t>n nh</a:t>
            </a:r>
            <a:r>
              <a:rPr lang="vi-VN" sz="2400">
                <a:latin typeface="Calibri"/>
                <a:cs typeface="Calibri"/>
              </a:rPr>
              <a:t>ư </a:t>
            </a:r>
            <a:r>
              <a:rPr lang="vi-VN" sz="2400">
                <a:latin typeface="Gill Sans MT"/>
                <a:cs typeface="Gill Sans MT"/>
              </a:rPr>
              <a:t>CLARA, và trong cùng m</a:t>
            </a:r>
            <a:r>
              <a:rPr lang="vi-VN" sz="2400">
                <a:latin typeface="Calibri"/>
                <a:cs typeface="Calibri"/>
              </a:rPr>
              <a:t>ộ</a:t>
            </a:r>
            <a:r>
              <a:rPr lang="vi-VN" sz="2400">
                <a:latin typeface="Gill Sans MT"/>
                <a:cs typeface="Gill Sans MT"/>
              </a:rPr>
              <a:t>t l</a:t>
            </a:r>
            <a:r>
              <a:rPr lang="vi-VN" sz="2400">
                <a:latin typeface="Calibri"/>
                <a:cs typeface="Calibri"/>
              </a:rPr>
              <a:t>ượ</a:t>
            </a:r>
            <a:r>
              <a:rPr lang="vi-VN" sz="2400">
                <a:latin typeface="Gill Sans MT"/>
                <a:cs typeface="Gill Sans MT"/>
              </a:rPr>
              <a:t>ng th</a:t>
            </a:r>
            <a:r>
              <a:rPr lang="vi-VN" sz="2400">
                <a:latin typeface="Calibri"/>
                <a:cs typeface="Calibri"/>
              </a:rPr>
              <a:t>ờ</a:t>
            </a:r>
            <a:r>
              <a:rPr lang="vi-VN" sz="2400">
                <a:latin typeface="Gill Sans MT"/>
                <a:cs typeface="Gill Sans MT"/>
              </a:rPr>
              <a:t>i gian thì ch</a:t>
            </a:r>
            <a:r>
              <a:rPr lang="vi-VN" sz="2400">
                <a:latin typeface="Calibri"/>
                <a:cs typeface="Calibri"/>
              </a:rPr>
              <a:t>ấ</a:t>
            </a:r>
            <a:r>
              <a:rPr lang="vi-VN" sz="2400">
                <a:latin typeface="Gill Sans MT"/>
                <a:cs typeface="Gill Sans MT"/>
              </a:rPr>
              <a:t>t l</a:t>
            </a:r>
            <a:r>
              <a:rPr lang="vi-VN" sz="2400">
                <a:latin typeface="Calibri"/>
                <a:cs typeface="Calibri"/>
              </a:rPr>
              <a:t>ượ</a:t>
            </a:r>
            <a:r>
              <a:rPr lang="vi-VN" sz="2400">
                <a:latin typeface="Gill Sans MT"/>
                <a:cs typeface="Gill Sans MT"/>
              </a:rPr>
              <a:t>ng c</a:t>
            </a:r>
            <a:r>
              <a:rPr lang="vi-VN" sz="2400">
                <a:latin typeface="Calibri"/>
                <a:cs typeface="Calibri"/>
              </a:rPr>
              <a:t>ủ</a:t>
            </a:r>
            <a:r>
              <a:rPr lang="vi-VN" sz="2400">
                <a:latin typeface="Gill Sans MT"/>
                <a:cs typeface="Gill Sans MT"/>
              </a:rPr>
              <a:t>a các c</a:t>
            </a:r>
            <a:r>
              <a:rPr lang="vi-VN" sz="2400">
                <a:latin typeface="Calibri"/>
                <a:cs typeface="Calibri"/>
              </a:rPr>
              <a:t>ụ</a:t>
            </a:r>
            <a:r>
              <a:rPr lang="vi-VN" sz="2400">
                <a:latin typeface="Gill Sans MT"/>
                <a:cs typeface="Gill Sans MT"/>
              </a:rPr>
              <a:t>m t</a:t>
            </a:r>
            <a:r>
              <a:rPr lang="vi-VN" sz="2400">
                <a:latin typeface="Calibri"/>
                <a:cs typeface="Calibri"/>
              </a:rPr>
              <a:t>ố</a:t>
            </a:r>
            <a:r>
              <a:rPr lang="vi-VN" sz="2400">
                <a:latin typeface="Gill Sans MT"/>
                <a:cs typeface="Gill Sans MT"/>
              </a:rPr>
              <a:t>t h</a:t>
            </a:r>
            <a:r>
              <a:rPr lang="vi-VN" sz="2400">
                <a:latin typeface="Calibri"/>
                <a:cs typeface="Calibri"/>
              </a:rPr>
              <a:t>ơ</a:t>
            </a:r>
            <a:r>
              <a:rPr lang="vi-VN" sz="2400">
                <a:latin typeface="Gill Sans MT"/>
                <a:cs typeface="Gill Sans MT"/>
              </a:rPr>
              <a:t>n CLARA.</a:t>
            </a:r>
          </a:p>
          <a:p>
            <a:endParaRPr lang="en-US"/>
          </a:p>
        </p:txBody>
      </p:sp>
      <p:sp>
        <p:nvSpPr>
          <p:cNvPr id="4" name="object 4"/>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67</a:t>
            </a:fld>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365126"/>
            <a:ext cx="7886700" cy="1325563"/>
          </a:xfrm>
        </p:spPr>
        <p:txBody>
          <a:bodyPr vert="horz" wrap="square" lIns="0" tIns="207570" rIns="0" bIns="0" rtlCol="0">
            <a:spAutoFit/>
          </a:bodyPr>
          <a:lstStyle/>
          <a:p>
            <a:r>
              <a:rPr lang="en-US" dirty="0" err="1"/>
              <a:t>Nhận</a:t>
            </a:r>
            <a:r>
              <a:rPr lang="en-US" dirty="0"/>
              <a:t> </a:t>
            </a:r>
            <a:r>
              <a:rPr lang="en-US" dirty="0" err="1"/>
              <a:t>xét</a:t>
            </a:r>
            <a:endParaRPr lang="en-US" dirty="0"/>
          </a:p>
        </p:txBody>
      </p:sp>
      <p:sp>
        <p:nvSpPr>
          <p:cNvPr id="7" name="Content Placeholder 6">
            <a:extLst>
              <a:ext uri="{FF2B5EF4-FFF2-40B4-BE49-F238E27FC236}">
                <a16:creationId xmlns:a16="http://schemas.microsoft.com/office/drawing/2014/main" id="{EA02598A-7CA2-A659-E9F3-044A6922A491}"/>
              </a:ext>
            </a:extLst>
          </p:cNvPr>
          <p:cNvSpPr>
            <a:spLocks noGrp="1"/>
          </p:cNvSpPr>
          <p:nvPr>
            <p:ph idx="1"/>
          </p:nvPr>
        </p:nvSpPr>
        <p:spPr/>
        <p:txBody>
          <a:bodyPr/>
          <a:lstStyle/>
          <a:p>
            <a:pPr marL="355600" marR="5080" indent="-342900">
              <a:lnSpc>
                <a:spcPct val="101200"/>
              </a:lnSpc>
              <a:spcBef>
                <a:spcPts val="60"/>
              </a:spcBef>
              <a:buChar char="•"/>
              <a:tabLst>
                <a:tab pos="355600" algn="l"/>
              </a:tabLst>
            </a:pPr>
            <a:r>
              <a:rPr lang="vi-VN" sz="2400">
                <a:latin typeface="Gill Sans MT"/>
                <a:cs typeface="Gill Sans MT"/>
              </a:rPr>
              <a:t>k-means thích h</a:t>
            </a:r>
            <a:r>
              <a:rPr lang="vi-VN" sz="2400">
                <a:latin typeface="Calibri"/>
                <a:cs typeface="Calibri"/>
              </a:rPr>
              <a:t>ợ</a:t>
            </a:r>
            <a:r>
              <a:rPr lang="vi-VN" sz="2400">
                <a:latin typeface="Gill Sans MT"/>
                <a:cs typeface="Gill Sans MT"/>
              </a:rPr>
              <a:t>p v</a:t>
            </a:r>
            <a:r>
              <a:rPr lang="vi-VN" sz="2400">
                <a:latin typeface="Calibri"/>
                <a:cs typeface="Calibri"/>
              </a:rPr>
              <a:t>ớ</a:t>
            </a:r>
            <a:r>
              <a:rPr lang="vi-VN" sz="2400">
                <a:latin typeface="Gill Sans MT"/>
                <a:cs typeface="Gill Sans MT"/>
              </a:rPr>
              <a:t>i các c</a:t>
            </a:r>
            <a:r>
              <a:rPr lang="vi-VN" sz="2400">
                <a:latin typeface="Calibri"/>
                <a:cs typeface="Calibri"/>
              </a:rPr>
              <a:t>ụ</a:t>
            </a:r>
            <a:r>
              <a:rPr lang="vi-VN" sz="2400">
                <a:latin typeface="Gill Sans MT"/>
                <a:cs typeface="Gill Sans MT"/>
              </a:rPr>
              <a:t>m DL có d</a:t>
            </a:r>
            <a:r>
              <a:rPr lang="vi-VN" sz="2400">
                <a:latin typeface="Calibri"/>
                <a:cs typeface="Calibri"/>
              </a:rPr>
              <a:t>ạ</a:t>
            </a:r>
            <a:r>
              <a:rPr lang="vi-VN" sz="2400">
                <a:latin typeface="Gill Sans MT"/>
                <a:cs typeface="Gill Sans MT"/>
              </a:rPr>
              <a:t>ng hình c</a:t>
            </a:r>
            <a:r>
              <a:rPr lang="vi-VN" sz="2400">
                <a:latin typeface="Calibri"/>
                <a:cs typeface="Calibri"/>
              </a:rPr>
              <a:t>ầ</a:t>
            </a:r>
            <a:r>
              <a:rPr lang="vi-VN" sz="2400">
                <a:latin typeface="Gill Sans MT"/>
                <a:cs typeface="Gill Sans MT"/>
              </a:rPr>
              <a:t>u. Khi các c</a:t>
            </a:r>
            <a:r>
              <a:rPr lang="vi-VN" sz="2400">
                <a:latin typeface="Calibri"/>
                <a:cs typeface="Calibri"/>
              </a:rPr>
              <a:t>ụ</a:t>
            </a:r>
            <a:r>
              <a:rPr lang="vi-VN" sz="2400">
                <a:latin typeface="Gill Sans MT"/>
                <a:cs typeface="Gill Sans MT"/>
              </a:rPr>
              <a:t>m khá g</a:t>
            </a:r>
            <a:r>
              <a:rPr lang="vi-VN" sz="2400">
                <a:latin typeface="Calibri"/>
                <a:cs typeface="Calibri"/>
              </a:rPr>
              <a:t>ầ</a:t>
            </a:r>
            <a:r>
              <a:rPr lang="vi-VN" sz="2400">
                <a:latin typeface="Gill Sans MT"/>
                <a:cs typeface="Gill Sans MT"/>
              </a:rPr>
              <a:t>n nhau thì m</a:t>
            </a:r>
            <a:r>
              <a:rPr lang="vi-VN" sz="2400">
                <a:latin typeface="Calibri"/>
                <a:cs typeface="Calibri"/>
              </a:rPr>
              <a:t>ộ</a:t>
            </a:r>
            <a:r>
              <a:rPr lang="vi-VN" sz="2400">
                <a:latin typeface="Gill Sans MT"/>
                <a:cs typeface="Gill Sans MT"/>
              </a:rPr>
              <a:t>t s</a:t>
            </a:r>
            <a:r>
              <a:rPr lang="vi-VN" sz="2400">
                <a:latin typeface="Calibri"/>
                <a:cs typeface="Calibri"/>
              </a:rPr>
              <a:t>ố </a:t>
            </a:r>
            <a:r>
              <a:rPr lang="vi-VN" sz="2400">
                <a:latin typeface="Gill Sans MT"/>
                <a:cs typeface="Gill Sans MT"/>
              </a:rPr>
              <a:t>đ</a:t>
            </a:r>
            <a:r>
              <a:rPr lang="vi-VN" sz="2400">
                <a:latin typeface="Calibri"/>
                <a:cs typeface="Calibri"/>
              </a:rPr>
              <a:t>ố</a:t>
            </a:r>
            <a:r>
              <a:rPr lang="vi-VN" sz="2400">
                <a:latin typeface="Gill Sans MT"/>
                <a:cs typeface="Gill Sans MT"/>
              </a:rPr>
              <a:t>i t</a:t>
            </a:r>
            <a:r>
              <a:rPr lang="vi-VN" sz="2400">
                <a:latin typeface="Calibri"/>
                <a:cs typeface="Calibri"/>
              </a:rPr>
              <a:t>ượ</a:t>
            </a:r>
            <a:r>
              <a:rPr lang="vi-VN" sz="2400">
                <a:latin typeface="Gill Sans MT"/>
                <a:cs typeface="Gill Sans MT"/>
              </a:rPr>
              <a:t>ng c</a:t>
            </a:r>
            <a:r>
              <a:rPr lang="vi-VN" sz="2400">
                <a:latin typeface="Calibri"/>
                <a:cs typeface="Calibri"/>
              </a:rPr>
              <a:t>ủ</a:t>
            </a:r>
            <a:r>
              <a:rPr lang="vi-VN" sz="2400">
                <a:latin typeface="Gill Sans MT"/>
                <a:cs typeface="Gill Sans MT"/>
              </a:rPr>
              <a:t>a m</a:t>
            </a:r>
            <a:r>
              <a:rPr lang="vi-VN" sz="2400">
                <a:latin typeface="Calibri"/>
                <a:cs typeface="Calibri"/>
              </a:rPr>
              <a:t>ộ</a:t>
            </a:r>
            <a:r>
              <a:rPr lang="vi-VN" sz="2400">
                <a:latin typeface="Gill Sans MT"/>
                <a:cs typeface="Gill Sans MT"/>
              </a:rPr>
              <a:t>t c</a:t>
            </a:r>
            <a:r>
              <a:rPr lang="vi-VN" sz="2400">
                <a:latin typeface="Calibri"/>
                <a:cs typeface="Calibri"/>
              </a:rPr>
              <a:t>ụ</a:t>
            </a:r>
            <a:r>
              <a:rPr lang="vi-VN" sz="2400">
                <a:latin typeface="Gill Sans MT"/>
                <a:cs typeface="Gill Sans MT"/>
              </a:rPr>
              <a:t>m có th</a:t>
            </a:r>
            <a:r>
              <a:rPr lang="vi-VN" sz="2400">
                <a:latin typeface="Calibri"/>
                <a:cs typeface="Calibri"/>
              </a:rPr>
              <a:t>ể </a:t>
            </a:r>
            <a:r>
              <a:rPr lang="vi-VN" sz="2400">
                <a:latin typeface="Gill Sans MT"/>
                <a:cs typeface="Gill Sans MT"/>
              </a:rPr>
              <a:t>n</a:t>
            </a:r>
            <a:r>
              <a:rPr lang="vi-VN" sz="2400">
                <a:latin typeface="Calibri"/>
                <a:cs typeface="Calibri"/>
              </a:rPr>
              <a:t>ằ</a:t>
            </a:r>
            <a:r>
              <a:rPr lang="vi-VN" sz="2400">
                <a:latin typeface="Gill Sans MT"/>
                <a:cs typeface="Gill Sans MT"/>
              </a:rPr>
              <a:t>m trong các c</a:t>
            </a:r>
            <a:r>
              <a:rPr lang="vi-VN" sz="2400">
                <a:latin typeface="Calibri"/>
                <a:cs typeface="Calibri"/>
              </a:rPr>
              <a:t>ụ</a:t>
            </a:r>
            <a:r>
              <a:rPr lang="vi-VN" sz="2400">
                <a:latin typeface="Gill Sans MT"/>
                <a:cs typeface="Gill Sans MT"/>
              </a:rPr>
              <a:t>m khác.</a:t>
            </a:r>
          </a:p>
          <a:p>
            <a:pPr marL="355600" marR="727075" indent="-342900">
              <a:lnSpc>
                <a:spcPts val="3300"/>
              </a:lnSpc>
              <a:buChar char="•"/>
              <a:tabLst>
                <a:tab pos="355600" algn="l"/>
              </a:tabLst>
            </a:pPr>
            <a:r>
              <a:rPr lang="vi-VN" sz="2400">
                <a:latin typeface="Gill Sans MT"/>
                <a:cs typeface="Gill Sans MT"/>
              </a:rPr>
              <a:t>PAM là c</a:t>
            </a:r>
            <a:r>
              <a:rPr lang="vi-VN" sz="2400">
                <a:latin typeface="Calibri"/>
                <a:cs typeface="Calibri"/>
              </a:rPr>
              <a:t>ả</a:t>
            </a:r>
            <a:r>
              <a:rPr lang="vi-VN" sz="2400">
                <a:latin typeface="Gill Sans MT"/>
                <a:cs typeface="Gill Sans MT"/>
              </a:rPr>
              <a:t>i ti</a:t>
            </a:r>
            <a:r>
              <a:rPr lang="vi-VN" sz="2400">
                <a:latin typeface="Calibri"/>
                <a:cs typeface="Calibri"/>
              </a:rPr>
              <a:t>ế</a:t>
            </a:r>
            <a:r>
              <a:rPr lang="vi-VN" sz="2400">
                <a:latin typeface="Gill Sans MT"/>
                <a:cs typeface="Gill Sans MT"/>
              </a:rPr>
              <a:t>n c</a:t>
            </a:r>
            <a:r>
              <a:rPr lang="vi-VN" sz="2400">
                <a:latin typeface="Calibri"/>
                <a:cs typeface="Calibri"/>
              </a:rPr>
              <a:t>ủ</a:t>
            </a:r>
            <a:r>
              <a:rPr lang="vi-VN" sz="2400">
                <a:latin typeface="Gill Sans MT"/>
                <a:cs typeface="Gill Sans MT"/>
              </a:rPr>
              <a:t>a k-means đ</a:t>
            </a:r>
            <a:r>
              <a:rPr lang="vi-VN" sz="2400">
                <a:latin typeface="Calibri"/>
                <a:cs typeface="Calibri"/>
              </a:rPr>
              <a:t>ể </a:t>
            </a:r>
            <a:r>
              <a:rPr lang="vi-VN" sz="2400">
                <a:latin typeface="Gill Sans MT"/>
                <a:cs typeface="Gill Sans MT"/>
              </a:rPr>
              <a:t>kh</a:t>
            </a:r>
            <a:r>
              <a:rPr lang="vi-VN" sz="2400">
                <a:latin typeface="Calibri"/>
                <a:cs typeface="Calibri"/>
              </a:rPr>
              <a:t>ắ</a:t>
            </a:r>
            <a:r>
              <a:rPr lang="vi-VN" sz="2400">
                <a:latin typeface="Gill Sans MT"/>
                <a:cs typeface="Gill Sans MT"/>
              </a:rPr>
              <a:t>c ph</a:t>
            </a:r>
            <a:r>
              <a:rPr lang="vi-VN" sz="2400">
                <a:latin typeface="Calibri"/>
                <a:cs typeface="Calibri"/>
              </a:rPr>
              <a:t>ụ</a:t>
            </a:r>
            <a:r>
              <a:rPr lang="vi-VN" sz="2400">
                <a:latin typeface="Gill Sans MT"/>
                <a:cs typeface="Gill Sans MT"/>
              </a:rPr>
              <a:t>c tr</a:t>
            </a:r>
            <a:r>
              <a:rPr lang="vi-VN" sz="2400">
                <a:latin typeface="Calibri"/>
                <a:cs typeface="Calibri"/>
              </a:rPr>
              <a:t>ườ</a:t>
            </a:r>
            <a:r>
              <a:rPr lang="vi-VN" sz="2400">
                <a:latin typeface="Gill Sans MT"/>
                <a:cs typeface="Gill Sans MT"/>
              </a:rPr>
              <a:t>ng h</a:t>
            </a:r>
            <a:r>
              <a:rPr lang="vi-VN" sz="2400">
                <a:latin typeface="Calibri"/>
                <a:cs typeface="Calibri"/>
              </a:rPr>
              <a:t>ợ</a:t>
            </a:r>
            <a:r>
              <a:rPr lang="vi-VN" sz="2400">
                <a:latin typeface="Gill Sans MT"/>
                <a:cs typeface="Gill Sans MT"/>
              </a:rPr>
              <a:t>p DL ch</a:t>
            </a:r>
            <a:r>
              <a:rPr lang="vi-VN" sz="2400">
                <a:latin typeface="Calibri"/>
                <a:cs typeface="Calibri"/>
              </a:rPr>
              <a:t>ứ</a:t>
            </a:r>
            <a:r>
              <a:rPr lang="vi-VN" sz="2400">
                <a:latin typeface="Gill Sans MT"/>
                <a:cs typeface="Gill Sans MT"/>
              </a:rPr>
              <a:t>a nhi</a:t>
            </a:r>
            <a:r>
              <a:rPr lang="vi-VN" sz="2400">
                <a:latin typeface="Calibri"/>
                <a:cs typeface="Calibri"/>
              </a:rPr>
              <a:t>ễ</a:t>
            </a:r>
            <a:r>
              <a:rPr lang="vi-VN" sz="2400">
                <a:latin typeface="Gill Sans MT"/>
                <a:cs typeface="Gill Sans MT"/>
              </a:rPr>
              <a:t>u/ph</a:t>
            </a:r>
            <a:r>
              <a:rPr lang="vi-VN" sz="2400">
                <a:latin typeface="Calibri"/>
                <a:cs typeface="Calibri"/>
              </a:rPr>
              <a:t>ầ</a:t>
            </a:r>
            <a:r>
              <a:rPr lang="vi-VN" sz="2400">
                <a:latin typeface="Gill Sans MT"/>
                <a:cs typeface="Gill Sans MT"/>
              </a:rPr>
              <a:t>n t</a:t>
            </a:r>
            <a:r>
              <a:rPr lang="vi-VN" sz="2400">
                <a:latin typeface="Calibri"/>
                <a:cs typeface="Calibri"/>
              </a:rPr>
              <a:t>ử </a:t>
            </a:r>
            <a:r>
              <a:rPr lang="vi-VN" sz="2400">
                <a:latin typeface="Gill Sans MT"/>
                <a:cs typeface="Gill Sans MT"/>
              </a:rPr>
              <a:t>ngo</a:t>
            </a:r>
            <a:r>
              <a:rPr lang="vi-VN" sz="2400">
                <a:latin typeface="Calibri"/>
                <a:cs typeface="Calibri"/>
              </a:rPr>
              <a:t>ạ</a:t>
            </a:r>
            <a:r>
              <a:rPr lang="vi-VN" sz="2400">
                <a:latin typeface="Gill Sans MT"/>
                <a:cs typeface="Gill Sans MT"/>
              </a:rPr>
              <a:t>i lai.</a:t>
            </a:r>
          </a:p>
          <a:p>
            <a:endParaRPr lang="en-US"/>
          </a:p>
        </p:txBody>
      </p:sp>
      <p:sp>
        <p:nvSpPr>
          <p:cNvPr id="4" name="object 4"/>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68</a:t>
            </a:fld>
            <a:endParaRPr 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365126"/>
            <a:ext cx="7886700" cy="1325563"/>
          </a:xfrm>
        </p:spPr>
        <p:txBody>
          <a:bodyPr vert="horz" wrap="square" lIns="0" tIns="207570" rIns="0" bIns="0" rtlCol="0">
            <a:spAutoFit/>
          </a:bodyPr>
          <a:lstStyle/>
          <a:p>
            <a:r>
              <a:rPr lang="en-US"/>
              <a:t>Nhận xét</a:t>
            </a:r>
            <a:endParaRPr lang="en-US" dirty="0"/>
          </a:p>
        </p:txBody>
      </p:sp>
      <p:sp>
        <p:nvSpPr>
          <p:cNvPr id="7" name="Content Placeholder 6">
            <a:extLst>
              <a:ext uri="{FF2B5EF4-FFF2-40B4-BE49-F238E27FC236}">
                <a16:creationId xmlns:a16="http://schemas.microsoft.com/office/drawing/2014/main" id="{B3FDD6E5-EB6A-D3BE-740A-A15CD1A0001F}"/>
              </a:ext>
            </a:extLst>
          </p:cNvPr>
          <p:cNvSpPr>
            <a:spLocks noGrp="1"/>
          </p:cNvSpPr>
          <p:nvPr>
            <p:ph idx="1"/>
          </p:nvPr>
        </p:nvSpPr>
        <p:spPr/>
        <p:txBody>
          <a:bodyPr/>
          <a:lstStyle/>
          <a:p>
            <a:pPr marL="355600" marR="8255" indent="-342900">
              <a:lnSpc>
                <a:spcPct val="79900"/>
              </a:lnSpc>
              <a:spcBef>
                <a:spcPts val="675"/>
              </a:spcBef>
              <a:buChar char="•"/>
              <a:tabLst>
                <a:tab pos="355600" algn="l"/>
              </a:tabLst>
            </a:pPr>
            <a:r>
              <a:rPr lang="vi-VN" sz="2800">
                <a:latin typeface="Tahoma" panose="020B0604030504040204" pitchFamily="34" charset="0"/>
                <a:ea typeface="Tahoma" panose="020B0604030504040204" pitchFamily="34" charset="0"/>
                <a:cs typeface="Tahoma" panose="020B0604030504040204" pitchFamily="34" charset="0"/>
              </a:rPr>
              <a:t>CLARA và CLARANS là các thuật toán dựa trên hàm tiêu chuẩn của thuật toán PAM, có khả năng áp dụng với tập DL lớn, nhưng hiệu quả phụ thuộc vào kích thước của các mẫu được phân. CLARANS hiệu quả hơn CLARA.</a:t>
            </a:r>
          </a:p>
          <a:p>
            <a:pPr marL="355600" marR="5080" indent="-342900">
              <a:lnSpc>
                <a:spcPct val="79900"/>
              </a:lnSpc>
              <a:spcBef>
                <a:spcPts val="5"/>
              </a:spcBef>
              <a:buChar char="•"/>
              <a:tabLst>
                <a:tab pos="355600" algn="l"/>
              </a:tabLst>
            </a:pPr>
            <a:r>
              <a:rPr lang="vi-VN" sz="2800">
                <a:solidFill>
                  <a:srgbClr val="FF0066"/>
                </a:solidFill>
                <a:latin typeface="Tahoma" panose="020B0604030504040204" pitchFamily="34" charset="0"/>
                <a:ea typeface="Tahoma" panose="020B0604030504040204" pitchFamily="34" charset="0"/>
                <a:cs typeface="Tahoma" panose="020B0604030504040204" pitchFamily="34" charset="0"/>
              </a:rPr>
              <a:t>Hạn chế</a:t>
            </a:r>
            <a:r>
              <a:rPr lang="vi-VN" sz="2800">
                <a:latin typeface="Tahoma" panose="020B0604030504040204" pitchFamily="34" charset="0"/>
                <a:ea typeface="Tahoma" panose="020B0604030504040204" pitchFamily="34" charset="0"/>
                <a:cs typeface="Tahoma" panose="020B0604030504040204" pitchFamily="34" charset="0"/>
              </a:rPr>
              <a:t>: các thuật toán phân cụm phân hoạch là chỉ thích hợp đối với DL số, ít chiều, và chỉ khám phá ra các cụm dạng hình cầu, nhưng lại áp dụng tốt với DL có các cụm phân bố độc lập và trong mỗi cụm có mật độ phân bố cao.</a:t>
            </a:r>
          </a:p>
          <a:p>
            <a:endParaRPr lang="en-US"/>
          </a:p>
        </p:txBody>
      </p:sp>
      <p:sp>
        <p:nvSpPr>
          <p:cNvPr id="4" name="object 4"/>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69</a:t>
            </a:fld>
            <a:endParaRPr 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p:txBody>
          <a:bodyPr vert="horz" wrap="square" lIns="0" tIns="12700" rIns="0" bIns="0" rtlCol="0">
            <a:spAutoFit/>
          </a:bodyPr>
          <a:lstStyle/>
          <a:p>
            <a:r>
              <a:rPr lang="en-US"/>
              <a:t>Phân cụm phân cấp</a:t>
            </a:r>
          </a:p>
        </p:txBody>
      </p:sp>
      <p:sp>
        <p:nvSpPr>
          <p:cNvPr id="10" name="Content Placeholder 9">
            <a:extLst>
              <a:ext uri="{FF2B5EF4-FFF2-40B4-BE49-F238E27FC236}">
                <a16:creationId xmlns:a16="http://schemas.microsoft.com/office/drawing/2014/main" id="{E9D6D3E0-B410-215B-F546-7F557AFD0342}"/>
              </a:ext>
            </a:extLst>
          </p:cNvPr>
          <p:cNvSpPr>
            <a:spLocks noGrp="1"/>
          </p:cNvSpPr>
          <p:nvPr>
            <p:ph type="body" idx="1"/>
          </p:nvPr>
        </p:nvSpPr>
        <p:spPr/>
        <p:txBody>
          <a:bodyPr/>
          <a:lstStyle/>
          <a:p>
            <a:r>
              <a:rPr lang="en-US" sz="2400" dirty="0"/>
              <a:t>HAC, DIANA, </a:t>
            </a:r>
            <a:r>
              <a:rPr lang="en-US" sz="2400" spc="-10" dirty="0">
                <a:latin typeface="Gill Sans MT"/>
                <a:cs typeface="Gill Sans MT"/>
              </a:rPr>
              <a:t>BIRCH</a:t>
            </a:r>
            <a:r>
              <a:rPr lang="en-US" sz="2400" dirty="0">
                <a:latin typeface="Gill Sans MT"/>
                <a:cs typeface="Gill Sans MT"/>
              </a:rPr>
              <a:t>, </a:t>
            </a:r>
            <a:r>
              <a:rPr lang="en-US" sz="2400" spc="-20" dirty="0">
                <a:latin typeface="Gill Sans MT"/>
                <a:cs typeface="Gill Sans MT"/>
              </a:rPr>
              <a:t>CURE</a:t>
            </a:r>
            <a:endParaRPr lang="en-US" sz="2400" dirty="0">
              <a:latin typeface="Gill Sans MT"/>
              <a:cs typeface="Gill Sans MT"/>
            </a:endParaRPr>
          </a:p>
          <a:p>
            <a:endParaRPr lang="en-US" dirty="0"/>
          </a:p>
        </p:txBody>
      </p:sp>
      <p:sp>
        <p:nvSpPr>
          <p:cNvPr id="4" name="object 4"/>
          <p:cNvSpPr txBox="1">
            <a:spLocks noGrp="1"/>
          </p:cNvSpPr>
          <p:nvPr>
            <p:ph type="sldNum" sz="quarter" idx="12"/>
          </p:nvPr>
        </p:nvSpPr>
        <p:spPr/>
        <p:txBody>
          <a:bodyPr vert="horz" wrap="square" lIns="0" tIns="3810" rIns="0" bIns="0" rtlCol="0">
            <a:spAutoFit/>
          </a:bodyPr>
          <a:lstStyle/>
          <a:p>
            <a:fld id="{81D60167-4931-47E6-BA6A-407CBD079E47}" type="slidenum">
              <a:rPr lang="en-US" smtClean="0"/>
              <a:pPr/>
              <a:t>70</a:t>
            </a:fld>
            <a:endParaRPr 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365126"/>
            <a:ext cx="7886700" cy="1325563"/>
          </a:xfrm>
        </p:spPr>
        <p:txBody>
          <a:bodyPr vert="horz" wrap="square" lIns="0" tIns="207570" rIns="0" bIns="0" rtlCol="0">
            <a:spAutoFit/>
          </a:bodyPr>
          <a:lstStyle/>
          <a:p>
            <a:r>
              <a:rPr lang="en-US" dirty="0"/>
              <a:t>Phân cụm phân cấp</a:t>
            </a:r>
          </a:p>
        </p:txBody>
      </p:sp>
      <p:sp>
        <p:nvSpPr>
          <p:cNvPr id="7" name="Content Placeholder 6">
            <a:extLst>
              <a:ext uri="{FF2B5EF4-FFF2-40B4-BE49-F238E27FC236}">
                <a16:creationId xmlns:a16="http://schemas.microsoft.com/office/drawing/2014/main" id="{45008598-FE38-E7AB-2BE6-40B0E32F97EF}"/>
              </a:ext>
            </a:extLst>
          </p:cNvPr>
          <p:cNvSpPr>
            <a:spLocks noGrp="1"/>
          </p:cNvSpPr>
          <p:nvPr>
            <p:ph idx="1"/>
          </p:nvPr>
        </p:nvSpPr>
        <p:spPr/>
        <p:txBody>
          <a:bodyPr>
            <a:normAutofit lnSpcReduction="10000"/>
          </a:bodyPr>
          <a:lstStyle/>
          <a:p>
            <a:pPr marL="354965" indent="-342265">
              <a:lnSpc>
                <a:spcPct val="100000"/>
              </a:lnSpc>
              <a:spcBef>
                <a:spcPts val="100"/>
              </a:spcBef>
              <a:buFont typeface="Arial"/>
              <a:buChar char="•"/>
              <a:tabLst>
                <a:tab pos="354965" algn="l"/>
              </a:tabLst>
            </a:pPr>
            <a:r>
              <a:rPr lang="vi-VN" sz="2400">
                <a:latin typeface="Gill Sans MT"/>
                <a:cs typeface="Gill Sans MT"/>
              </a:rPr>
              <a:t>S</a:t>
            </a:r>
            <a:r>
              <a:rPr lang="vi-VN" sz="2400">
                <a:latin typeface="Calibri"/>
                <a:cs typeface="Calibri"/>
              </a:rPr>
              <a:t>ắ</a:t>
            </a:r>
            <a:r>
              <a:rPr lang="vi-VN" sz="2400">
                <a:latin typeface="Gill Sans MT"/>
                <a:cs typeface="Gill Sans MT"/>
              </a:rPr>
              <a:t>p x</a:t>
            </a:r>
            <a:r>
              <a:rPr lang="vi-VN" sz="2400">
                <a:latin typeface="Calibri"/>
                <a:cs typeface="Calibri"/>
              </a:rPr>
              <a:t>ế</a:t>
            </a:r>
            <a:r>
              <a:rPr lang="vi-VN" sz="2400">
                <a:latin typeface="Gill Sans MT"/>
                <a:cs typeface="Gill Sans MT"/>
              </a:rPr>
              <a:t>p m</a:t>
            </a:r>
            <a:r>
              <a:rPr lang="vi-VN" sz="2400">
                <a:latin typeface="Calibri"/>
                <a:cs typeface="Calibri"/>
              </a:rPr>
              <a:t>ộ</a:t>
            </a:r>
            <a:r>
              <a:rPr lang="vi-VN" sz="2400">
                <a:latin typeface="Gill Sans MT"/>
                <a:cs typeface="Gill Sans MT"/>
              </a:rPr>
              <a:t>t t</a:t>
            </a:r>
            <a:r>
              <a:rPr lang="vi-VN" sz="2400">
                <a:latin typeface="Calibri"/>
                <a:cs typeface="Calibri"/>
              </a:rPr>
              <a:t>ậ</a:t>
            </a:r>
            <a:r>
              <a:rPr lang="vi-VN" sz="2400">
                <a:latin typeface="Gill Sans MT"/>
                <a:cs typeface="Gill Sans MT"/>
              </a:rPr>
              <a:t>p DL đã cho thành c</a:t>
            </a:r>
            <a:r>
              <a:rPr lang="vi-VN" sz="2400">
                <a:latin typeface="Calibri"/>
                <a:cs typeface="Calibri"/>
              </a:rPr>
              <a:t>ấ</a:t>
            </a:r>
            <a:r>
              <a:rPr lang="vi-VN" sz="2400">
                <a:latin typeface="Gill Sans MT"/>
                <a:cs typeface="Gill Sans MT"/>
              </a:rPr>
              <a:t>u trúc có d</a:t>
            </a:r>
            <a:r>
              <a:rPr lang="vi-VN" sz="2400">
                <a:latin typeface="Calibri"/>
                <a:cs typeface="Calibri"/>
              </a:rPr>
              <a:t>ạ</a:t>
            </a:r>
            <a:r>
              <a:rPr lang="vi-VN" sz="2400">
                <a:latin typeface="Gill Sans MT"/>
                <a:cs typeface="Gill Sans MT"/>
              </a:rPr>
              <a:t>ng hình cây:</a:t>
            </a:r>
          </a:p>
          <a:p>
            <a:pPr marL="761365" lvl="1" indent="-393065">
              <a:lnSpc>
                <a:spcPct val="100000"/>
              </a:lnSpc>
              <a:spcBef>
                <a:spcPts val="20"/>
              </a:spcBef>
              <a:buClr>
                <a:srgbClr val="558ED5"/>
              </a:buClr>
              <a:buSzPct val="75000"/>
              <a:buFont typeface="Arial"/>
              <a:buChar char="□"/>
              <a:tabLst>
                <a:tab pos="761365" algn="l"/>
              </a:tabLst>
            </a:pPr>
            <a:r>
              <a:rPr lang="vi-VN" sz="2000">
                <a:latin typeface="Gill Sans MT"/>
                <a:cs typeface="Gill Sans MT"/>
              </a:rPr>
              <a:t>Cây này xây d</a:t>
            </a:r>
            <a:r>
              <a:rPr lang="vi-VN" sz="2000">
                <a:latin typeface="Calibri"/>
                <a:cs typeface="Calibri"/>
              </a:rPr>
              <a:t>ự</a:t>
            </a:r>
            <a:r>
              <a:rPr lang="vi-VN" sz="2000">
                <a:latin typeface="Gill Sans MT"/>
                <a:cs typeface="Gill Sans MT"/>
              </a:rPr>
              <a:t>ng theo k</a:t>
            </a:r>
            <a:r>
              <a:rPr lang="vi-VN" sz="2000">
                <a:latin typeface="Calibri"/>
                <a:cs typeface="Calibri"/>
              </a:rPr>
              <a:t>ỹ </a:t>
            </a:r>
            <a:r>
              <a:rPr lang="vi-VN" sz="2000">
                <a:latin typeface="Gill Sans MT"/>
                <a:cs typeface="Gill Sans MT"/>
              </a:rPr>
              <a:t>thu</a:t>
            </a:r>
            <a:r>
              <a:rPr lang="vi-VN" sz="2000">
                <a:latin typeface="Calibri"/>
                <a:cs typeface="Calibri"/>
              </a:rPr>
              <a:t>ậ</a:t>
            </a:r>
            <a:r>
              <a:rPr lang="vi-VN" sz="2000">
                <a:latin typeface="Gill Sans MT"/>
                <a:cs typeface="Gill Sans MT"/>
              </a:rPr>
              <a:t>t đ</a:t>
            </a:r>
            <a:r>
              <a:rPr lang="vi-VN" sz="2000">
                <a:latin typeface="Calibri"/>
                <a:cs typeface="Calibri"/>
              </a:rPr>
              <a:t>ệ </a:t>
            </a:r>
            <a:r>
              <a:rPr lang="vi-VN" sz="2000">
                <a:latin typeface="Gill Sans MT"/>
                <a:cs typeface="Gill Sans MT"/>
              </a:rPr>
              <a:t>quy.</a:t>
            </a:r>
          </a:p>
          <a:p>
            <a:pPr marL="761365" lvl="1" indent="-393065">
              <a:lnSpc>
                <a:spcPct val="100000"/>
              </a:lnSpc>
              <a:buClr>
                <a:srgbClr val="558ED5"/>
              </a:buClr>
              <a:buSzPct val="75000"/>
              <a:buFont typeface="Arial"/>
              <a:buChar char="□"/>
              <a:tabLst>
                <a:tab pos="761365" algn="l"/>
              </a:tabLst>
            </a:pPr>
            <a:r>
              <a:rPr lang="vi-VN" sz="2000">
                <a:latin typeface="Gill Sans MT"/>
                <a:cs typeface="Gill Sans MT"/>
              </a:rPr>
              <a:t>Cây phân c</a:t>
            </a:r>
            <a:r>
              <a:rPr lang="vi-VN" sz="2000">
                <a:latin typeface="Calibri"/>
                <a:cs typeface="Calibri"/>
              </a:rPr>
              <a:t>ụ</a:t>
            </a:r>
            <a:r>
              <a:rPr lang="vi-VN" sz="2000">
                <a:latin typeface="Gill Sans MT"/>
                <a:cs typeface="Gill Sans MT"/>
              </a:rPr>
              <a:t>m xây d</a:t>
            </a:r>
            <a:r>
              <a:rPr lang="vi-VN" sz="2000">
                <a:latin typeface="Calibri"/>
                <a:cs typeface="Calibri"/>
              </a:rPr>
              <a:t>ự</a:t>
            </a:r>
            <a:r>
              <a:rPr lang="vi-VN" sz="2000">
                <a:latin typeface="Gill Sans MT"/>
                <a:cs typeface="Gill Sans MT"/>
              </a:rPr>
              <a:t>ng theo hai ph</a:t>
            </a:r>
            <a:r>
              <a:rPr lang="vi-VN" sz="2000">
                <a:latin typeface="Calibri"/>
                <a:cs typeface="Calibri"/>
              </a:rPr>
              <a:t>ươ</a:t>
            </a:r>
            <a:r>
              <a:rPr lang="vi-VN" sz="2000">
                <a:latin typeface="Gill Sans MT"/>
                <a:cs typeface="Gill Sans MT"/>
              </a:rPr>
              <a:t>ng pháp:</a:t>
            </a:r>
          </a:p>
          <a:p>
            <a:pPr marL="1155065" lvl="2" indent="-227965">
              <a:lnSpc>
                <a:spcPct val="100000"/>
              </a:lnSpc>
              <a:buFont typeface="Arial"/>
              <a:buChar char="•"/>
              <a:tabLst>
                <a:tab pos="1155065" algn="l"/>
              </a:tabLst>
            </a:pPr>
            <a:r>
              <a:rPr lang="vi-VN" sz="1800">
                <a:latin typeface="Gill Sans MT"/>
                <a:cs typeface="Gill Sans MT"/>
              </a:rPr>
              <a:t>D</a:t>
            </a:r>
            <a:r>
              <a:rPr lang="vi-VN" sz="1800">
                <a:latin typeface="Calibri"/>
                <a:cs typeface="Calibri"/>
              </a:rPr>
              <a:t>ướ</a:t>
            </a:r>
            <a:r>
              <a:rPr lang="vi-VN" sz="1800">
                <a:latin typeface="Gill Sans MT"/>
                <a:cs typeface="Gill Sans MT"/>
              </a:rPr>
              <a:t>i lên (Bottom up)</a:t>
            </a:r>
          </a:p>
          <a:p>
            <a:pPr marL="1155065" lvl="2" indent="-227965">
              <a:lnSpc>
                <a:spcPts val="2130"/>
              </a:lnSpc>
              <a:spcBef>
                <a:spcPts val="40"/>
              </a:spcBef>
              <a:buFont typeface="Arial"/>
              <a:buChar char="•"/>
              <a:tabLst>
                <a:tab pos="1155065" algn="l"/>
              </a:tabLst>
            </a:pPr>
            <a:r>
              <a:rPr lang="vi-VN" sz="1800">
                <a:latin typeface="Gill Sans MT"/>
                <a:cs typeface="Gill Sans MT"/>
              </a:rPr>
              <a:t>Trên xu</a:t>
            </a:r>
            <a:r>
              <a:rPr lang="vi-VN" sz="1800">
                <a:latin typeface="Calibri"/>
                <a:cs typeface="Calibri"/>
              </a:rPr>
              <a:t>ố</a:t>
            </a:r>
            <a:r>
              <a:rPr lang="vi-VN" sz="1800">
                <a:latin typeface="Gill Sans MT"/>
                <a:cs typeface="Gill Sans MT"/>
              </a:rPr>
              <a:t>ng (Top down)</a:t>
            </a:r>
          </a:p>
          <a:p>
            <a:pPr marL="354965" indent="-342265">
              <a:lnSpc>
                <a:spcPts val="2850"/>
              </a:lnSpc>
              <a:buFont typeface="Arial"/>
              <a:buChar char="•"/>
              <a:tabLst>
                <a:tab pos="354965" algn="l"/>
              </a:tabLst>
            </a:pPr>
            <a:r>
              <a:rPr lang="vi-VN" sz="2400">
                <a:solidFill>
                  <a:srgbClr val="FF0066"/>
                </a:solidFill>
                <a:latin typeface="Gill Sans MT"/>
                <a:cs typeface="Gill Sans MT"/>
              </a:rPr>
              <a:t>Ph</a:t>
            </a:r>
            <a:r>
              <a:rPr lang="vi-VN" sz="2400">
                <a:solidFill>
                  <a:srgbClr val="FF0066"/>
                </a:solidFill>
                <a:latin typeface="Calibri"/>
                <a:cs typeface="Calibri"/>
              </a:rPr>
              <a:t>ươ</a:t>
            </a:r>
            <a:r>
              <a:rPr lang="vi-VN" sz="2400">
                <a:solidFill>
                  <a:srgbClr val="FF0066"/>
                </a:solidFill>
                <a:latin typeface="Gill Sans MT"/>
                <a:cs typeface="Gill Sans MT"/>
              </a:rPr>
              <a:t>ng pháp </a:t>
            </a:r>
            <a:r>
              <a:rPr lang="vi-VN" sz="2400">
                <a:solidFill>
                  <a:srgbClr val="FF0066"/>
                </a:solidFill>
                <a:latin typeface="MS PGothic"/>
                <a:cs typeface="MS PGothic"/>
              </a:rPr>
              <a:t>“</a:t>
            </a:r>
            <a:r>
              <a:rPr lang="vi-VN" sz="2400">
                <a:solidFill>
                  <a:srgbClr val="FF0066"/>
                </a:solidFill>
                <a:latin typeface="Gill Sans MT"/>
                <a:cs typeface="Gill Sans MT"/>
              </a:rPr>
              <a:t>d</a:t>
            </a:r>
            <a:r>
              <a:rPr lang="vi-VN" sz="2400">
                <a:solidFill>
                  <a:srgbClr val="FF0066"/>
                </a:solidFill>
                <a:latin typeface="Calibri"/>
                <a:cs typeface="Calibri"/>
              </a:rPr>
              <a:t>ướ</a:t>
            </a:r>
            <a:r>
              <a:rPr lang="vi-VN" sz="2400">
                <a:solidFill>
                  <a:srgbClr val="FF0066"/>
                </a:solidFill>
                <a:latin typeface="Gill Sans MT"/>
                <a:cs typeface="Gill Sans MT"/>
              </a:rPr>
              <a:t>i lên</a:t>
            </a:r>
            <a:r>
              <a:rPr lang="vi-VN" sz="2400">
                <a:solidFill>
                  <a:srgbClr val="FF0066"/>
                </a:solidFill>
                <a:latin typeface="MS PGothic"/>
                <a:cs typeface="MS PGothic"/>
              </a:rPr>
              <a:t>” </a:t>
            </a:r>
            <a:r>
              <a:rPr lang="vi-VN" sz="2400">
                <a:solidFill>
                  <a:srgbClr val="FF0066"/>
                </a:solidFill>
                <a:latin typeface="Gill Sans MT"/>
                <a:cs typeface="Gill Sans MT"/>
              </a:rPr>
              <a:t>(</a:t>
            </a:r>
            <a:r>
              <a:rPr lang="vi-VN" sz="2400" i="1">
                <a:solidFill>
                  <a:srgbClr val="FF0066"/>
                </a:solidFill>
                <a:latin typeface="Gill Sans MT Italic"/>
                <a:cs typeface="Gill Sans MT Italic"/>
              </a:rPr>
              <a:t>Bottom up</a:t>
            </a:r>
            <a:r>
              <a:rPr lang="vi-VN" sz="2400">
                <a:solidFill>
                  <a:srgbClr val="FF0066"/>
                </a:solidFill>
                <a:latin typeface="Gill Sans MT"/>
                <a:cs typeface="Gill Sans MT"/>
              </a:rPr>
              <a:t>)</a:t>
            </a:r>
            <a:r>
              <a:rPr lang="vi-VN" sz="2400">
                <a:latin typeface="Gill Sans MT"/>
                <a:cs typeface="Gill Sans MT"/>
              </a:rPr>
              <a:t>:</a:t>
            </a:r>
          </a:p>
          <a:p>
            <a:pPr marL="759460" lvl="1" indent="-391160" algn="just">
              <a:lnSpc>
                <a:spcPct val="100000"/>
              </a:lnSpc>
              <a:spcBef>
                <a:spcPts val="20"/>
              </a:spcBef>
              <a:buClr>
                <a:srgbClr val="558ED5"/>
              </a:buClr>
              <a:buSzPct val="75000"/>
              <a:buFont typeface="Arial"/>
              <a:buChar char="□"/>
              <a:tabLst>
                <a:tab pos="759460" algn="l"/>
              </a:tabLst>
            </a:pPr>
            <a:r>
              <a:rPr lang="vi-VN" sz="2000">
                <a:latin typeface="Gill Sans MT"/>
                <a:cs typeface="Gill Sans MT"/>
              </a:rPr>
              <a:t>B</a:t>
            </a:r>
            <a:r>
              <a:rPr lang="vi-VN" sz="2000">
                <a:latin typeface="Calibri"/>
                <a:cs typeface="Calibri"/>
              </a:rPr>
              <a:t>ắ</a:t>
            </a:r>
            <a:r>
              <a:rPr lang="vi-VN" sz="2000">
                <a:latin typeface="Gill Sans MT"/>
                <a:cs typeface="Gill Sans MT"/>
              </a:rPr>
              <a:t>t đ</a:t>
            </a:r>
            <a:r>
              <a:rPr lang="vi-VN" sz="2000">
                <a:latin typeface="Calibri"/>
                <a:cs typeface="Calibri"/>
              </a:rPr>
              <a:t>ầ</a:t>
            </a:r>
            <a:r>
              <a:rPr lang="vi-VN" sz="2000">
                <a:latin typeface="Gill Sans MT"/>
                <a:cs typeface="Gill Sans MT"/>
              </a:rPr>
              <a:t>u m</a:t>
            </a:r>
            <a:r>
              <a:rPr lang="vi-VN" sz="2000">
                <a:latin typeface="Calibri"/>
                <a:cs typeface="Calibri"/>
              </a:rPr>
              <a:t>ỗ</a:t>
            </a:r>
            <a:r>
              <a:rPr lang="vi-VN" sz="2000">
                <a:latin typeface="Gill Sans MT"/>
                <a:cs typeface="Gill Sans MT"/>
              </a:rPr>
              <a:t>i đ</a:t>
            </a:r>
            <a:r>
              <a:rPr lang="vi-VN" sz="2000">
                <a:latin typeface="Calibri"/>
                <a:cs typeface="Calibri"/>
              </a:rPr>
              <a:t>ố</a:t>
            </a:r>
            <a:r>
              <a:rPr lang="vi-VN" sz="2000">
                <a:latin typeface="Gill Sans MT"/>
                <a:cs typeface="Gill Sans MT"/>
              </a:rPr>
              <a:t>i t</a:t>
            </a:r>
            <a:r>
              <a:rPr lang="vi-VN" sz="2000">
                <a:latin typeface="Calibri"/>
                <a:cs typeface="Calibri"/>
              </a:rPr>
              <a:t>ượ</a:t>
            </a:r>
            <a:r>
              <a:rPr lang="vi-VN" sz="2000">
                <a:latin typeface="Gill Sans MT"/>
                <a:cs typeface="Gill Sans MT"/>
              </a:rPr>
              <a:t>ng kh</a:t>
            </a:r>
            <a:r>
              <a:rPr lang="vi-VN" sz="2000">
                <a:latin typeface="Calibri"/>
                <a:cs typeface="Calibri"/>
              </a:rPr>
              <a:t>ở</a:t>
            </a:r>
            <a:r>
              <a:rPr lang="vi-VN" sz="2000">
                <a:latin typeface="Gill Sans MT"/>
                <a:cs typeface="Gill Sans MT"/>
              </a:rPr>
              <a:t>i t</a:t>
            </a:r>
            <a:r>
              <a:rPr lang="vi-VN" sz="2000">
                <a:latin typeface="Calibri"/>
                <a:cs typeface="Calibri"/>
              </a:rPr>
              <a:t>ạ</a:t>
            </a:r>
            <a:r>
              <a:rPr lang="vi-VN" sz="2000">
                <a:latin typeface="Gill Sans MT"/>
                <a:cs typeface="Gill Sans MT"/>
              </a:rPr>
              <a:t>o t</a:t>
            </a:r>
            <a:r>
              <a:rPr lang="vi-VN" sz="2000">
                <a:latin typeface="Calibri"/>
                <a:cs typeface="Calibri"/>
              </a:rPr>
              <a:t>ươ</a:t>
            </a:r>
            <a:r>
              <a:rPr lang="vi-VN" sz="2000">
                <a:latin typeface="Gill Sans MT"/>
                <a:cs typeface="Gill Sans MT"/>
              </a:rPr>
              <a:t>ng </a:t>
            </a:r>
            <a:r>
              <a:rPr lang="vi-VN" sz="2000">
                <a:latin typeface="Calibri"/>
                <a:cs typeface="Calibri"/>
              </a:rPr>
              <a:t>ứ</a:t>
            </a:r>
            <a:r>
              <a:rPr lang="vi-VN" sz="2000">
                <a:latin typeface="Gill Sans MT"/>
                <a:cs typeface="Gill Sans MT"/>
              </a:rPr>
              <a:t>ng v</a:t>
            </a:r>
            <a:r>
              <a:rPr lang="vi-VN" sz="2000">
                <a:latin typeface="Calibri"/>
                <a:cs typeface="Calibri"/>
              </a:rPr>
              <a:t>ớ</a:t>
            </a:r>
            <a:r>
              <a:rPr lang="vi-VN" sz="2000">
                <a:latin typeface="Gill Sans MT"/>
                <a:cs typeface="Gill Sans MT"/>
              </a:rPr>
              <a:t>i các c</a:t>
            </a:r>
            <a:r>
              <a:rPr lang="vi-VN" sz="2000">
                <a:latin typeface="Calibri"/>
                <a:cs typeface="Calibri"/>
              </a:rPr>
              <a:t>ụ</a:t>
            </a:r>
            <a:r>
              <a:rPr lang="vi-VN" sz="2000">
                <a:latin typeface="Gill Sans MT"/>
                <a:cs typeface="Gill Sans MT"/>
              </a:rPr>
              <a:t>m riêng bi</a:t>
            </a:r>
            <a:r>
              <a:rPr lang="vi-VN" sz="2000">
                <a:latin typeface="Calibri"/>
                <a:cs typeface="Calibri"/>
              </a:rPr>
              <a:t>ệ</a:t>
            </a:r>
            <a:r>
              <a:rPr lang="vi-VN" sz="2000">
                <a:latin typeface="Gill Sans MT"/>
                <a:cs typeface="Gill Sans MT"/>
              </a:rPr>
              <a:t>t.</a:t>
            </a:r>
          </a:p>
          <a:p>
            <a:pPr marL="759460" marR="31750" lvl="1" indent="-391160" algn="just">
              <a:lnSpc>
                <a:spcPct val="79200"/>
              </a:lnSpc>
              <a:spcBef>
                <a:spcPts val="500"/>
              </a:spcBef>
              <a:buClr>
                <a:srgbClr val="558ED5"/>
              </a:buClr>
              <a:buSzPct val="75000"/>
              <a:buFont typeface="Arial"/>
              <a:buChar char="□"/>
              <a:tabLst>
                <a:tab pos="762000" algn="l"/>
              </a:tabLst>
            </a:pPr>
            <a:r>
              <a:rPr lang="vi-VN" sz="2000">
                <a:latin typeface="Gill Sans MT"/>
                <a:cs typeface="Gill Sans MT"/>
              </a:rPr>
              <a:t>Nhóm các đ</a:t>
            </a:r>
            <a:r>
              <a:rPr lang="vi-VN" sz="2000">
                <a:latin typeface="Calibri"/>
                <a:cs typeface="Calibri"/>
              </a:rPr>
              <a:t>ố</a:t>
            </a:r>
            <a:r>
              <a:rPr lang="vi-VN" sz="2000">
                <a:latin typeface="Gill Sans MT"/>
                <a:cs typeface="Gill Sans MT"/>
              </a:rPr>
              <a:t>i t</a:t>
            </a:r>
            <a:r>
              <a:rPr lang="vi-VN" sz="2000">
                <a:latin typeface="Calibri"/>
                <a:cs typeface="Calibri"/>
              </a:rPr>
              <a:t>ượ</a:t>
            </a:r>
            <a:r>
              <a:rPr lang="vi-VN" sz="2000">
                <a:latin typeface="Gill Sans MT"/>
                <a:cs typeface="Gill Sans MT"/>
              </a:rPr>
              <a:t>ng theo m</a:t>
            </a:r>
            <a:r>
              <a:rPr lang="vi-VN" sz="2000">
                <a:latin typeface="Calibri"/>
                <a:cs typeface="Calibri"/>
              </a:rPr>
              <a:t>ộ</a:t>
            </a:r>
            <a:r>
              <a:rPr lang="vi-VN" sz="2000">
                <a:latin typeface="Gill Sans MT"/>
                <a:cs typeface="Gill Sans MT"/>
              </a:rPr>
              <a:t>t đ</a:t>
            </a:r>
            <a:r>
              <a:rPr lang="vi-VN" sz="2000">
                <a:latin typeface="Calibri"/>
                <a:cs typeface="Calibri"/>
              </a:rPr>
              <a:t>ộ </a:t>
            </a:r>
            <a:r>
              <a:rPr lang="vi-VN" sz="2000">
                <a:latin typeface="Gill Sans MT"/>
                <a:cs typeface="Gill Sans MT"/>
              </a:rPr>
              <a:t>đo t</a:t>
            </a:r>
            <a:r>
              <a:rPr lang="vi-VN" sz="2000">
                <a:latin typeface="Calibri"/>
                <a:cs typeface="Calibri"/>
              </a:rPr>
              <a:t>ươ</a:t>
            </a:r>
            <a:r>
              <a:rPr lang="vi-VN" sz="2000">
                <a:latin typeface="Gill Sans MT"/>
                <a:cs typeface="Gill Sans MT"/>
              </a:rPr>
              <a:t>ng t</a:t>
            </a:r>
            <a:r>
              <a:rPr lang="vi-VN" sz="2000">
                <a:latin typeface="Calibri"/>
                <a:cs typeface="Calibri"/>
              </a:rPr>
              <a:t>ự </a:t>
            </a:r>
            <a:r>
              <a:rPr lang="vi-VN" sz="2000">
                <a:latin typeface="Gill Sans MT"/>
                <a:cs typeface="Gill Sans MT"/>
              </a:rPr>
              <a:t>(nh</a:t>
            </a:r>
            <a:r>
              <a:rPr lang="vi-VN" sz="2000">
                <a:latin typeface="Calibri"/>
                <a:cs typeface="Calibri"/>
              </a:rPr>
              <a:t>ư </a:t>
            </a:r>
            <a:r>
              <a:rPr lang="vi-VN" sz="2000">
                <a:latin typeface="Gill Sans MT"/>
                <a:cs typeface="Gill Sans MT"/>
              </a:rPr>
              <a:t>kho</a:t>
            </a:r>
            <a:r>
              <a:rPr lang="vi-VN" sz="2000">
                <a:latin typeface="Calibri"/>
                <a:cs typeface="Calibri"/>
              </a:rPr>
              <a:t>ả</a:t>
            </a:r>
            <a:r>
              <a:rPr lang="vi-VN" sz="2000">
                <a:latin typeface="Gill Sans MT"/>
                <a:cs typeface="Gill Sans MT"/>
              </a:rPr>
              <a:t>ng cách 	gi</a:t>
            </a:r>
            <a:r>
              <a:rPr lang="vi-VN" sz="2000">
                <a:latin typeface="Calibri"/>
                <a:cs typeface="Calibri"/>
              </a:rPr>
              <a:t>ữ</a:t>
            </a:r>
            <a:r>
              <a:rPr lang="vi-VN" sz="2000">
                <a:latin typeface="Gill Sans MT"/>
                <a:cs typeface="Gill Sans MT"/>
              </a:rPr>
              <a:t>a hai trung tâm c</a:t>
            </a:r>
            <a:r>
              <a:rPr lang="vi-VN" sz="2000">
                <a:latin typeface="Calibri"/>
                <a:cs typeface="Calibri"/>
              </a:rPr>
              <a:t>ủ</a:t>
            </a:r>
            <a:r>
              <a:rPr lang="vi-VN" sz="2000">
                <a:latin typeface="Gill Sans MT"/>
                <a:cs typeface="Gill Sans MT"/>
              </a:rPr>
              <a:t>a hai nhóm).</a:t>
            </a:r>
          </a:p>
          <a:p>
            <a:pPr marL="759460" marR="5080" lvl="1" indent="-391160" algn="just">
              <a:lnSpc>
                <a:spcPct val="81300"/>
              </a:lnSpc>
              <a:spcBef>
                <a:spcPts val="445"/>
              </a:spcBef>
              <a:buClr>
                <a:srgbClr val="558ED5"/>
              </a:buClr>
              <a:buSzPct val="75000"/>
              <a:buFont typeface="Arial"/>
              <a:buChar char="□"/>
              <a:tabLst>
                <a:tab pos="762000" algn="l"/>
              </a:tabLst>
            </a:pPr>
            <a:r>
              <a:rPr lang="vi-VN" sz="2000">
                <a:latin typeface="Gill Sans MT"/>
                <a:cs typeface="Gill Sans MT"/>
              </a:rPr>
              <a:t>Th</a:t>
            </a:r>
            <a:r>
              <a:rPr lang="vi-VN" sz="2000">
                <a:latin typeface="Calibri"/>
                <a:cs typeface="Calibri"/>
              </a:rPr>
              <a:t>ự</a:t>
            </a:r>
            <a:r>
              <a:rPr lang="vi-VN" sz="2000">
                <a:latin typeface="Gill Sans MT"/>
                <a:cs typeface="Gill Sans MT"/>
              </a:rPr>
              <a:t>c hi</a:t>
            </a:r>
            <a:r>
              <a:rPr lang="vi-VN" sz="2000">
                <a:latin typeface="Calibri"/>
                <a:cs typeface="Calibri"/>
              </a:rPr>
              <a:t>ệ</a:t>
            </a:r>
            <a:r>
              <a:rPr lang="vi-VN" sz="2000">
                <a:latin typeface="Gill Sans MT"/>
                <a:cs typeface="Gill Sans MT"/>
              </a:rPr>
              <a:t>n cho đ</a:t>
            </a:r>
            <a:r>
              <a:rPr lang="vi-VN" sz="2000">
                <a:latin typeface="Calibri"/>
                <a:cs typeface="Calibri"/>
              </a:rPr>
              <a:t>ế</a:t>
            </a:r>
            <a:r>
              <a:rPr lang="vi-VN" sz="2000">
                <a:latin typeface="Gill Sans MT"/>
                <a:cs typeface="Gill Sans MT"/>
              </a:rPr>
              <a:t>n khi t</a:t>
            </a:r>
            <a:r>
              <a:rPr lang="vi-VN" sz="2000">
                <a:latin typeface="Calibri"/>
                <a:cs typeface="Calibri"/>
              </a:rPr>
              <a:t>ấ</a:t>
            </a:r>
            <a:r>
              <a:rPr lang="vi-VN" sz="2000">
                <a:latin typeface="Gill Sans MT"/>
                <a:cs typeface="Gill Sans MT"/>
              </a:rPr>
              <a:t>t c</a:t>
            </a:r>
            <a:r>
              <a:rPr lang="vi-VN" sz="2000">
                <a:latin typeface="Calibri"/>
                <a:cs typeface="Calibri"/>
              </a:rPr>
              <a:t>ả </a:t>
            </a:r>
            <a:r>
              <a:rPr lang="vi-VN" sz="2000">
                <a:latin typeface="Gill Sans MT"/>
                <a:cs typeface="Gill Sans MT"/>
              </a:rPr>
              <a:t>các nhóm đ</a:t>
            </a:r>
            <a:r>
              <a:rPr lang="vi-VN" sz="2000">
                <a:latin typeface="Calibri"/>
                <a:cs typeface="Calibri"/>
              </a:rPr>
              <a:t>ượ</a:t>
            </a:r>
            <a:r>
              <a:rPr lang="vi-VN" sz="2000">
                <a:latin typeface="Gill Sans MT"/>
                <a:cs typeface="Gill Sans MT"/>
              </a:rPr>
              <a:t>c hòa nh</a:t>
            </a:r>
            <a:r>
              <a:rPr lang="vi-VN" sz="2000">
                <a:latin typeface="Calibri"/>
                <a:cs typeface="Calibri"/>
              </a:rPr>
              <a:t>ậ</a:t>
            </a:r>
            <a:r>
              <a:rPr lang="vi-VN" sz="2000">
                <a:latin typeface="Gill Sans MT"/>
                <a:cs typeface="Gill Sans MT"/>
              </a:rPr>
              <a:t>p vào m</a:t>
            </a:r>
            <a:r>
              <a:rPr lang="vi-VN" sz="2000">
                <a:latin typeface="Calibri"/>
                <a:cs typeface="Calibri"/>
              </a:rPr>
              <a:t>ộ</a:t>
            </a:r>
            <a:r>
              <a:rPr lang="vi-VN" sz="2000">
                <a:latin typeface="Gill Sans MT"/>
                <a:cs typeface="Gill Sans MT"/>
              </a:rPr>
              <a:t>t nhóm 	(m</a:t>
            </a:r>
            <a:r>
              <a:rPr lang="vi-VN" sz="2000">
                <a:latin typeface="Calibri"/>
                <a:cs typeface="Calibri"/>
              </a:rPr>
              <a:t>ứ</a:t>
            </a:r>
            <a:r>
              <a:rPr lang="vi-VN" sz="2000">
                <a:latin typeface="Gill Sans MT"/>
                <a:cs typeface="Gill Sans MT"/>
              </a:rPr>
              <a:t>c cao nh</a:t>
            </a:r>
            <a:r>
              <a:rPr lang="vi-VN" sz="2000">
                <a:latin typeface="Calibri"/>
                <a:cs typeface="Calibri"/>
              </a:rPr>
              <a:t>ấ</a:t>
            </a:r>
            <a:r>
              <a:rPr lang="vi-VN" sz="2000">
                <a:latin typeface="Gill Sans MT"/>
                <a:cs typeface="Gill Sans MT"/>
              </a:rPr>
              <a:t>t c</a:t>
            </a:r>
            <a:r>
              <a:rPr lang="vi-VN" sz="2000">
                <a:latin typeface="Calibri"/>
                <a:cs typeface="Calibri"/>
              </a:rPr>
              <a:t>ủ</a:t>
            </a:r>
            <a:r>
              <a:rPr lang="vi-VN" sz="2000">
                <a:latin typeface="Gill Sans MT"/>
                <a:cs typeface="Gill Sans MT"/>
              </a:rPr>
              <a:t>a cây phân c</a:t>
            </a:r>
            <a:r>
              <a:rPr lang="vi-VN" sz="2000">
                <a:latin typeface="Calibri"/>
                <a:cs typeface="Calibri"/>
              </a:rPr>
              <a:t>ấ</a:t>
            </a:r>
            <a:r>
              <a:rPr lang="vi-VN" sz="2000">
                <a:latin typeface="Gill Sans MT"/>
                <a:cs typeface="Gill Sans MT"/>
              </a:rPr>
              <a:t>p), ho</a:t>
            </a:r>
            <a:r>
              <a:rPr lang="vi-VN" sz="2000">
                <a:latin typeface="Calibri"/>
                <a:cs typeface="Calibri"/>
              </a:rPr>
              <a:t>ặ</a:t>
            </a:r>
            <a:r>
              <a:rPr lang="vi-VN" sz="2000">
                <a:latin typeface="Gill Sans MT"/>
                <a:cs typeface="Gill Sans MT"/>
              </a:rPr>
              <a:t>c đ</a:t>
            </a:r>
            <a:r>
              <a:rPr lang="vi-VN" sz="2000">
                <a:latin typeface="Calibri"/>
                <a:cs typeface="Calibri"/>
              </a:rPr>
              <a:t>ế</a:t>
            </a:r>
            <a:r>
              <a:rPr lang="vi-VN" sz="2000">
                <a:latin typeface="Gill Sans MT"/>
                <a:cs typeface="Gill Sans MT"/>
              </a:rPr>
              <a:t>n khi th</a:t>
            </a:r>
            <a:r>
              <a:rPr lang="vi-VN" sz="2000">
                <a:latin typeface="Calibri"/>
                <a:cs typeface="Calibri"/>
              </a:rPr>
              <a:t>ỏ</a:t>
            </a:r>
            <a:r>
              <a:rPr lang="vi-VN" sz="2000">
                <a:latin typeface="Gill Sans MT"/>
                <a:cs typeface="Gill Sans MT"/>
              </a:rPr>
              <a:t>a mãn đi</a:t>
            </a:r>
            <a:r>
              <a:rPr lang="vi-VN" sz="2000">
                <a:latin typeface="Calibri"/>
                <a:cs typeface="Calibri"/>
              </a:rPr>
              <a:t>ề</a:t>
            </a:r>
            <a:r>
              <a:rPr lang="vi-VN" sz="2000">
                <a:latin typeface="Gill Sans MT"/>
                <a:cs typeface="Gill Sans MT"/>
              </a:rPr>
              <a:t>u ki</a:t>
            </a:r>
            <a:r>
              <a:rPr lang="vi-VN" sz="2000">
                <a:latin typeface="Calibri"/>
                <a:cs typeface="Calibri"/>
              </a:rPr>
              <a:t>ệ</a:t>
            </a:r>
            <a:r>
              <a:rPr lang="vi-VN" sz="2000">
                <a:latin typeface="Gill Sans MT"/>
                <a:cs typeface="Gill Sans MT"/>
              </a:rPr>
              <a:t>n k</a:t>
            </a:r>
            <a:r>
              <a:rPr lang="vi-VN" sz="2000">
                <a:latin typeface="Calibri"/>
                <a:cs typeface="Calibri"/>
              </a:rPr>
              <a:t>ế</a:t>
            </a:r>
            <a:r>
              <a:rPr lang="vi-VN" sz="2000">
                <a:latin typeface="Gill Sans MT"/>
                <a:cs typeface="Gill Sans MT"/>
              </a:rPr>
              <a:t>t thúc.</a:t>
            </a:r>
          </a:p>
          <a:p>
            <a:pPr marL="354965" indent="-342265">
              <a:lnSpc>
                <a:spcPct val="100000"/>
              </a:lnSpc>
              <a:buChar char="•"/>
              <a:tabLst>
                <a:tab pos="354965" algn="l"/>
              </a:tabLst>
            </a:pPr>
            <a:r>
              <a:rPr lang="vi-VN" sz="2400">
                <a:latin typeface="Gill Sans MT"/>
                <a:cs typeface="Gill Sans MT"/>
              </a:rPr>
              <a:t>S</a:t>
            </a:r>
            <a:r>
              <a:rPr lang="vi-VN" sz="2400">
                <a:latin typeface="Calibri"/>
                <a:cs typeface="Calibri"/>
              </a:rPr>
              <a:t>ử </a:t>
            </a:r>
            <a:r>
              <a:rPr lang="vi-VN" sz="2400">
                <a:latin typeface="Gill Sans MT"/>
                <a:cs typeface="Gill Sans MT"/>
              </a:rPr>
              <a:t>d</a:t>
            </a:r>
            <a:r>
              <a:rPr lang="vi-VN" sz="2400">
                <a:latin typeface="Calibri"/>
                <a:cs typeface="Calibri"/>
              </a:rPr>
              <a:t>ụ</a:t>
            </a:r>
            <a:r>
              <a:rPr lang="vi-VN" sz="2400">
                <a:latin typeface="Gill Sans MT"/>
                <a:cs typeface="Gill Sans MT"/>
              </a:rPr>
              <a:t>ng chi</a:t>
            </a:r>
            <a:r>
              <a:rPr lang="vi-VN" sz="2400">
                <a:latin typeface="Calibri"/>
                <a:cs typeface="Calibri"/>
              </a:rPr>
              <a:t>ế</a:t>
            </a:r>
            <a:r>
              <a:rPr lang="vi-VN" sz="2400">
                <a:latin typeface="Gill Sans MT"/>
                <a:cs typeface="Gill Sans MT"/>
              </a:rPr>
              <a:t>n l</a:t>
            </a:r>
            <a:r>
              <a:rPr lang="vi-VN" sz="2400">
                <a:latin typeface="Calibri"/>
                <a:cs typeface="Calibri"/>
              </a:rPr>
              <a:t>ượ</a:t>
            </a:r>
            <a:r>
              <a:rPr lang="vi-VN" sz="2400">
                <a:latin typeface="Gill Sans MT"/>
                <a:cs typeface="Gill Sans MT"/>
              </a:rPr>
              <a:t>c ăn tham.</a:t>
            </a:r>
          </a:p>
          <a:p>
            <a:endParaRPr lang="en-US"/>
          </a:p>
        </p:txBody>
      </p:sp>
      <p:sp>
        <p:nvSpPr>
          <p:cNvPr id="4" name="object 4"/>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71</a:t>
            </a:fld>
            <a:endParaRPr 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365126"/>
            <a:ext cx="7886700" cy="1325563"/>
          </a:xfrm>
        </p:spPr>
        <p:txBody>
          <a:bodyPr vert="horz" wrap="square" lIns="0" tIns="12700" rIns="0" bIns="0" rtlCol="0">
            <a:spAutoFit/>
          </a:bodyPr>
          <a:lstStyle/>
          <a:p>
            <a:r>
              <a:rPr lang="en-US" dirty="0"/>
              <a:t>Phân cụm </a:t>
            </a:r>
            <a:r>
              <a:rPr lang="en-US" dirty="0" err="1"/>
              <a:t>phân</a:t>
            </a:r>
            <a:r>
              <a:rPr lang="en-US" dirty="0"/>
              <a:t> </a:t>
            </a:r>
            <a:r>
              <a:rPr lang="en-US" dirty="0" err="1"/>
              <a:t>cấp</a:t>
            </a:r>
            <a:endParaRPr lang="en-US" dirty="0"/>
          </a:p>
        </p:txBody>
      </p:sp>
      <p:sp>
        <p:nvSpPr>
          <p:cNvPr id="122" name="Content Placeholder 121">
            <a:extLst>
              <a:ext uri="{FF2B5EF4-FFF2-40B4-BE49-F238E27FC236}">
                <a16:creationId xmlns:a16="http://schemas.microsoft.com/office/drawing/2014/main" id="{D1861320-776F-852B-F2A8-D69E15DC5301}"/>
              </a:ext>
            </a:extLst>
          </p:cNvPr>
          <p:cNvSpPr>
            <a:spLocks noGrp="1"/>
          </p:cNvSpPr>
          <p:nvPr>
            <p:ph idx="1"/>
          </p:nvPr>
        </p:nvSpPr>
        <p:spPr>
          <a:xfrm>
            <a:off x="680085" y="1370451"/>
            <a:ext cx="7886700" cy="4351338"/>
          </a:xfrm>
        </p:spPr>
        <p:txBody>
          <a:bodyPr>
            <a:normAutofit/>
          </a:bodyPr>
          <a:lstStyle/>
          <a:p>
            <a:r>
              <a:rPr lang="vi-VN" sz="2000" dirty="0"/>
              <a:t>Phương pháp “trên xuống” (Top Down):</a:t>
            </a:r>
          </a:p>
          <a:p>
            <a:pPr lvl="1"/>
            <a:r>
              <a:rPr lang="vi-VN" sz="2000" dirty="0"/>
              <a:t>Bắt đầu tất cả các đối tượng được xếp trong cùng một cụm.</a:t>
            </a:r>
          </a:p>
          <a:p>
            <a:pPr lvl="1"/>
            <a:r>
              <a:rPr lang="vi-VN" sz="2000" dirty="0"/>
              <a:t>Mỗi vòng lặp thành công, một cụm được tách thành các cụm nhỏ hơn theo giá trị của một phép đo độ tương tự.</a:t>
            </a:r>
          </a:p>
          <a:p>
            <a:pPr lvl="1"/>
            <a:r>
              <a:rPr lang="vi-VN" sz="2000" dirty="0"/>
              <a:t>Đến khi mỗi đối tượng là một cụm, hoặc điều kiện dừng thỏa mãn.</a:t>
            </a:r>
          </a:p>
          <a:p>
            <a:endParaRPr lang="en-US" sz="2000" dirty="0"/>
          </a:p>
        </p:txBody>
      </p:sp>
      <p:sp>
        <p:nvSpPr>
          <p:cNvPr id="65" name="object 65"/>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72</a:t>
            </a:fld>
            <a:endParaRPr lang="en-US" dirty="0"/>
          </a:p>
        </p:txBody>
      </p:sp>
      <p:grpSp>
        <p:nvGrpSpPr>
          <p:cNvPr id="66" name="Group 1028">
            <a:extLst>
              <a:ext uri="{FF2B5EF4-FFF2-40B4-BE49-F238E27FC236}">
                <a16:creationId xmlns:a16="http://schemas.microsoft.com/office/drawing/2014/main" id="{6550344A-48BC-FB13-3D9B-94052A4221EB}"/>
              </a:ext>
            </a:extLst>
          </p:cNvPr>
          <p:cNvGrpSpPr>
            <a:grpSpLocks/>
          </p:cNvGrpSpPr>
          <p:nvPr/>
        </p:nvGrpSpPr>
        <p:grpSpPr bwMode="auto">
          <a:xfrm>
            <a:off x="1423035" y="3092889"/>
            <a:ext cx="6956425" cy="3641725"/>
            <a:chOff x="1200" y="1776"/>
            <a:chExt cx="4382" cy="2294"/>
          </a:xfrm>
        </p:grpSpPr>
        <p:sp>
          <p:nvSpPr>
            <p:cNvPr id="67" name="Line 1029">
              <a:extLst>
                <a:ext uri="{FF2B5EF4-FFF2-40B4-BE49-F238E27FC236}">
                  <a16:creationId xmlns:a16="http://schemas.microsoft.com/office/drawing/2014/main" id="{2907DFFE-7219-C076-4AD6-27846711A867}"/>
                </a:ext>
              </a:extLst>
            </p:cNvPr>
            <p:cNvSpPr>
              <a:spLocks noChangeShapeType="1"/>
            </p:cNvSpPr>
            <p:nvPr/>
          </p:nvSpPr>
          <p:spPr bwMode="auto">
            <a:xfrm>
              <a:off x="1200" y="2112"/>
              <a:ext cx="3216"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68" name="Group 1030">
              <a:extLst>
                <a:ext uri="{FF2B5EF4-FFF2-40B4-BE49-F238E27FC236}">
                  <a16:creationId xmlns:a16="http://schemas.microsoft.com/office/drawing/2014/main" id="{72A7F313-2F51-F447-D903-7FC2EA1B94E9}"/>
                </a:ext>
              </a:extLst>
            </p:cNvPr>
            <p:cNvGrpSpPr>
              <a:grpSpLocks/>
            </p:cNvGrpSpPr>
            <p:nvPr/>
          </p:nvGrpSpPr>
          <p:grpSpPr bwMode="auto">
            <a:xfrm>
              <a:off x="1440" y="1785"/>
              <a:ext cx="480" cy="327"/>
              <a:chOff x="1104" y="1785"/>
              <a:chExt cx="480" cy="327"/>
            </a:xfrm>
          </p:grpSpPr>
          <p:sp>
            <p:nvSpPr>
              <p:cNvPr id="120" name="Line 1031">
                <a:extLst>
                  <a:ext uri="{FF2B5EF4-FFF2-40B4-BE49-F238E27FC236}">
                    <a16:creationId xmlns:a16="http://schemas.microsoft.com/office/drawing/2014/main" id="{3B01403B-31F6-AD7D-5FE6-56E9414591FE}"/>
                  </a:ext>
                </a:extLst>
              </p:cNvPr>
              <p:cNvSpPr>
                <a:spLocks noChangeShapeType="1"/>
              </p:cNvSpPr>
              <p:nvPr/>
            </p:nvSpPr>
            <p:spPr bwMode="auto">
              <a:xfrm flipH="1">
                <a:off x="1200" y="2016"/>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1" name="Text Box 1032">
                <a:extLst>
                  <a:ext uri="{FF2B5EF4-FFF2-40B4-BE49-F238E27FC236}">
                    <a16:creationId xmlns:a16="http://schemas.microsoft.com/office/drawing/2014/main" id="{A0DA46F2-AACC-CEA5-744A-C6A194BC03AE}"/>
                  </a:ext>
                </a:extLst>
              </p:cNvPr>
              <p:cNvSpPr txBox="1">
                <a:spLocks noChangeArrowheads="1"/>
              </p:cNvSpPr>
              <p:nvPr/>
            </p:nvSpPr>
            <p:spPr bwMode="auto">
              <a:xfrm>
                <a:off x="1104" y="1785"/>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zh-CN">
                    <a:latin typeface="Times New Roman" panose="02020603050405020304" pitchFamily="18" charset="0"/>
                    <a:ea typeface="SimSun" panose="02010600030101010101" pitchFamily="2" charset="-122"/>
                  </a:rPr>
                  <a:t>Step 0</a:t>
                </a:r>
                <a:endParaRPr lang="en-US" altLang="zh-CN" sz="2400">
                  <a:latin typeface="Times New Roman" panose="02020603050405020304" pitchFamily="18" charset="0"/>
                  <a:ea typeface="SimSun" panose="02010600030101010101" pitchFamily="2" charset="-122"/>
                </a:endParaRPr>
              </a:p>
            </p:txBody>
          </p:sp>
        </p:grpSp>
        <p:grpSp>
          <p:nvGrpSpPr>
            <p:cNvPr id="69" name="Group 1033">
              <a:extLst>
                <a:ext uri="{FF2B5EF4-FFF2-40B4-BE49-F238E27FC236}">
                  <a16:creationId xmlns:a16="http://schemas.microsoft.com/office/drawing/2014/main" id="{AEF6C566-03AD-F690-AEB4-10999220C829}"/>
                </a:ext>
              </a:extLst>
            </p:cNvPr>
            <p:cNvGrpSpPr>
              <a:grpSpLocks/>
            </p:cNvGrpSpPr>
            <p:nvPr/>
          </p:nvGrpSpPr>
          <p:grpSpPr bwMode="auto">
            <a:xfrm>
              <a:off x="1968" y="1776"/>
              <a:ext cx="480" cy="327"/>
              <a:chOff x="1104" y="1785"/>
              <a:chExt cx="480" cy="327"/>
            </a:xfrm>
          </p:grpSpPr>
          <p:sp>
            <p:nvSpPr>
              <p:cNvPr id="118" name="Line 1034">
                <a:extLst>
                  <a:ext uri="{FF2B5EF4-FFF2-40B4-BE49-F238E27FC236}">
                    <a16:creationId xmlns:a16="http://schemas.microsoft.com/office/drawing/2014/main" id="{BD3E6C23-61E3-7BB8-7CBE-62DB16C5E70B}"/>
                  </a:ext>
                </a:extLst>
              </p:cNvPr>
              <p:cNvSpPr>
                <a:spLocks noChangeShapeType="1"/>
              </p:cNvSpPr>
              <p:nvPr/>
            </p:nvSpPr>
            <p:spPr bwMode="auto">
              <a:xfrm flipH="1">
                <a:off x="1200" y="2016"/>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9" name="Text Box 1035">
                <a:extLst>
                  <a:ext uri="{FF2B5EF4-FFF2-40B4-BE49-F238E27FC236}">
                    <a16:creationId xmlns:a16="http://schemas.microsoft.com/office/drawing/2014/main" id="{3694FCC3-7775-ED0E-B733-E0E135D92DEF}"/>
                  </a:ext>
                </a:extLst>
              </p:cNvPr>
              <p:cNvSpPr txBox="1">
                <a:spLocks noChangeArrowheads="1"/>
              </p:cNvSpPr>
              <p:nvPr/>
            </p:nvSpPr>
            <p:spPr bwMode="auto">
              <a:xfrm>
                <a:off x="1104" y="1785"/>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zh-CN">
                    <a:latin typeface="Times New Roman" panose="02020603050405020304" pitchFamily="18" charset="0"/>
                    <a:ea typeface="SimSun" panose="02010600030101010101" pitchFamily="2" charset="-122"/>
                  </a:rPr>
                  <a:t>Step 1</a:t>
                </a:r>
                <a:endParaRPr lang="en-US" altLang="zh-CN" sz="2400">
                  <a:latin typeface="Times New Roman" panose="02020603050405020304" pitchFamily="18" charset="0"/>
                  <a:ea typeface="SimSun" panose="02010600030101010101" pitchFamily="2" charset="-122"/>
                </a:endParaRPr>
              </a:p>
            </p:txBody>
          </p:sp>
        </p:grpSp>
        <p:grpSp>
          <p:nvGrpSpPr>
            <p:cNvPr id="70" name="Group 1036">
              <a:extLst>
                <a:ext uri="{FF2B5EF4-FFF2-40B4-BE49-F238E27FC236}">
                  <a16:creationId xmlns:a16="http://schemas.microsoft.com/office/drawing/2014/main" id="{3C96933F-3E89-F9FC-3BA8-0E2F2A695103}"/>
                </a:ext>
              </a:extLst>
            </p:cNvPr>
            <p:cNvGrpSpPr>
              <a:grpSpLocks/>
            </p:cNvGrpSpPr>
            <p:nvPr/>
          </p:nvGrpSpPr>
          <p:grpSpPr bwMode="auto">
            <a:xfrm>
              <a:off x="2496" y="1776"/>
              <a:ext cx="480" cy="327"/>
              <a:chOff x="1104" y="1785"/>
              <a:chExt cx="480" cy="327"/>
            </a:xfrm>
          </p:grpSpPr>
          <p:sp>
            <p:nvSpPr>
              <p:cNvPr id="116" name="Line 1037">
                <a:extLst>
                  <a:ext uri="{FF2B5EF4-FFF2-40B4-BE49-F238E27FC236}">
                    <a16:creationId xmlns:a16="http://schemas.microsoft.com/office/drawing/2014/main" id="{6E1AC3E5-5E78-E2DF-7FF8-756CFBFB8EF5}"/>
                  </a:ext>
                </a:extLst>
              </p:cNvPr>
              <p:cNvSpPr>
                <a:spLocks noChangeShapeType="1"/>
              </p:cNvSpPr>
              <p:nvPr/>
            </p:nvSpPr>
            <p:spPr bwMode="auto">
              <a:xfrm flipH="1">
                <a:off x="1200" y="2016"/>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7" name="Text Box 1038">
                <a:extLst>
                  <a:ext uri="{FF2B5EF4-FFF2-40B4-BE49-F238E27FC236}">
                    <a16:creationId xmlns:a16="http://schemas.microsoft.com/office/drawing/2014/main" id="{3F7D21BD-7C2B-7A22-D138-CA30AE26A10F}"/>
                  </a:ext>
                </a:extLst>
              </p:cNvPr>
              <p:cNvSpPr txBox="1">
                <a:spLocks noChangeArrowheads="1"/>
              </p:cNvSpPr>
              <p:nvPr/>
            </p:nvSpPr>
            <p:spPr bwMode="auto">
              <a:xfrm>
                <a:off x="1104" y="1785"/>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zh-CN">
                    <a:latin typeface="Times New Roman" panose="02020603050405020304" pitchFamily="18" charset="0"/>
                    <a:ea typeface="SimSun" panose="02010600030101010101" pitchFamily="2" charset="-122"/>
                  </a:rPr>
                  <a:t>Step 2</a:t>
                </a:r>
                <a:endParaRPr lang="en-US" altLang="zh-CN" sz="2400">
                  <a:latin typeface="Times New Roman" panose="02020603050405020304" pitchFamily="18" charset="0"/>
                  <a:ea typeface="SimSun" panose="02010600030101010101" pitchFamily="2" charset="-122"/>
                </a:endParaRPr>
              </a:p>
            </p:txBody>
          </p:sp>
        </p:grpSp>
        <p:grpSp>
          <p:nvGrpSpPr>
            <p:cNvPr id="71" name="Group 1039">
              <a:extLst>
                <a:ext uri="{FF2B5EF4-FFF2-40B4-BE49-F238E27FC236}">
                  <a16:creationId xmlns:a16="http://schemas.microsoft.com/office/drawing/2014/main" id="{598C8013-5B9C-4228-0DD1-47EA449E2569}"/>
                </a:ext>
              </a:extLst>
            </p:cNvPr>
            <p:cNvGrpSpPr>
              <a:grpSpLocks/>
            </p:cNvGrpSpPr>
            <p:nvPr/>
          </p:nvGrpSpPr>
          <p:grpSpPr bwMode="auto">
            <a:xfrm>
              <a:off x="2976" y="1776"/>
              <a:ext cx="480" cy="327"/>
              <a:chOff x="1104" y="1785"/>
              <a:chExt cx="480" cy="327"/>
            </a:xfrm>
          </p:grpSpPr>
          <p:sp>
            <p:nvSpPr>
              <p:cNvPr id="114" name="Line 1040">
                <a:extLst>
                  <a:ext uri="{FF2B5EF4-FFF2-40B4-BE49-F238E27FC236}">
                    <a16:creationId xmlns:a16="http://schemas.microsoft.com/office/drawing/2014/main" id="{271F28C4-B200-E2B7-34DB-1AD8D23FF063}"/>
                  </a:ext>
                </a:extLst>
              </p:cNvPr>
              <p:cNvSpPr>
                <a:spLocks noChangeShapeType="1"/>
              </p:cNvSpPr>
              <p:nvPr/>
            </p:nvSpPr>
            <p:spPr bwMode="auto">
              <a:xfrm flipH="1">
                <a:off x="1200" y="2016"/>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5" name="Text Box 1041">
                <a:extLst>
                  <a:ext uri="{FF2B5EF4-FFF2-40B4-BE49-F238E27FC236}">
                    <a16:creationId xmlns:a16="http://schemas.microsoft.com/office/drawing/2014/main" id="{A7485D3F-2AF3-7D40-152C-EC1DC99CEF9A}"/>
                  </a:ext>
                </a:extLst>
              </p:cNvPr>
              <p:cNvSpPr txBox="1">
                <a:spLocks noChangeArrowheads="1"/>
              </p:cNvSpPr>
              <p:nvPr/>
            </p:nvSpPr>
            <p:spPr bwMode="auto">
              <a:xfrm>
                <a:off x="1104" y="1785"/>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zh-CN">
                    <a:latin typeface="Times New Roman" panose="02020603050405020304" pitchFamily="18" charset="0"/>
                    <a:ea typeface="SimSun" panose="02010600030101010101" pitchFamily="2" charset="-122"/>
                  </a:rPr>
                  <a:t>Step 3</a:t>
                </a:r>
                <a:endParaRPr lang="en-US" altLang="zh-CN" sz="2400">
                  <a:latin typeface="Times New Roman" panose="02020603050405020304" pitchFamily="18" charset="0"/>
                  <a:ea typeface="SimSun" panose="02010600030101010101" pitchFamily="2" charset="-122"/>
                </a:endParaRPr>
              </a:p>
            </p:txBody>
          </p:sp>
        </p:grpSp>
        <p:grpSp>
          <p:nvGrpSpPr>
            <p:cNvPr id="72" name="Group 1042">
              <a:extLst>
                <a:ext uri="{FF2B5EF4-FFF2-40B4-BE49-F238E27FC236}">
                  <a16:creationId xmlns:a16="http://schemas.microsoft.com/office/drawing/2014/main" id="{9BB8B551-06C8-7AD3-AF14-B406F6F17C79}"/>
                </a:ext>
              </a:extLst>
            </p:cNvPr>
            <p:cNvGrpSpPr>
              <a:grpSpLocks/>
            </p:cNvGrpSpPr>
            <p:nvPr/>
          </p:nvGrpSpPr>
          <p:grpSpPr bwMode="auto">
            <a:xfrm>
              <a:off x="3456" y="1776"/>
              <a:ext cx="480" cy="327"/>
              <a:chOff x="1104" y="1785"/>
              <a:chExt cx="480" cy="327"/>
            </a:xfrm>
          </p:grpSpPr>
          <p:sp>
            <p:nvSpPr>
              <p:cNvPr id="112" name="Line 1043">
                <a:extLst>
                  <a:ext uri="{FF2B5EF4-FFF2-40B4-BE49-F238E27FC236}">
                    <a16:creationId xmlns:a16="http://schemas.microsoft.com/office/drawing/2014/main" id="{3C290254-7706-B408-905F-03CBA3814EC9}"/>
                  </a:ext>
                </a:extLst>
              </p:cNvPr>
              <p:cNvSpPr>
                <a:spLocks noChangeShapeType="1"/>
              </p:cNvSpPr>
              <p:nvPr/>
            </p:nvSpPr>
            <p:spPr bwMode="auto">
              <a:xfrm flipH="1">
                <a:off x="1200" y="2016"/>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3" name="Text Box 1044">
                <a:extLst>
                  <a:ext uri="{FF2B5EF4-FFF2-40B4-BE49-F238E27FC236}">
                    <a16:creationId xmlns:a16="http://schemas.microsoft.com/office/drawing/2014/main" id="{20FF48DC-65CF-9D84-3512-7616E26463BF}"/>
                  </a:ext>
                </a:extLst>
              </p:cNvPr>
              <p:cNvSpPr txBox="1">
                <a:spLocks noChangeArrowheads="1"/>
              </p:cNvSpPr>
              <p:nvPr/>
            </p:nvSpPr>
            <p:spPr bwMode="auto">
              <a:xfrm>
                <a:off x="1104" y="1785"/>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zh-CN">
                    <a:latin typeface="Times New Roman" panose="02020603050405020304" pitchFamily="18" charset="0"/>
                    <a:ea typeface="SimSun" panose="02010600030101010101" pitchFamily="2" charset="-122"/>
                  </a:rPr>
                  <a:t>Step 4</a:t>
                </a:r>
                <a:endParaRPr lang="en-US" altLang="zh-CN" sz="2400">
                  <a:latin typeface="Times New Roman" panose="02020603050405020304" pitchFamily="18" charset="0"/>
                  <a:ea typeface="SimSun" panose="02010600030101010101" pitchFamily="2" charset="-122"/>
                </a:endParaRPr>
              </a:p>
            </p:txBody>
          </p:sp>
        </p:grpSp>
        <p:sp>
          <p:nvSpPr>
            <p:cNvPr id="73" name="Text Box 1045">
              <a:extLst>
                <a:ext uri="{FF2B5EF4-FFF2-40B4-BE49-F238E27FC236}">
                  <a16:creationId xmlns:a16="http://schemas.microsoft.com/office/drawing/2014/main" id="{33413294-B131-7EA7-7565-4CCBF7E0F70C}"/>
                </a:ext>
              </a:extLst>
            </p:cNvPr>
            <p:cNvSpPr txBox="1">
              <a:spLocks noChangeArrowheads="1"/>
            </p:cNvSpPr>
            <p:nvPr/>
          </p:nvSpPr>
          <p:spPr bwMode="auto">
            <a:xfrm>
              <a:off x="1440" y="2508"/>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2400">
                  <a:latin typeface="Times New Roman" panose="02020603050405020304" pitchFamily="18" charset="0"/>
                  <a:ea typeface="SimSun" panose="02010600030101010101" pitchFamily="2" charset="-122"/>
                </a:rPr>
                <a:t>b</a:t>
              </a:r>
            </a:p>
          </p:txBody>
        </p:sp>
        <p:sp>
          <p:nvSpPr>
            <p:cNvPr id="74" name="Text Box 1046">
              <a:extLst>
                <a:ext uri="{FF2B5EF4-FFF2-40B4-BE49-F238E27FC236}">
                  <a16:creationId xmlns:a16="http://schemas.microsoft.com/office/drawing/2014/main" id="{1F16CB7E-6BD1-691B-5071-2AA1BDA94AC1}"/>
                </a:ext>
              </a:extLst>
            </p:cNvPr>
            <p:cNvSpPr txBox="1">
              <a:spLocks noChangeArrowheads="1"/>
            </p:cNvSpPr>
            <p:nvPr/>
          </p:nvSpPr>
          <p:spPr bwMode="auto">
            <a:xfrm>
              <a:off x="1440" y="3108"/>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2400">
                  <a:latin typeface="Times New Roman" panose="02020603050405020304" pitchFamily="18" charset="0"/>
                  <a:ea typeface="SimSun" panose="02010600030101010101" pitchFamily="2" charset="-122"/>
                </a:rPr>
                <a:t>d</a:t>
              </a:r>
            </a:p>
          </p:txBody>
        </p:sp>
        <p:sp>
          <p:nvSpPr>
            <p:cNvPr id="75" name="Text Box 1047">
              <a:extLst>
                <a:ext uri="{FF2B5EF4-FFF2-40B4-BE49-F238E27FC236}">
                  <a16:creationId xmlns:a16="http://schemas.microsoft.com/office/drawing/2014/main" id="{47A83A3F-EE63-CCB8-D5F9-F9D8820B8BF6}"/>
                </a:ext>
              </a:extLst>
            </p:cNvPr>
            <p:cNvSpPr txBox="1">
              <a:spLocks noChangeArrowheads="1"/>
            </p:cNvSpPr>
            <p:nvPr/>
          </p:nvSpPr>
          <p:spPr bwMode="auto">
            <a:xfrm>
              <a:off x="1440" y="2808"/>
              <a:ext cx="20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2400">
                  <a:latin typeface="Times New Roman" panose="02020603050405020304" pitchFamily="18" charset="0"/>
                  <a:ea typeface="SimSun" panose="02010600030101010101" pitchFamily="2" charset="-122"/>
                </a:rPr>
                <a:t>c</a:t>
              </a:r>
            </a:p>
          </p:txBody>
        </p:sp>
        <p:sp>
          <p:nvSpPr>
            <p:cNvPr id="76" name="Text Box 1048">
              <a:extLst>
                <a:ext uri="{FF2B5EF4-FFF2-40B4-BE49-F238E27FC236}">
                  <a16:creationId xmlns:a16="http://schemas.microsoft.com/office/drawing/2014/main" id="{F37939B6-7B0C-E911-396E-995A8C2EE98F}"/>
                </a:ext>
              </a:extLst>
            </p:cNvPr>
            <p:cNvSpPr txBox="1">
              <a:spLocks noChangeArrowheads="1"/>
            </p:cNvSpPr>
            <p:nvPr/>
          </p:nvSpPr>
          <p:spPr bwMode="auto">
            <a:xfrm>
              <a:off x="1440" y="3408"/>
              <a:ext cx="20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2400">
                  <a:latin typeface="Times New Roman" panose="02020603050405020304" pitchFamily="18" charset="0"/>
                  <a:ea typeface="SimSun" panose="02010600030101010101" pitchFamily="2" charset="-122"/>
                </a:rPr>
                <a:t>e</a:t>
              </a:r>
            </a:p>
          </p:txBody>
        </p:sp>
        <p:sp>
          <p:nvSpPr>
            <p:cNvPr id="77" name="Text Box 1049">
              <a:extLst>
                <a:ext uri="{FF2B5EF4-FFF2-40B4-BE49-F238E27FC236}">
                  <a16:creationId xmlns:a16="http://schemas.microsoft.com/office/drawing/2014/main" id="{EB81480A-9A84-7EAB-5512-E7778BDCDAFD}"/>
                </a:ext>
              </a:extLst>
            </p:cNvPr>
            <p:cNvSpPr txBox="1">
              <a:spLocks noChangeArrowheads="1"/>
            </p:cNvSpPr>
            <p:nvPr/>
          </p:nvSpPr>
          <p:spPr bwMode="auto">
            <a:xfrm>
              <a:off x="1440" y="2208"/>
              <a:ext cx="20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2400">
                  <a:latin typeface="Times New Roman" panose="02020603050405020304" pitchFamily="18" charset="0"/>
                  <a:ea typeface="SimSun" panose="02010600030101010101" pitchFamily="2" charset="-122"/>
                </a:rPr>
                <a:t>a</a:t>
              </a:r>
            </a:p>
          </p:txBody>
        </p:sp>
        <p:sp>
          <p:nvSpPr>
            <p:cNvPr id="78" name="Oval 1050">
              <a:extLst>
                <a:ext uri="{FF2B5EF4-FFF2-40B4-BE49-F238E27FC236}">
                  <a16:creationId xmlns:a16="http://schemas.microsoft.com/office/drawing/2014/main" id="{A0AF5B4C-8C2E-24E3-DD21-5C96E399216C}"/>
                </a:ext>
              </a:extLst>
            </p:cNvPr>
            <p:cNvSpPr>
              <a:spLocks noChangeArrowheads="1"/>
            </p:cNvSpPr>
            <p:nvPr/>
          </p:nvSpPr>
          <p:spPr bwMode="auto">
            <a:xfrm>
              <a:off x="1392" y="2256"/>
              <a:ext cx="288" cy="24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9" name="Oval 1051">
              <a:extLst>
                <a:ext uri="{FF2B5EF4-FFF2-40B4-BE49-F238E27FC236}">
                  <a16:creationId xmlns:a16="http://schemas.microsoft.com/office/drawing/2014/main" id="{044184F6-3A92-6979-7750-8FDDA57A6DB2}"/>
                </a:ext>
              </a:extLst>
            </p:cNvPr>
            <p:cNvSpPr>
              <a:spLocks noChangeArrowheads="1"/>
            </p:cNvSpPr>
            <p:nvPr/>
          </p:nvSpPr>
          <p:spPr bwMode="auto">
            <a:xfrm>
              <a:off x="1392" y="2544"/>
              <a:ext cx="288" cy="24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0" name="Oval 1052">
              <a:extLst>
                <a:ext uri="{FF2B5EF4-FFF2-40B4-BE49-F238E27FC236}">
                  <a16:creationId xmlns:a16="http://schemas.microsoft.com/office/drawing/2014/main" id="{4F460237-78F6-5565-CA02-64ED94AFE6BC}"/>
                </a:ext>
              </a:extLst>
            </p:cNvPr>
            <p:cNvSpPr>
              <a:spLocks noChangeArrowheads="1"/>
            </p:cNvSpPr>
            <p:nvPr/>
          </p:nvSpPr>
          <p:spPr bwMode="auto">
            <a:xfrm>
              <a:off x="1392" y="2832"/>
              <a:ext cx="288" cy="24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 name="Oval 1053">
              <a:extLst>
                <a:ext uri="{FF2B5EF4-FFF2-40B4-BE49-F238E27FC236}">
                  <a16:creationId xmlns:a16="http://schemas.microsoft.com/office/drawing/2014/main" id="{8A760C46-1BDF-AAB2-640E-305BBFF9FE48}"/>
                </a:ext>
              </a:extLst>
            </p:cNvPr>
            <p:cNvSpPr>
              <a:spLocks noChangeArrowheads="1"/>
            </p:cNvSpPr>
            <p:nvPr/>
          </p:nvSpPr>
          <p:spPr bwMode="auto">
            <a:xfrm>
              <a:off x="1392" y="3120"/>
              <a:ext cx="288" cy="24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 name="Oval 1054">
              <a:extLst>
                <a:ext uri="{FF2B5EF4-FFF2-40B4-BE49-F238E27FC236}">
                  <a16:creationId xmlns:a16="http://schemas.microsoft.com/office/drawing/2014/main" id="{24481C90-2EFE-0B02-E8C8-BC52FC9508C0}"/>
                </a:ext>
              </a:extLst>
            </p:cNvPr>
            <p:cNvSpPr>
              <a:spLocks noChangeArrowheads="1"/>
            </p:cNvSpPr>
            <p:nvPr/>
          </p:nvSpPr>
          <p:spPr bwMode="auto">
            <a:xfrm>
              <a:off x="1392" y="3408"/>
              <a:ext cx="288" cy="24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3" name="Text Box 1055">
              <a:extLst>
                <a:ext uri="{FF2B5EF4-FFF2-40B4-BE49-F238E27FC236}">
                  <a16:creationId xmlns:a16="http://schemas.microsoft.com/office/drawing/2014/main" id="{B891BBDE-246D-68C1-11C7-F23AF7C70193}"/>
                </a:ext>
              </a:extLst>
            </p:cNvPr>
            <p:cNvSpPr txBox="1">
              <a:spLocks noChangeArrowheads="1"/>
            </p:cNvSpPr>
            <p:nvPr/>
          </p:nvSpPr>
          <p:spPr bwMode="auto">
            <a:xfrm>
              <a:off x="1968" y="2304"/>
              <a:ext cx="34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2400">
                  <a:latin typeface="Times New Roman" panose="02020603050405020304" pitchFamily="18" charset="0"/>
                  <a:ea typeface="SimSun" panose="02010600030101010101" pitchFamily="2" charset="-122"/>
                </a:rPr>
                <a:t>a b</a:t>
              </a:r>
            </a:p>
          </p:txBody>
        </p:sp>
        <p:sp>
          <p:nvSpPr>
            <p:cNvPr id="84" name="Oval 1056">
              <a:extLst>
                <a:ext uri="{FF2B5EF4-FFF2-40B4-BE49-F238E27FC236}">
                  <a16:creationId xmlns:a16="http://schemas.microsoft.com/office/drawing/2014/main" id="{E65EE0FF-F57A-0F82-5C84-FF107B8FB6BB}"/>
                </a:ext>
              </a:extLst>
            </p:cNvPr>
            <p:cNvSpPr>
              <a:spLocks noChangeArrowheads="1"/>
            </p:cNvSpPr>
            <p:nvPr/>
          </p:nvSpPr>
          <p:spPr bwMode="auto">
            <a:xfrm>
              <a:off x="1872" y="2352"/>
              <a:ext cx="528" cy="24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5" name="Text Box 1057">
              <a:extLst>
                <a:ext uri="{FF2B5EF4-FFF2-40B4-BE49-F238E27FC236}">
                  <a16:creationId xmlns:a16="http://schemas.microsoft.com/office/drawing/2014/main" id="{25056BB6-75E3-ADBA-D4E6-835E6644AF56}"/>
                </a:ext>
              </a:extLst>
            </p:cNvPr>
            <p:cNvSpPr txBox="1">
              <a:spLocks noChangeArrowheads="1"/>
            </p:cNvSpPr>
            <p:nvPr/>
          </p:nvSpPr>
          <p:spPr bwMode="auto">
            <a:xfrm>
              <a:off x="2496" y="3216"/>
              <a:ext cx="34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2400">
                  <a:latin typeface="Times New Roman" panose="02020603050405020304" pitchFamily="18" charset="0"/>
                  <a:ea typeface="SimSun" panose="02010600030101010101" pitchFamily="2" charset="-122"/>
                </a:rPr>
                <a:t>d e</a:t>
              </a:r>
            </a:p>
          </p:txBody>
        </p:sp>
        <p:sp>
          <p:nvSpPr>
            <p:cNvPr id="86" name="Oval 1058">
              <a:extLst>
                <a:ext uri="{FF2B5EF4-FFF2-40B4-BE49-F238E27FC236}">
                  <a16:creationId xmlns:a16="http://schemas.microsoft.com/office/drawing/2014/main" id="{DF9DF395-72AA-72DE-91B9-C8507AAE1DAE}"/>
                </a:ext>
              </a:extLst>
            </p:cNvPr>
            <p:cNvSpPr>
              <a:spLocks noChangeArrowheads="1"/>
            </p:cNvSpPr>
            <p:nvPr/>
          </p:nvSpPr>
          <p:spPr bwMode="auto">
            <a:xfrm>
              <a:off x="2400" y="3264"/>
              <a:ext cx="528" cy="24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7" name="Text Box 1059">
              <a:extLst>
                <a:ext uri="{FF2B5EF4-FFF2-40B4-BE49-F238E27FC236}">
                  <a16:creationId xmlns:a16="http://schemas.microsoft.com/office/drawing/2014/main" id="{D4EFC41D-81FA-6CF1-4FF5-C53BEBABE2D7}"/>
                </a:ext>
              </a:extLst>
            </p:cNvPr>
            <p:cNvSpPr txBox="1">
              <a:spLocks noChangeArrowheads="1"/>
            </p:cNvSpPr>
            <p:nvPr/>
          </p:nvSpPr>
          <p:spPr bwMode="auto">
            <a:xfrm>
              <a:off x="2880" y="2928"/>
              <a:ext cx="47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2400">
                  <a:latin typeface="Times New Roman" panose="02020603050405020304" pitchFamily="18" charset="0"/>
                  <a:ea typeface="SimSun" panose="02010600030101010101" pitchFamily="2" charset="-122"/>
                </a:rPr>
                <a:t>c d e</a:t>
              </a:r>
            </a:p>
          </p:txBody>
        </p:sp>
        <p:sp>
          <p:nvSpPr>
            <p:cNvPr id="88" name="Oval 1060">
              <a:extLst>
                <a:ext uri="{FF2B5EF4-FFF2-40B4-BE49-F238E27FC236}">
                  <a16:creationId xmlns:a16="http://schemas.microsoft.com/office/drawing/2014/main" id="{E69F315E-81A4-B06F-0E86-62AAE7F7EE95}"/>
                </a:ext>
              </a:extLst>
            </p:cNvPr>
            <p:cNvSpPr>
              <a:spLocks noChangeArrowheads="1"/>
            </p:cNvSpPr>
            <p:nvPr/>
          </p:nvSpPr>
          <p:spPr bwMode="auto">
            <a:xfrm>
              <a:off x="2784" y="2928"/>
              <a:ext cx="624"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9" name="Text Box 1061">
              <a:extLst>
                <a:ext uri="{FF2B5EF4-FFF2-40B4-BE49-F238E27FC236}">
                  <a16:creationId xmlns:a16="http://schemas.microsoft.com/office/drawing/2014/main" id="{2C7360E2-A822-B027-1708-3D2DE044A3E2}"/>
                </a:ext>
              </a:extLst>
            </p:cNvPr>
            <p:cNvSpPr txBox="1">
              <a:spLocks noChangeArrowheads="1"/>
            </p:cNvSpPr>
            <p:nvPr/>
          </p:nvSpPr>
          <p:spPr bwMode="auto">
            <a:xfrm>
              <a:off x="3216" y="2592"/>
              <a:ext cx="7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2400">
                  <a:latin typeface="Times New Roman" panose="02020603050405020304" pitchFamily="18" charset="0"/>
                  <a:ea typeface="SimSun" panose="02010600030101010101" pitchFamily="2" charset="-122"/>
                </a:rPr>
                <a:t>a b c d e</a:t>
              </a:r>
            </a:p>
          </p:txBody>
        </p:sp>
        <p:sp>
          <p:nvSpPr>
            <p:cNvPr id="90" name="Oval 1062">
              <a:extLst>
                <a:ext uri="{FF2B5EF4-FFF2-40B4-BE49-F238E27FC236}">
                  <a16:creationId xmlns:a16="http://schemas.microsoft.com/office/drawing/2014/main" id="{67749A85-EF06-3477-2059-58A033386516}"/>
                </a:ext>
              </a:extLst>
            </p:cNvPr>
            <p:cNvSpPr>
              <a:spLocks noChangeArrowheads="1"/>
            </p:cNvSpPr>
            <p:nvPr/>
          </p:nvSpPr>
          <p:spPr bwMode="auto">
            <a:xfrm>
              <a:off x="3120" y="2592"/>
              <a:ext cx="100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1" name="Line 1063">
              <a:extLst>
                <a:ext uri="{FF2B5EF4-FFF2-40B4-BE49-F238E27FC236}">
                  <a16:creationId xmlns:a16="http://schemas.microsoft.com/office/drawing/2014/main" id="{BEDE479B-60E9-4D5A-B68C-035F5BB32382}"/>
                </a:ext>
              </a:extLst>
            </p:cNvPr>
            <p:cNvSpPr>
              <a:spLocks noChangeShapeType="1"/>
            </p:cNvSpPr>
            <p:nvPr/>
          </p:nvSpPr>
          <p:spPr bwMode="auto">
            <a:xfrm>
              <a:off x="1200" y="3753"/>
              <a:ext cx="3216" cy="0"/>
            </a:xfrm>
            <a:prstGeom prst="line">
              <a:avLst/>
            </a:prstGeom>
            <a:noFill/>
            <a:ln w="1905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2" name="Line 1064">
              <a:extLst>
                <a:ext uri="{FF2B5EF4-FFF2-40B4-BE49-F238E27FC236}">
                  <a16:creationId xmlns:a16="http://schemas.microsoft.com/office/drawing/2014/main" id="{7DECB6C6-A3CD-C3F4-E1E5-FBA579AA3B77}"/>
                </a:ext>
              </a:extLst>
            </p:cNvPr>
            <p:cNvSpPr>
              <a:spLocks noChangeShapeType="1"/>
            </p:cNvSpPr>
            <p:nvPr/>
          </p:nvSpPr>
          <p:spPr bwMode="auto">
            <a:xfrm flipH="1">
              <a:off x="1536" y="3753"/>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3" name="Text Box 1065">
              <a:extLst>
                <a:ext uri="{FF2B5EF4-FFF2-40B4-BE49-F238E27FC236}">
                  <a16:creationId xmlns:a16="http://schemas.microsoft.com/office/drawing/2014/main" id="{D24ED6DD-142F-9D85-CF34-70176FE3CD86}"/>
                </a:ext>
              </a:extLst>
            </p:cNvPr>
            <p:cNvSpPr txBox="1">
              <a:spLocks noChangeArrowheads="1"/>
            </p:cNvSpPr>
            <p:nvPr/>
          </p:nvSpPr>
          <p:spPr bwMode="auto">
            <a:xfrm>
              <a:off x="1440" y="3810"/>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zh-CN">
                  <a:latin typeface="Times New Roman" panose="02020603050405020304" pitchFamily="18" charset="0"/>
                  <a:ea typeface="SimSun" panose="02010600030101010101" pitchFamily="2" charset="-122"/>
                </a:rPr>
                <a:t>Step 4</a:t>
              </a:r>
              <a:endParaRPr lang="en-US" altLang="zh-CN" sz="2400">
                <a:latin typeface="Times New Roman" panose="02020603050405020304" pitchFamily="18" charset="0"/>
                <a:ea typeface="SimSun" panose="02010600030101010101" pitchFamily="2" charset="-122"/>
              </a:endParaRPr>
            </a:p>
          </p:txBody>
        </p:sp>
        <p:sp>
          <p:nvSpPr>
            <p:cNvPr id="94" name="Line 1066">
              <a:extLst>
                <a:ext uri="{FF2B5EF4-FFF2-40B4-BE49-F238E27FC236}">
                  <a16:creationId xmlns:a16="http://schemas.microsoft.com/office/drawing/2014/main" id="{38D768F6-6C8D-381D-EFD2-A0C88D934C7C}"/>
                </a:ext>
              </a:extLst>
            </p:cNvPr>
            <p:cNvSpPr>
              <a:spLocks noChangeShapeType="1"/>
            </p:cNvSpPr>
            <p:nvPr/>
          </p:nvSpPr>
          <p:spPr bwMode="auto">
            <a:xfrm flipH="1">
              <a:off x="2064" y="3744"/>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5" name="Text Box 1067">
              <a:extLst>
                <a:ext uri="{FF2B5EF4-FFF2-40B4-BE49-F238E27FC236}">
                  <a16:creationId xmlns:a16="http://schemas.microsoft.com/office/drawing/2014/main" id="{DF8A7832-91F4-BC06-1254-250558A2D7A8}"/>
                </a:ext>
              </a:extLst>
            </p:cNvPr>
            <p:cNvSpPr txBox="1">
              <a:spLocks noChangeArrowheads="1"/>
            </p:cNvSpPr>
            <p:nvPr/>
          </p:nvSpPr>
          <p:spPr bwMode="auto">
            <a:xfrm>
              <a:off x="1968" y="3801"/>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zh-CN">
                  <a:latin typeface="Times New Roman" panose="02020603050405020304" pitchFamily="18" charset="0"/>
                  <a:ea typeface="SimSun" panose="02010600030101010101" pitchFamily="2" charset="-122"/>
                </a:rPr>
                <a:t>Step 3</a:t>
              </a:r>
              <a:endParaRPr lang="en-US" altLang="zh-CN" sz="2400">
                <a:latin typeface="Times New Roman" panose="02020603050405020304" pitchFamily="18" charset="0"/>
                <a:ea typeface="SimSun" panose="02010600030101010101" pitchFamily="2" charset="-122"/>
              </a:endParaRPr>
            </a:p>
          </p:txBody>
        </p:sp>
        <p:sp>
          <p:nvSpPr>
            <p:cNvPr id="96" name="Line 1068">
              <a:extLst>
                <a:ext uri="{FF2B5EF4-FFF2-40B4-BE49-F238E27FC236}">
                  <a16:creationId xmlns:a16="http://schemas.microsoft.com/office/drawing/2014/main" id="{B0FA5950-5658-C504-0964-D97E9296EF2C}"/>
                </a:ext>
              </a:extLst>
            </p:cNvPr>
            <p:cNvSpPr>
              <a:spLocks noChangeShapeType="1"/>
            </p:cNvSpPr>
            <p:nvPr/>
          </p:nvSpPr>
          <p:spPr bwMode="auto">
            <a:xfrm flipH="1">
              <a:off x="2592" y="3744"/>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7" name="Text Box 1069">
              <a:extLst>
                <a:ext uri="{FF2B5EF4-FFF2-40B4-BE49-F238E27FC236}">
                  <a16:creationId xmlns:a16="http://schemas.microsoft.com/office/drawing/2014/main" id="{18EFC588-2729-837C-57A2-3565363A3991}"/>
                </a:ext>
              </a:extLst>
            </p:cNvPr>
            <p:cNvSpPr txBox="1">
              <a:spLocks noChangeArrowheads="1"/>
            </p:cNvSpPr>
            <p:nvPr/>
          </p:nvSpPr>
          <p:spPr bwMode="auto">
            <a:xfrm>
              <a:off x="2496" y="3801"/>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zh-CN">
                  <a:latin typeface="Times New Roman" panose="02020603050405020304" pitchFamily="18" charset="0"/>
                  <a:ea typeface="SimSun" panose="02010600030101010101" pitchFamily="2" charset="-122"/>
                </a:rPr>
                <a:t>Step 2</a:t>
              </a:r>
              <a:endParaRPr lang="en-US" altLang="zh-CN" sz="2400">
                <a:latin typeface="Times New Roman" panose="02020603050405020304" pitchFamily="18" charset="0"/>
                <a:ea typeface="SimSun" panose="02010600030101010101" pitchFamily="2" charset="-122"/>
              </a:endParaRPr>
            </a:p>
          </p:txBody>
        </p:sp>
        <p:sp>
          <p:nvSpPr>
            <p:cNvPr id="98" name="Line 1070">
              <a:extLst>
                <a:ext uri="{FF2B5EF4-FFF2-40B4-BE49-F238E27FC236}">
                  <a16:creationId xmlns:a16="http://schemas.microsoft.com/office/drawing/2014/main" id="{926FAA45-8BFA-585A-4641-22015DC8D5C4}"/>
                </a:ext>
              </a:extLst>
            </p:cNvPr>
            <p:cNvSpPr>
              <a:spLocks noChangeShapeType="1"/>
            </p:cNvSpPr>
            <p:nvPr/>
          </p:nvSpPr>
          <p:spPr bwMode="auto">
            <a:xfrm flipH="1">
              <a:off x="3072" y="3744"/>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9" name="Text Box 1071">
              <a:extLst>
                <a:ext uri="{FF2B5EF4-FFF2-40B4-BE49-F238E27FC236}">
                  <a16:creationId xmlns:a16="http://schemas.microsoft.com/office/drawing/2014/main" id="{CAB5F418-C45F-E70F-06E7-EC38D56E27AF}"/>
                </a:ext>
              </a:extLst>
            </p:cNvPr>
            <p:cNvSpPr txBox="1">
              <a:spLocks noChangeArrowheads="1"/>
            </p:cNvSpPr>
            <p:nvPr/>
          </p:nvSpPr>
          <p:spPr bwMode="auto">
            <a:xfrm>
              <a:off x="2976" y="3801"/>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zh-CN">
                  <a:latin typeface="Times New Roman" panose="02020603050405020304" pitchFamily="18" charset="0"/>
                  <a:ea typeface="SimSun" panose="02010600030101010101" pitchFamily="2" charset="-122"/>
                </a:rPr>
                <a:t>Step 1</a:t>
              </a:r>
              <a:endParaRPr lang="en-US" altLang="zh-CN" sz="2400">
                <a:latin typeface="Times New Roman" panose="02020603050405020304" pitchFamily="18" charset="0"/>
                <a:ea typeface="SimSun" panose="02010600030101010101" pitchFamily="2" charset="-122"/>
              </a:endParaRPr>
            </a:p>
          </p:txBody>
        </p:sp>
        <p:sp>
          <p:nvSpPr>
            <p:cNvPr id="100" name="Line 1072">
              <a:extLst>
                <a:ext uri="{FF2B5EF4-FFF2-40B4-BE49-F238E27FC236}">
                  <a16:creationId xmlns:a16="http://schemas.microsoft.com/office/drawing/2014/main" id="{15823996-09A3-0BE2-F318-935CE11954CA}"/>
                </a:ext>
              </a:extLst>
            </p:cNvPr>
            <p:cNvSpPr>
              <a:spLocks noChangeShapeType="1"/>
            </p:cNvSpPr>
            <p:nvPr/>
          </p:nvSpPr>
          <p:spPr bwMode="auto">
            <a:xfrm flipH="1">
              <a:off x="3552" y="3744"/>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1" name="Text Box 1073">
              <a:extLst>
                <a:ext uri="{FF2B5EF4-FFF2-40B4-BE49-F238E27FC236}">
                  <a16:creationId xmlns:a16="http://schemas.microsoft.com/office/drawing/2014/main" id="{56999762-6476-7C2E-BA35-45DC66AE4474}"/>
                </a:ext>
              </a:extLst>
            </p:cNvPr>
            <p:cNvSpPr txBox="1">
              <a:spLocks noChangeArrowheads="1"/>
            </p:cNvSpPr>
            <p:nvPr/>
          </p:nvSpPr>
          <p:spPr bwMode="auto">
            <a:xfrm>
              <a:off x="3456" y="3801"/>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zh-CN">
                  <a:latin typeface="Times New Roman" panose="02020603050405020304" pitchFamily="18" charset="0"/>
                  <a:ea typeface="SimSun" panose="02010600030101010101" pitchFamily="2" charset="-122"/>
                </a:rPr>
                <a:t>Step 0</a:t>
              </a:r>
              <a:endParaRPr lang="en-US" altLang="zh-CN" sz="2400">
                <a:latin typeface="Times New Roman" panose="02020603050405020304" pitchFamily="18" charset="0"/>
                <a:ea typeface="SimSun" panose="02010600030101010101" pitchFamily="2" charset="-122"/>
              </a:endParaRPr>
            </a:p>
          </p:txBody>
        </p:sp>
        <p:sp>
          <p:nvSpPr>
            <p:cNvPr id="102" name="Line 1074">
              <a:extLst>
                <a:ext uri="{FF2B5EF4-FFF2-40B4-BE49-F238E27FC236}">
                  <a16:creationId xmlns:a16="http://schemas.microsoft.com/office/drawing/2014/main" id="{F7F0ABD9-9BBD-F1C3-54AC-75F57AFC7C92}"/>
                </a:ext>
              </a:extLst>
            </p:cNvPr>
            <p:cNvSpPr>
              <a:spLocks noChangeShapeType="1"/>
            </p:cNvSpPr>
            <p:nvPr/>
          </p:nvSpPr>
          <p:spPr bwMode="auto">
            <a:xfrm>
              <a:off x="1680" y="2352"/>
              <a:ext cx="192"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 name="Line 1075">
              <a:extLst>
                <a:ext uri="{FF2B5EF4-FFF2-40B4-BE49-F238E27FC236}">
                  <a16:creationId xmlns:a16="http://schemas.microsoft.com/office/drawing/2014/main" id="{C49D4B08-6236-6B80-FAA8-FFB59653105A}"/>
                </a:ext>
              </a:extLst>
            </p:cNvPr>
            <p:cNvSpPr>
              <a:spLocks noChangeShapeType="1"/>
            </p:cNvSpPr>
            <p:nvPr/>
          </p:nvSpPr>
          <p:spPr bwMode="auto">
            <a:xfrm flipV="1">
              <a:off x="1680" y="2448"/>
              <a:ext cx="192"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 name="Line 1076">
              <a:extLst>
                <a:ext uri="{FF2B5EF4-FFF2-40B4-BE49-F238E27FC236}">
                  <a16:creationId xmlns:a16="http://schemas.microsoft.com/office/drawing/2014/main" id="{DA73A3DB-FC54-5C34-BD3D-99DF76DA3A0F}"/>
                </a:ext>
              </a:extLst>
            </p:cNvPr>
            <p:cNvSpPr>
              <a:spLocks noChangeShapeType="1"/>
            </p:cNvSpPr>
            <p:nvPr/>
          </p:nvSpPr>
          <p:spPr bwMode="auto">
            <a:xfrm>
              <a:off x="1680" y="3216"/>
              <a:ext cx="72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 name="Line 1077">
              <a:extLst>
                <a:ext uri="{FF2B5EF4-FFF2-40B4-BE49-F238E27FC236}">
                  <a16:creationId xmlns:a16="http://schemas.microsoft.com/office/drawing/2014/main" id="{EA534663-C753-5F6D-5B07-81AC2EC7330B}"/>
                </a:ext>
              </a:extLst>
            </p:cNvPr>
            <p:cNvSpPr>
              <a:spLocks noChangeShapeType="1"/>
            </p:cNvSpPr>
            <p:nvPr/>
          </p:nvSpPr>
          <p:spPr bwMode="auto">
            <a:xfrm flipV="1">
              <a:off x="1680" y="3360"/>
              <a:ext cx="72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6" name="Line 1078">
              <a:extLst>
                <a:ext uri="{FF2B5EF4-FFF2-40B4-BE49-F238E27FC236}">
                  <a16:creationId xmlns:a16="http://schemas.microsoft.com/office/drawing/2014/main" id="{D6E540F9-F50F-5F21-E150-AB27896280B4}"/>
                </a:ext>
              </a:extLst>
            </p:cNvPr>
            <p:cNvSpPr>
              <a:spLocks noChangeShapeType="1"/>
            </p:cNvSpPr>
            <p:nvPr/>
          </p:nvSpPr>
          <p:spPr bwMode="auto">
            <a:xfrm>
              <a:off x="1680" y="2976"/>
              <a:ext cx="1104"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7" name="Line 1079">
              <a:extLst>
                <a:ext uri="{FF2B5EF4-FFF2-40B4-BE49-F238E27FC236}">
                  <a16:creationId xmlns:a16="http://schemas.microsoft.com/office/drawing/2014/main" id="{88000D1C-39A8-67E6-D8C1-5918F3F6E850}"/>
                </a:ext>
              </a:extLst>
            </p:cNvPr>
            <p:cNvSpPr>
              <a:spLocks noChangeShapeType="1"/>
            </p:cNvSpPr>
            <p:nvPr/>
          </p:nvSpPr>
          <p:spPr bwMode="auto">
            <a:xfrm flipV="1">
              <a:off x="2688" y="3072"/>
              <a:ext cx="96"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8" name="Line 1080">
              <a:extLst>
                <a:ext uri="{FF2B5EF4-FFF2-40B4-BE49-F238E27FC236}">
                  <a16:creationId xmlns:a16="http://schemas.microsoft.com/office/drawing/2014/main" id="{63ED68E7-A856-BCA2-C5B0-8E1FE071859F}"/>
                </a:ext>
              </a:extLst>
            </p:cNvPr>
            <p:cNvSpPr>
              <a:spLocks noChangeShapeType="1"/>
            </p:cNvSpPr>
            <p:nvPr/>
          </p:nvSpPr>
          <p:spPr bwMode="auto">
            <a:xfrm>
              <a:off x="2400" y="2496"/>
              <a:ext cx="72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9" name="Line 1081">
              <a:extLst>
                <a:ext uri="{FF2B5EF4-FFF2-40B4-BE49-F238E27FC236}">
                  <a16:creationId xmlns:a16="http://schemas.microsoft.com/office/drawing/2014/main" id="{B6067474-41B2-5831-BD6F-32D24CE41392}"/>
                </a:ext>
              </a:extLst>
            </p:cNvPr>
            <p:cNvSpPr>
              <a:spLocks noChangeShapeType="1"/>
            </p:cNvSpPr>
            <p:nvPr/>
          </p:nvSpPr>
          <p:spPr bwMode="auto">
            <a:xfrm flipV="1">
              <a:off x="3072" y="2736"/>
              <a:ext cx="48"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0" name="Text Box 1082">
              <a:extLst>
                <a:ext uri="{FF2B5EF4-FFF2-40B4-BE49-F238E27FC236}">
                  <a16:creationId xmlns:a16="http://schemas.microsoft.com/office/drawing/2014/main" id="{BF82566A-F86E-140E-4B7E-402AB7D5301C}"/>
                </a:ext>
              </a:extLst>
            </p:cNvPr>
            <p:cNvSpPr txBox="1">
              <a:spLocks noChangeArrowheads="1"/>
            </p:cNvSpPr>
            <p:nvPr/>
          </p:nvSpPr>
          <p:spPr bwMode="auto">
            <a:xfrm>
              <a:off x="4305" y="1824"/>
              <a:ext cx="1277"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400" b="1">
                  <a:latin typeface="Times New Roman" panose="02020603050405020304" pitchFamily="18" charset="0"/>
                  <a:ea typeface="SimSun" panose="02010600030101010101" pitchFamily="2" charset="-122"/>
                </a:rPr>
                <a:t>agglomerative</a:t>
              </a:r>
            </a:p>
            <a:p>
              <a:pPr algn="ctr" eaLnBrk="0" hangingPunct="0"/>
              <a:r>
                <a:rPr lang="en-US" altLang="zh-CN" sz="2400" b="1">
                  <a:latin typeface="Times New Roman" panose="02020603050405020304" pitchFamily="18" charset="0"/>
                  <a:ea typeface="SimSun" panose="02010600030101010101" pitchFamily="2" charset="-122"/>
                </a:rPr>
                <a:t>(AGNES)</a:t>
              </a:r>
            </a:p>
          </p:txBody>
        </p:sp>
        <p:sp>
          <p:nvSpPr>
            <p:cNvPr id="111" name="Text Box 1083">
              <a:extLst>
                <a:ext uri="{FF2B5EF4-FFF2-40B4-BE49-F238E27FC236}">
                  <a16:creationId xmlns:a16="http://schemas.microsoft.com/office/drawing/2014/main" id="{D4DD4A45-4CC1-63D8-EC9A-DFDAEF29C2A7}"/>
                </a:ext>
              </a:extLst>
            </p:cNvPr>
            <p:cNvSpPr txBox="1">
              <a:spLocks noChangeArrowheads="1"/>
            </p:cNvSpPr>
            <p:nvPr/>
          </p:nvSpPr>
          <p:spPr bwMode="auto">
            <a:xfrm>
              <a:off x="4401" y="3552"/>
              <a:ext cx="875"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400" b="1">
                  <a:latin typeface="Times New Roman" panose="02020603050405020304" pitchFamily="18" charset="0"/>
                  <a:ea typeface="SimSun" panose="02010600030101010101" pitchFamily="2" charset="-122"/>
                </a:rPr>
                <a:t>divisive</a:t>
              </a:r>
            </a:p>
            <a:p>
              <a:pPr algn="ctr" eaLnBrk="0" hangingPunct="0"/>
              <a:r>
                <a:rPr lang="en-US" altLang="zh-CN" sz="2400" b="1">
                  <a:latin typeface="Times New Roman" panose="02020603050405020304" pitchFamily="18" charset="0"/>
                  <a:ea typeface="SimSun" panose="02010600030101010101" pitchFamily="2" charset="-122"/>
                </a:rPr>
                <a:t>(DIANA)</a:t>
              </a:r>
              <a:endParaRPr lang="en-US" altLang="zh-CN" sz="2400">
                <a:latin typeface="Times New Roman" panose="02020603050405020304" pitchFamily="18" charset="0"/>
                <a:ea typeface="SimSun" panose="02010600030101010101" pitchFamily="2" charset="-122"/>
              </a:endParaRPr>
            </a:p>
          </p:txBody>
        </p:sp>
      </p:gr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365126"/>
            <a:ext cx="7886700" cy="1325563"/>
          </a:xfrm>
        </p:spPr>
        <p:txBody>
          <a:bodyPr vert="horz" wrap="square" lIns="0" tIns="207570" rIns="0" bIns="0" rtlCol="0">
            <a:spAutoFit/>
          </a:bodyPr>
          <a:lstStyle/>
          <a:p>
            <a:r>
              <a:rPr lang="en-US" dirty="0"/>
              <a:t>Phân cụm </a:t>
            </a:r>
            <a:r>
              <a:rPr lang="en-US"/>
              <a:t>phân cấp</a:t>
            </a:r>
            <a:endParaRPr lang="en-US" dirty="0"/>
          </a:p>
        </p:txBody>
      </p:sp>
      <p:sp>
        <p:nvSpPr>
          <p:cNvPr id="7" name="Content Placeholder 6">
            <a:extLst>
              <a:ext uri="{FF2B5EF4-FFF2-40B4-BE49-F238E27FC236}">
                <a16:creationId xmlns:a16="http://schemas.microsoft.com/office/drawing/2014/main" id="{49E1CD0C-E561-0F20-CCCE-4009D4673961}"/>
              </a:ext>
            </a:extLst>
          </p:cNvPr>
          <p:cNvSpPr>
            <a:spLocks noGrp="1"/>
          </p:cNvSpPr>
          <p:nvPr>
            <p:ph idx="1"/>
          </p:nvPr>
        </p:nvSpPr>
        <p:spPr/>
        <p:txBody>
          <a:bodyPr/>
          <a:lstStyle/>
          <a:p>
            <a:pPr marL="355600" marR="92075" indent="-342900">
              <a:lnSpc>
                <a:spcPts val="3000"/>
              </a:lnSpc>
              <a:spcBef>
                <a:spcPts val="580"/>
              </a:spcBef>
              <a:buChar char="•"/>
              <a:tabLst>
                <a:tab pos="355600" algn="l"/>
              </a:tabLst>
            </a:pPr>
            <a:r>
              <a:rPr lang="vi-VN" sz="2400">
                <a:latin typeface="Gill Sans MT"/>
                <a:cs typeface="Gill Sans MT"/>
              </a:rPr>
              <a:t>Th</a:t>
            </a:r>
            <a:r>
              <a:rPr lang="vi-VN" sz="2400">
                <a:latin typeface="Calibri"/>
                <a:cs typeface="Calibri"/>
              </a:rPr>
              <a:t>ự</a:t>
            </a:r>
            <a:r>
              <a:rPr lang="vi-VN" sz="2400">
                <a:latin typeface="Gill Sans MT"/>
                <a:cs typeface="Gill Sans MT"/>
              </a:rPr>
              <a:t>c t</a:t>
            </a:r>
            <a:r>
              <a:rPr lang="vi-VN" sz="2400">
                <a:latin typeface="Calibri"/>
                <a:cs typeface="Calibri"/>
              </a:rPr>
              <a:t>ế </a:t>
            </a:r>
            <a:r>
              <a:rPr lang="vi-VN" sz="2400">
                <a:latin typeface="Gill Sans MT"/>
                <a:cs typeface="Gill Sans MT"/>
              </a:rPr>
              <a:t>khi áp d</a:t>
            </a:r>
            <a:r>
              <a:rPr lang="vi-VN" sz="2400">
                <a:latin typeface="Calibri"/>
                <a:cs typeface="Calibri"/>
              </a:rPr>
              <a:t>ụ</a:t>
            </a:r>
            <a:r>
              <a:rPr lang="vi-VN" sz="2400">
                <a:latin typeface="Gill Sans MT"/>
                <a:cs typeface="Gill Sans MT"/>
              </a:rPr>
              <a:t>ng, k</a:t>
            </a:r>
            <a:r>
              <a:rPr lang="vi-VN" sz="2400">
                <a:latin typeface="Calibri"/>
                <a:cs typeface="Calibri"/>
              </a:rPr>
              <a:t>ế</a:t>
            </a:r>
            <a:r>
              <a:rPr lang="vi-VN" sz="2400">
                <a:latin typeface="Gill Sans MT"/>
                <a:cs typeface="Gill Sans MT"/>
              </a:rPr>
              <a:t>t h</a:t>
            </a:r>
            <a:r>
              <a:rPr lang="vi-VN" sz="2400">
                <a:latin typeface="Calibri"/>
                <a:cs typeface="Calibri"/>
              </a:rPr>
              <a:t>ợ</a:t>
            </a:r>
            <a:r>
              <a:rPr lang="vi-VN" sz="2400">
                <a:latin typeface="Gill Sans MT"/>
                <a:cs typeface="Gill Sans MT"/>
              </a:rPr>
              <a:t>p c</a:t>
            </a:r>
            <a:r>
              <a:rPr lang="vi-VN" sz="2400">
                <a:latin typeface="Calibri"/>
                <a:cs typeface="Calibri"/>
              </a:rPr>
              <a:t>ả </a:t>
            </a:r>
            <a:r>
              <a:rPr lang="vi-VN" sz="2400">
                <a:latin typeface="Gill Sans MT"/>
                <a:cs typeface="Gill Sans MT"/>
              </a:rPr>
              <a:t>hai ph</a:t>
            </a:r>
            <a:r>
              <a:rPr lang="vi-VN" sz="2400">
                <a:latin typeface="Calibri"/>
                <a:cs typeface="Calibri"/>
              </a:rPr>
              <a:t>ươ</a:t>
            </a:r>
            <a:r>
              <a:rPr lang="vi-VN" sz="2400">
                <a:latin typeface="Gill Sans MT"/>
                <a:cs typeface="Gill Sans MT"/>
              </a:rPr>
              <a:t>ng pháp </a:t>
            </a:r>
            <a:r>
              <a:rPr lang="vi-VN" sz="2400">
                <a:solidFill>
                  <a:srgbClr val="FF0066"/>
                </a:solidFill>
                <a:latin typeface="Gill Sans MT"/>
                <a:cs typeface="Gill Sans MT"/>
              </a:rPr>
              <a:t>phân ho</a:t>
            </a:r>
            <a:r>
              <a:rPr lang="vi-VN" sz="2400">
                <a:solidFill>
                  <a:srgbClr val="FF0066"/>
                </a:solidFill>
                <a:latin typeface="Calibri"/>
                <a:cs typeface="Calibri"/>
              </a:rPr>
              <a:t>ạ</a:t>
            </a:r>
            <a:r>
              <a:rPr lang="vi-VN" sz="2400">
                <a:solidFill>
                  <a:srgbClr val="FF0066"/>
                </a:solidFill>
                <a:latin typeface="Gill Sans MT"/>
                <a:cs typeface="Gill Sans MT"/>
              </a:rPr>
              <a:t>ch </a:t>
            </a:r>
            <a:r>
              <a:rPr lang="vi-VN" sz="2400">
                <a:latin typeface="Gill Sans MT"/>
                <a:cs typeface="Gill Sans MT"/>
              </a:rPr>
              <a:t>và </a:t>
            </a:r>
            <a:r>
              <a:rPr lang="vi-VN" sz="2400">
                <a:solidFill>
                  <a:srgbClr val="FF0066"/>
                </a:solidFill>
                <a:latin typeface="Gill Sans MT"/>
                <a:cs typeface="Gill Sans MT"/>
              </a:rPr>
              <a:t>phân c</a:t>
            </a:r>
            <a:r>
              <a:rPr lang="vi-VN" sz="2400">
                <a:solidFill>
                  <a:srgbClr val="FF0066"/>
                </a:solidFill>
                <a:latin typeface="Calibri"/>
                <a:cs typeface="Calibri"/>
              </a:rPr>
              <a:t>ấ</a:t>
            </a:r>
            <a:r>
              <a:rPr lang="vi-VN" sz="2400">
                <a:solidFill>
                  <a:srgbClr val="FF0066"/>
                </a:solidFill>
                <a:latin typeface="Gill Sans MT"/>
                <a:cs typeface="Gill Sans MT"/>
              </a:rPr>
              <a:t>p</a:t>
            </a:r>
            <a:endParaRPr lang="vi-VN" sz="2400">
              <a:latin typeface="Gill Sans MT"/>
              <a:cs typeface="Gill Sans MT"/>
            </a:endParaRPr>
          </a:p>
          <a:p>
            <a:pPr marL="355600" marR="241935" indent="-342900">
              <a:lnSpc>
                <a:spcPts val="3100"/>
              </a:lnSpc>
              <a:spcBef>
                <a:spcPts val="620"/>
              </a:spcBef>
              <a:buChar char="•"/>
              <a:tabLst>
                <a:tab pos="355600" algn="l"/>
              </a:tabLst>
            </a:pPr>
            <a:r>
              <a:rPr lang="vi-VN" sz="2400">
                <a:latin typeface="Gill Sans MT"/>
                <a:cs typeface="Gill Sans MT"/>
              </a:rPr>
              <a:t>K</a:t>
            </a:r>
            <a:r>
              <a:rPr lang="vi-VN" sz="2400">
                <a:latin typeface="Calibri"/>
                <a:cs typeface="Calibri"/>
              </a:rPr>
              <a:t>ế</a:t>
            </a:r>
            <a:r>
              <a:rPr lang="vi-VN" sz="2400">
                <a:latin typeface="Gill Sans MT"/>
                <a:cs typeface="Gill Sans MT"/>
              </a:rPr>
              <a:t>t qu</a:t>
            </a:r>
            <a:r>
              <a:rPr lang="vi-VN" sz="2400">
                <a:latin typeface="Calibri"/>
                <a:cs typeface="Calibri"/>
              </a:rPr>
              <a:t>ả </a:t>
            </a:r>
            <a:r>
              <a:rPr lang="vi-VN" sz="2400">
                <a:latin typeface="Gill Sans MT"/>
                <a:cs typeface="Gill Sans MT"/>
              </a:rPr>
              <a:t>thu đ</a:t>
            </a:r>
            <a:r>
              <a:rPr lang="vi-VN" sz="2400">
                <a:latin typeface="Calibri"/>
                <a:cs typeface="Calibri"/>
              </a:rPr>
              <a:t>ượ</a:t>
            </a:r>
            <a:r>
              <a:rPr lang="vi-VN" sz="2400">
                <a:latin typeface="Gill Sans MT"/>
                <a:cs typeface="Gill Sans MT"/>
              </a:rPr>
              <a:t>c c</a:t>
            </a:r>
            <a:r>
              <a:rPr lang="vi-VN" sz="2400">
                <a:latin typeface="Calibri"/>
                <a:cs typeface="Calibri"/>
              </a:rPr>
              <a:t>ủ</a:t>
            </a:r>
            <a:r>
              <a:rPr lang="vi-VN" sz="2400">
                <a:latin typeface="Gill Sans MT"/>
                <a:cs typeface="Gill Sans MT"/>
              </a:rPr>
              <a:t>a ph</a:t>
            </a:r>
            <a:r>
              <a:rPr lang="vi-VN" sz="2400">
                <a:latin typeface="Calibri"/>
                <a:cs typeface="Calibri"/>
              </a:rPr>
              <a:t>ươ</a:t>
            </a:r>
            <a:r>
              <a:rPr lang="vi-VN" sz="2400">
                <a:latin typeface="Gill Sans MT"/>
                <a:cs typeface="Gill Sans MT"/>
              </a:rPr>
              <a:t>ng pháp phân c</a:t>
            </a:r>
            <a:r>
              <a:rPr lang="vi-VN" sz="2400">
                <a:latin typeface="Calibri"/>
                <a:cs typeface="Calibri"/>
              </a:rPr>
              <a:t>ấ</a:t>
            </a:r>
            <a:r>
              <a:rPr lang="vi-VN" sz="2400">
                <a:latin typeface="Gill Sans MT"/>
                <a:cs typeface="Gill Sans MT"/>
              </a:rPr>
              <a:t>p có th</a:t>
            </a:r>
            <a:r>
              <a:rPr lang="vi-VN" sz="2400">
                <a:latin typeface="Calibri"/>
                <a:cs typeface="Calibri"/>
              </a:rPr>
              <a:t>ể </a:t>
            </a:r>
            <a:r>
              <a:rPr lang="vi-VN" sz="2400">
                <a:latin typeface="Gill Sans MT"/>
                <a:cs typeface="Gill Sans MT"/>
              </a:rPr>
              <a:t>c</a:t>
            </a:r>
            <a:r>
              <a:rPr lang="vi-VN" sz="2400">
                <a:latin typeface="Calibri"/>
                <a:cs typeface="Calibri"/>
              </a:rPr>
              <a:t>ả</a:t>
            </a:r>
            <a:r>
              <a:rPr lang="vi-VN" sz="2400">
                <a:latin typeface="Gill Sans MT"/>
                <a:cs typeface="Gill Sans MT"/>
              </a:rPr>
              <a:t>i ti</a:t>
            </a:r>
            <a:r>
              <a:rPr lang="vi-VN" sz="2400">
                <a:latin typeface="Calibri"/>
                <a:cs typeface="Calibri"/>
              </a:rPr>
              <a:t>ế</a:t>
            </a:r>
            <a:r>
              <a:rPr lang="vi-VN" sz="2400">
                <a:latin typeface="Gill Sans MT"/>
                <a:cs typeface="Gill Sans MT"/>
              </a:rPr>
              <a:t>n thông qua b</a:t>
            </a:r>
            <a:r>
              <a:rPr lang="vi-VN" sz="2400">
                <a:latin typeface="Calibri"/>
                <a:cs typeface="Calibri"/>
              </a:rPr>
              <a:t>ướ</a:t>
            </a:r>
            <a:r>
              <a:rPr lang="vi-VN" sz="2400">
                <a:latin typeface="Gill Sans MT"/>
                <a:cs typeface="Gill Sans MT"/>
              </a:rPr>
              <a:t>c phân c</a:t>
            </a:r>
            <a:r>
              <a:rPr lang="vi-VN" sz="2400">
                <a:latin typeface="Calibri"/>
                <a:cs typeface="Calibri"/>
              </a:rPr>
              <a:t>ụ</a:t>
            </a:r>
            <a:r>
              <a:rPr lang="vi-VN" sz="2400">
                <a:latin typeface="Gill Sans MT"/>
                <a:cs typeface="Gill Sans MT"/>
              </a:rPr>
              <a:t>m phân ho</a:t>
            </a:r>
            <a:r>
              <a:rPr lang="vi-VN" sz="2400">
                <a:latin typeface="Calibri"/>
                <a:cs typeface="Calibri"/>
              </a:rPr>
              <a:t>ạ</a:t>
            </a:r>
            <a:r>
              <a:rPr lang="vi-VN" sz="2400">
                <a:latin typeface="Gill Sans MT"/>
                <a:cs typeface="Gill Sans MT"/>
              </a:rPr>
              <a:t>ch.</a:t>
            </a:r>
          </a:p>
          <a:p>
            <a:pPr marL="355600" marR="521334" indent="-342900">
              <a:lnSpc>
                <a:spcPts val="3000"/>
              </a:lnSpc>
              <a:spcBef>
                <a:spcPts val="680"/>
              </a:spcBef>
              <a:buChar char="•"/>
              <a:tabLst>
                <a:tab pos="355600" algn="l"/>
              </a:tabLst>
            </a:pPr>
            <a:r>
              <a:rPr lang="vi-VN" sz="2400">
                <a:latin typeface="Gill Sans MT"/>
                <a:cs typeface="Gill Sans MT"/>
              </a:rPr>
              <a:t>Là hai ph</a:t>
            </a:r>
            <a:r>
              <a:rPr lang="vi-VN" sz="2400">
                <a:latin typeface="Calibri"/>
                <a:cs typeface="Calibri"/>
              </a:rPr>
              <a:t>ươ</a:t>
            </a:r>
            <a:r>
              <a:rPr lang="vi-VN" sz="2400">
                <a:latin typeface="Gill Sans MT"/>
                <a:cs typeface="Gill Sans MT"/>
              </a:rPr>
              <a:t>ng pháp PCDL c</a:t>
            </a:r>
            <a:r>
              <a:rPr lang="vi-VN" sz="2400">
                <a:latin typeface="Calibri"/>
                <a:cs typeface="Calibri"/>
              </a:rPr>
              <a:t>ổ </a:t>
            </a:r>
            <a:r>
              <a:rPr lang="vi-VN" sz="2400">
                <a:latin typeface="Gill Sans MT"/>
                <a:cs typeface="Gill Sans MT"/>
              </a:rPr>
              <a:t>đi</a:t>
            </a:r>
            <a:r>
              <a:rPr lang="vi-VN" sz="2400">
                <a:latin typeface="Calibri"/>
                <a:cs typeface="Calibri"/>
              </a:rPr>
              <a:t>ể</a:t>
            </a:r>
            <a:r>
              <a:rPr lang="vi-VN" sz="2400">
                <a:latin typeface="Gill Sans MT"/>
                <a:cs typeface="Gill Sans MT"/>
              </a:rPr>
              <a:t>n, hi</a:t>
            </a:r>
            <a:r>
              <a:rPr lang="vi-VN" sz="2400">
                <a:latin typeface="Calibri"/>
                <a:cs typeface="Calibri"/>
              </a:rPr>
              <a:t>ệ</a:t>
            </a:r>
            <a:r>
              <a:rPr lang="vi-VN" sz="2400">
                <a:latin typeface="Gill Sans MT"/>
                <a:cs typeface="Gill Sans MT"/>
              </a:rPr>
              <a:t>n nay có nhi</a:t>
            </a:r>
            <a:r>
              <a:rPr lang="vi-VN" sz="2400">
                <a:latin typeface="Calibri"/>
                <a:cs typeface="Calibri"/>
              </a:rPr>
              <a:t>ề</a:t>
            </a:r>
            <a:r>
              <a:rPr lang="vi-VN" sz="2400">
                <a:latin typeface="Gill Sans MT"/>
                <a:cs typeface="Gill Sans MT"/>
              </a:rPr>
              <a:t>u thu</a:t>
            </a:r>
            <a:r>
              <a:rPr lang="vi-VN" sz="2400">
                <a:latin typeface="Calibri"/>
                <a:cs typeface="Calibri"/>
              </a:rPr>
              <a:t>ậ</a:t>
            </a:r>
            <a:r>
              <a:rPr lang="vi-VN" sz="2400">
                <a:latin typeface="Gill Sans MT"/>
                <a:cs typeface="Gill Sans MT"/>
              </a:rPr>
              <a:t>t toán c</a:t>
            </a:r>
            <a:r>
              <a:rPr lang="vi-VN" sz="2400">
                <a:latin typeface="Calibri"/>
                <a:cs typeface="Calibri"/>
              </a:rPr>
              <a:t>ả</a:t>
            </a:r>
            <a:r>
              <a:rPr lang="vi-VN" sz="2400">
                <a:latin typeface="Gill Sans MT"/>
                <a:cs typeface="Gill Sans MT"/>
              </a:rPr>
              <a:t>i ti</a:t>
            </a:r>
            <a:r>
              <a:rPr lang="vi-VN" sz="2400">
                <a:latin typeface="Calibri"/>
                <a:cs typeface="Calibri"/>
              </a:rPr>
              <a:t>ế</a:t>
            </a:r>
            <a:r>
              <a:rPr lang="vi-VN" sz="2400">
                <a:latin typeface="Gill Sans MT"/>
                <a:cs typeface="Gill Sans MT"/>
              </a:rPr>
              <a:t>n.</a:t>
            </a:r>
          </a:p>
          <a:p>
            <a:endParaRPr lang="en-US"/>
          </a:p>
        </p:txBody>
      </p:sp>
      <p:sp>
        <p:nvSpPr>
          <p:cNvPr id="4" name="object 4"/>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73</a:t>
            </a:fld>
            <a:endParaRPr 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7A466-AC02-DB60-3210-F3F28312B66B}"/>
              </a:ext>
            </a:extLst>
          </p:cNvPr>
          <p:cNvSpPr>
            <a:spLocks noGrp="1"/>
          </p:cNvSpPr>
          <p:nvPr>
            <p:ph type="title"/>
          </p:nvPr>
        </p:nvSpPr>
        <p:spPr>
          <a:xfrm>
            <a:off x="628650" y="365126"/>
            <a:ext cx="7886700" cy="1325563"/>
          </a:xfrm>
        </p:spPr>
        <p:txBody>
          <a:bodyPr>
            <a:normAutofit/>
          </a:bodyPr>
          <a:lstStyle/>
          <a:p>
            <a:r>
              <a:rPr lang="en-US" dirty="0"/>
              <a:t>Hierarchical Agglomerative Clustering (HAC)</a:t>
            </a:r>
          </a:p>
        </p:txBody>
      </p:sp>
      <p:sp>
        <p:nvSpPr>
          <p:cNvPr id="4" name="Content Placeholder 3">
            <a:extLst>
              <a:ext uri="{FF2B5EF4-FFF2-40B4-BE49-F238E27FC236}">
                <a16:creationId xmlns:a16="http://schemas.microsoft.com/office/drawing/2014/main" id="{6DCA4FC5-921B-2220-CD27-EB7F125DF3AD}"/>
              </a:ext>
            </a:extLst>
          </p:cNvPr>
          <p:cNvSpPr>
            <a:spLocks noGrp="1"/>
          </p:cNvSpPr>
          <p:nvPr>
            <p:ph idx="1"/>
          </p:nvPr>
        </p:nvSpPr>
        <p:spPr>
          <a:xfrm>
            <a:off x="628650" y="1825625"/>
            <a:ext cx="7886700" cy="4351338"/>
          </a:xfrm>
        </p:spPr>
        <p:txBody>
          <a:bodyPr anchor="ctr">
            <a:normAutofit fontScale="92500" lnSpcReduction="10000"/>
          </a:bodyPr>
          <a:lstStyle/>
          <a:p>
            <a:r>
              <a:rPr lang="vi-VN" dirty="0"/>
              <a:t>Chọn hàm khoảng cách cho các mục d(x</a:t>
            </a:r>
            <a:r>
              <a:rPr lang="vi-VN" baseline="-25000" dirty="0"/>
              <a:t>i</a:t>
            </a:r>
            <a:r>
              <a:rPr lang="vi-VN" dirty="0"/>
              <a:t>,x</a:t>
            </a:r>
            <a:r>
              <a:rPr lang="vi-VN" baseline="-25000" dirty="0"/>
              <a:t>j</a:t>
            </a:r>
            <a:r>
              <a:rPr lang="vi-VN" dirty="0"/>
              <a:t>)</a:t>
            </a:r>
            <a:endParaRPr lang="en-US" dirty="0"/>
          </a:p>
          <a:p>
            <a:r>
              <a:rPr lang="vi-VN" dirty="0"/>
              <a:t>Chọn hàm khoảng cách cho các cụm D(C</a:t>
            </a:r>
            <a:r>
              <a:rPr lang="vi-VN" baseline="-25000" dirty="0"/>
              <a:t>i</a:t>
            </a:r>
            <a:r>
              <a:rPr lang="vi-VN" dirty="0"/>
              <a:t>,C</a:t>
            </a:r>
            <a:r>
              <a:rPr lang="vi-VN" baseline="-25000" dirty="0"/>
              <a:t>j</a:t>
            </a:r>
            <a:r>
              <a:rPr lang="vi-VN" dirty="0"/>
              <a:t>) - đối với các cụm được hình thành chỉ bởi một điểm, D sẽ giảm xuống d.</a:t>
            </a:r>
            <a:endParaRPr lang="en-US" dirty="0"/>
          </a:p>
          <a:p>
            <a:r>
              <a:rPr lang="vi-VN" dirty="0"/>
              <a:t>Bắt đầu từ N cụm, mỗi cụm chứa một</a:t>
            </a:r>
            <a:r>
              <a:rPr lang="en-US" dirty="0"/>
              <a:t> Item</a:t>
            </a:r>
            <a:r>
              <a:rPr lang="vi-VN" dirty="0"/>
              <a:t>. Sau đó, tại mỗi lần lặp:</a:t>
            </a:r>
            <a:endParaRPr lang="en-US" dirty="0"/>
          </a:p>
          <a:p>
            <a:pPr lvl="1"/>
            <a:r>
              <a:rPr lang="vi-VN" dirty="0"/>
              <a:t>a) </a:t>
            </a:r>
            <a:r>
              <a:rPr lang="en-US" dirty="0"/>
              <a:t>S</a:t>
            </a:r>
            <a:r>
              <a:rPr lang="vi-VN" dirty="0"/>
              <a:t>ử dụng ma trận khoảng cách</a:t>
            </a:r>
            <a:r>
              <a:rPr lang="en-US" dirty="0"/>
              <a:t> </a:t>
            </a:r>
            <a:r>
              <a:rPr lang="en-US" dirty="0" err="1"/>
              <a:t>cụm</a:t>
            </a:r>
            <a:r>
              <a:rPr lang="en-US" dirty="0"/>
              <a:t> </a:t>
            </a:r>
            <a:r>
              <a:rPr lang="vi-VN" dirty="0"/>
              <a:t>hiện tại, tìm hai cụm gần nhất.</a:t>
            </a:r>
            <a:endParaRPr lang="en-US" dirty="0"/>
          </a:p>
          <a:p>
            <a:pPr lvl="1"/>
            <a:r>
              <a:rPr lang="vi-VN" dirty="0"/>
              <a:t>b) </a:t>
            </a:r>
            <a:r>
              <a:rPr lang="en-US" dirty="0"/>
              <a:t>C</a:t>
            </a:r>
            <a:r>
              <a:rPr lang="vi-VN" dirty="0"/>
              <a:t>ập nhật danh sách các cụm bằng cách hợp nhất hai cụm gần nhất.</a:t>
            </a:r>
            <a:endParaRPr lang="en-US" dirty="0"/>
          </a:p>
          <a:p>
            <a:pPr lvl="1"/>
            <a:r>
              <a:rPr lang="vi-VN" dirty="0"/>
              <a:t>c) cập nhật ma trận của các khoảng cách cụm</a:t>
            </a:r>
            <a:endParaRPr lang="en-US" dirty="0"/>
          </a:p>
          <a:p>
            <a:r>
              <a:rPr lang="vi-VN" dirty="0"/>
              <a:t>Lặp lại cho đến khi tất cả thành một cụm.</a:t>
            </a:r>
            <a:endParaRPr lang="en-US" dirty="0"/>
          </a:p>
        </p:txBody>
      </p:sp>
    </p:spTree>
    <p:extLst>
      <p:ext uri="{BB962C8B-B14F-4D97-AF65-F5344CB8AC3E}">
        <p14:creationId xmlns:p14="http://schemas.microsoft.com/office/powerpoint/2010/main" val="107387051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FF6B53-F36E-3060-4300-D3DAE95EBB96}"/>
              </a:ext>
            </a:extLst>
          </p:cNvPr>
          <p:cNvSpPr>
            <a:spLocks noGrp="1"/>
          </p:cNvSpPr>
          <p:nvPr>
            <p:ph type="title"/>
          </p:nvPr>
        </p:nvSpPr>
        <p:spPr/>
        <p:txBody>
          <a:bodyPr/>
          <a:lstStyle/>
          <a:p>
            <a:r>
              <a:rPr lang="en-US" altLang="en-US"/>
              <a:t>Agglomerative Algorithm</a:t>
            </a:r>
            <a:endParaRPr lang="en-US"/>
          </a:p>
        </p:txBody>
      </p:sp>
      <p:pic>
        <p:nvPicPr>
          <p:cNvPr id="7" name="Picture 3">
            <a:extLst>
              <a:ext uri="{FF2B5EF4-FFF2-40B4-BE49-F238E27FC236}">
                <a16:creationId xmlns:a16="http://schemas.microsoft.com/office/drawing/2014/main" id="{1C32701D-C839-30B4-2FC3-FE27DB641BD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31337" y="1825625"/>
            <a:ext cx="7681325"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843778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30FC1-58B2-1F23-AD61-9CA80C611260}"/>
              </a:ext>
            </a:extLst>
          </p:cNvPr>
          <p:cNvSpPr>
            <a:spLocks noGrp="1"/>
          </p:cNvSpPr>
          <p:nvPr>
            <p:ph type="title"/>
          </p:nvPr>
        </p:nvSpPr>
        <p:spPr>
          <a:xfrm>
            <a:off x="628650" y="365126"/>
            <a:ext cx="7886700" cy="1325563"/>
          </a:xfrm>
        </p:spPr>
        <p:txBody>
          <a:bodyPr>
            <a:normAutofit/>
          </a:bodyPr>
          <a:lstStyle/>
          <a:p>
            <a:r>
              <a:rPr lang="en-US"/>
              <a:t>H</a:t>
            </a:r>
            <a:r>
              <a:rPr lang="vi-VN"/>
              <a:t>àm khoảng cách</a:t>
            </a:r>
            <a:r>
              <a:rPr lang="en-US"/>
              <a:t> (The Linkage Function)</a:t>
            </a:r>
          </a:p>
        </p:txBody>
      </p:sp>
      <p:graphicFrame>
        <p:nvGraphicFramePr>
          <p:cNvPr id="6" name="Content Placeholder 5">
            <a:extLst>
              <a:ext uri="{FF2B5EF4-FFF2-40B4-BE49-F238E27FC236}">
                <a16:creationId xmlns:a16="http://schemas.microsoft.com/office/drawing/2014/main" id="{4761DE72-88B9-4094-EFF4-F086A019D929}"/>
              </a:ext>
            </a:extLst>
          </p:cNvPr>
          <p:cNvGraphicFramePr>
            <a:graphicFrameLocks noGrp="1"/>
          </p:cNvGraphicFramePr>
          <p:nvPr>
            <p:ph idx="1"/>
            <p:extLst>
              <p:ext uri="{D42A27DB-BD31-4B8C-83A1-F6EECF244321}">
                <p14:modId xmlns:p14="http://schemas.microsoft.com/office/powerpoint/2010/main" val="879860921"/>
              </p:ext>
            </p:extLst>
          </p:nvPr>
        </p:nvGraphicFramePr>
        <p:xfrm>
          <a:off x="628650" y="1825625"/>
          <a:ext cx="7886700" cy="4376648"/>
        </p:xfrm>
        <a:graphic>
          <a:graphicData uri="http://schemas.openxmlformats.org/drawingml/2006/table">
            <a:tbl>
              <a:tblPr/>
              <a:tblGrid>
                <a:gridCol w="3105150">
                  <a:extLst>
                    <a:ext uri="{9D8B030D-6E8A-4147-A177-3AD203B41FA5}">
                      <a16:colId xmlns:a16="http://schemas.microsoft.com/office/drawing/2014/main" val="953580227"/>
                    </a:ext>
                  </a:extLst>
                </a:gridCol>
                <a:gridCol w="4781550">
                  <a:extLst>
                    <a:ext uri="{9D8B030D-6E8A-4147-A177-3AD203B41FA5}">
                      <a16:colId xmlns:a16="http://schemas.microsoft.com/office/drawing/2014/main" val="2824774375"/>
                    </a:ext>
                  </a:extLst>
                </a:gridCol>
              </a:tblGrid>
              <a:tr h="287045">
                <a:tc>
                  <a:txBody>
                    <a:bodyPr/>
                    <a:lstStyle/>
                    <a:p>
                      <a:r>
                        <a:rPr lang="en-US" sz="2400">
                          <a:effectLst/>
                          <a:latin typeface="Tahoma" panose="020B0604030504040204" pitchFamily="34" charset="0"/>
                          <a:ea typeface="Tahoma" panose="020B0604030504040204" pitchFamily="34" charset="0"/>
                          <a:cs typeface="Tahoma" panose="020B0604030504040204" pitchFamily="34" charset="0"/>
                        </a:rPr>
                        <a:t>Single (string-like, long)</a:t>
                      </a:r>
                    </a:p>
                  </a:txBody>
                  <a:tcPr marL="88322" marR="88322" marT="44161" marB="44161"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noFill/>
                  </a:tcPr>
                </a:tc>
                <a:tc>
                  <a:txBody>
                    <a:bodyPr/>
                    <a:lstStyle/>
                    <a:p>
                      <a:pPr algn="ctr"/>
                      <a:r>
                        <a:rPr lang="en-US" sz="2400" b="0" i="0" u="none" strike="noStrike">
                          <a:effectLst/>
                          <a:latin typeface="Tahoma" panose="020B0604030504040204" pitchFamily="34" charset="0"/>
                          <a:ea typeface="Tahoma" panose="020B0604030504040204" pitchFamily="34" charset="0"/>
                          <a:cs typeface="Tahoma" panose="020B0604030504040204" pitchFamily="34" charset="0"/>
                        </a:rPr>
                        <a:t>f=min(d(x,y))</a:t>
                      </a:r>
                      <a:endParaRPr lang="en-US" sz="2400">
                        <a:effectLst/>
                        <a:latin typeface="Tahoma" panose="020B0604030504040204" pitchFamily="34" charset="0"/>
                        <a:ea typeface="Tahoma" panose="020B0604030504040204" pitchFamily="34" charset="0"/>
                        <a:cs typeface="Tahoma" panose="020B0604030504040204" pitchFamily="34" charset="0"/>
                      </a:endParaRPr>
                    </a:p>
                  </a:txBody>
                  <a:tcPr marL="88322" marR="88322" marT="44161" marB="44161"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1660417218"/>
                  </a:ext>
                </a:extLst>
              </a:tr>
              <a:tr h="485769">
                <a:tc>
                  <a:txBody>
                    <a:bodyPr/>
                    <a:lstStyle/>
                    <a:p>
                      <a:r>
                        <a:rPr lang="en-US" sz="2400">
                          <a:effectLst/>
                          <a:latin typeface="Tahoma" panose="020B0604030504040204" pitchFamily="34" charset="0"/>
                          <a:ea typeface="Tahoma" panose="020B0604030504040204" pitchFamily="34" charset="0"/>
                          <a:cs typeface="Tahoma" panose="020B0604030504040204" pitchFamily="34" charset="0"/>
                        </a:rPr>
                        <a:t>Complete (ball-like, compact)</a:t>
                      </a:r>
                      <a:br>
                        <a:rPr lang="en-US" sz="2400">
                          <a:effectLst/>
                          <a:latin typeface="Tahoma" panose="020B0604030504040204" pitchFamily="34" charset="0"/>
                          <a:ea typeface="Tahoma" panose="020B0604030504040204" pitchFamily="34" charset="0"/>
                          <a:cs typeface="Tahoma" panose="020B0604030504040204" pitchFamily="34" charset="0"/>
                        </a:rPr>
                      </a:br>
                      <a:endParaRPr lang="en-US" sz="2400">
                        <a:effectLst/>
                        <a:latin typeface="Tahoma" panose="020B0604030504040204" pitchFamily="34" charset="0"/>
                        <a:ea typeface="Tahoma" panose="020B0604030504040204" pitchFamily="34" charset="0"/>
                        <a:cs typeface="Tahoma" panose="020B0604030504040204" pitchFamily="34" charset="0"/>
                      </a:endParaRPr>
                    </a:p>
                  </a:txBody>
                  <a:tcPr marL="88322" marR="88322" marT="44161" marB="44161"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noFill/>
                  </a:tcPr>
                </a:tc>
                <a:tc>
                  <a:txBody>
                    <a:bodyPr/>
                    <a:lstStyle/>
                    <a:p>
                      <a:pPr algn="ctr"/>
                      <a:r>
                        <a:rPr lang="es-ES" sz="2400" b="0" i="0" u="none" strike="noStrike" dirty="0">
                          <a:effectLst/>
                          <a:latin typeface="Tahoma" panose="020B0604030504040204" pitchFamily="34" charset="0"/>
                          <a:ea typeface="Tahoma" panose="020B0604030504040204" pitchFamily="34" charset="0"/>
                          <a:cs typeface="Tahoma" panose="020B0604030504040204" pitchFamily="34" charset="0"/>
                        </a:rPr>
                        <a:t>f=</a:t>
                      </a:r>
                      <a:r>
                        <a:rPr lang="es-ES" sz="2400" b="0" i="0" u="none" strike="noStrike" dirty="0" err="1">
                          <a:effectLst/>
                          <a:latin typeface="Tahoma" panose="020B0604030504040204" pitchFamily="34" charset="0"/>
                          <a:ea typeface="Tahoma" panose="020B0604030504040204" pitchFamily="34" charset="0"/>
                          <a:cs typeface="Tahoma" panose="020B0604030504040204" pitchFamily="34" charset="0"/>
                        </a:rPr>
                        <a:t>max</a:t>
                      </a:r>
                      <a:r>
                        <a:rPr lang="es-ES" sz="2400" b="0" i="0" u="none" strike="noStrike" dirty="0">
                          <a:effectLst/>
                          <a:latin typeface="Tahoma" panose="020B0604030504040204" pitchFamily="34" charset="0"/>
                          <a:ea typeface="Tahoma" panose="020B0604030504040204" pitchFamily="34" charset="0"/>
                          <a:cs typeface="Tahoma" panose="020B0604030504040204" pitchFamily="34" charset="0"/>
                        </a:rPr>
                        <a:t>(d(</a:t>
                      </a:r>
                      <a:r>
                        <a:rPr lang="es-ES" sz="2400" b="0" i="0" u="none" strike="noStrike" dirty="0" err="1">
                          <a:effectLst/>
                          <a:latin typeface="Tahoma" panose="020B0604030504040204" pitchFamily="34" charset="0"/>
                          <a:ea typeface="Tahoma" panose="020B0604030504040204" pitchFamily="34" charset="0"/>
                          <a:cs typeface="Tahoma" panose="020B0604030504040204" pitchFamily="34" charset="0"/>
                        </a:rPr>
                        <a:t>x,y</a:t>
                      </a:r>
                      <a:r>
                        <a:rPr lang="es-ES" sz="2400" b="0" i="0" u="none" strike="noStrike" dirty="0">
                          <a:effectLst/>
                          <a:latin typeface="Tahoma" panose="020B0604030504040204" pitchFamily="34" charset="0"/>
                          <a:ea typeface="Tahoma" panose="020B0604030504040204" pitchFamily="34" charset="0"/>
                          <a:cs typeface="Tahoma" panose="020B0604030504040204" pitchFamily="34" charset="0"/>
                        </a:rPr>
                        <a:t>))</a:t>
                      </a:r>
                      <a:endParaRPr lang="es-ES" sz="2400" dirty="0">
                        <a:effectLst/>
                        <a:latin typeface="Tahoma" panose="020B0604030504040204" pitchFamily="34" charset="0"/>
                        <a:ea typeface="Tahoma" panose="020B0604030504040204" pitchFamily="34" charset="0"/>
                        <a:cs typeface="Tahoma" panose="020B0604030504040204" pitchFamily="34" charset="0"/>
                      </a:endParaRPr>
                    </a:p>
                  </a:txBody>
                  <a:tcPr marL="88322" marR="88322" marT="44161" marB="44161"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2345301766"/>
                  </a:ext>
                </a:extLst>
              </a:tr>
              <a:tr h="485769">
                <a:tc>
                  <a:txBody>
                    <a:bodyPr/>
                    <a:lstStyle/>
                    <a:p>
                      <a:r>
                        <a:rPr lang="en-US" sz="2400">
                          <a:effectLst/>
                          <a:latin typeface="Tahoma" panose="020B0604030504040204" pitchFamily="34" charset="0"/>
                          <a:ea typeface="Tahoma" panose="020B0604030504040204" pitchFamily="34" charset="0"/>
                          <a:cs typeface="Tahoma" panose="020B0604030504040204" pitchFamily="34" charset="0"/>
                        </a:rPr>
                        <a:t>Average (ball-like, compact)</a:t>
                      </a:r>
                      <a:br>
                        <a:rPr lang="en-US" sz="2400">
                          <a:effectLst/>
                          <a:latin typeface="Tahoma" panose="020B0604030504040204" pitchFamily="34" charset="0"/>
                          <a:ea typeface="Tahoma" panose="020B0604030504040204" pitchFamily="34" charset="0"/>
                          <a:cs typeface="Tahoma" panose="020B0604030504040204" pitchFamily="34" charset="0"/>
                        </a:rPr>
                      </a:br>
                      <a:endParaRPr lang="en-US" sz="2400">
                        <a:effectLst/>
                        <a:latin typeface="Tahoma" panose="020B0604030504040204" pitchFamily="34" charset="0"/>
                        <a:ea typeface="Tahoma" panose="020B0604030504040204" pitchFamily="34" charset="0"/>
                        <a:cs typeface="Tahoma" panose="020B0604030504040204" pitchFamily="34" charset="0"/>
                      </a:endParaRPr>
                    </a:p>
                  </a:txBody>
                  <a:tcPr marL="88322" marR="88322" marT="44161" marB="44161"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noFill/>
                  </a:tcPr>
                </a:tc>
                <a:tc>
                  <a:txBody>
                    <a:bodyPr/>
                    <a:lstStyle/>
                    <a:p>
                      <a:pPr algn="ctr"/>
                      <a:r>
                        <a:rPr lang="fr-FR" sz="2400" b="0" i="0" u="none" strike="noStrike">
                          <a:effectLst/>
                          <a:latin typeface="Tahoma" panose="020B0604030504040204" pitchFamily="34" charset="0"/>
                          <a:ea typeface="Tahoma" panose="020B0604030504040204" pitchFamily="34" charset="0"/>
                          <a:cs typeface="Tahoma" panose="020B0604030504040204" pitchFamily="34" charset="0"/>
                        </a:rPr>
                        <a:t>f=average(d(x,y))</a:t>
                      </a:r>
                      <a:endParaRPr lang="fr-FR" sz="2400">
                        <a:effectLst/>
                        <a:latin typeface="Tahoma" panose="020B0604030504040204" pitchFamily="34" charset="0"/>
                        <a:ea typeface="Tahoma" panose="020B0604030504040204" pitchFamily="34" charset="0"/>
                        <a:cs typeface="Tahoma" panose="020B0604030504040204" pitchFamily="34" charset="0"/>
                      </a:endParaRPr>
                    </a:p>
                  </a:txBody>
                  <a:tcPr marL="88322" marR="88322" marT="44161" marB="44161"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1871958293"/>
                  </a:ext>
                </a:extLst>
              </a:tr>
              <a:tr h="485769">
                <a:tc>
                  <a:txBody>
                    <a:bodyPr/>
                    <a:lstStyle/>
                    <a:p>
                      <a:r>
                        <a:rPr lang="en-US" sz="2400">
                          <a:effectLst/>
                          <a:latin typeface="Tahoma" panose="020B0604030504040204" pitchFamily="34" charset="0"/>
                          <a:ea typeface="Tahoma" panose="020B0604030504040204" pitchFamily="34" charset="0"/>
                          <a:cs typeface="Tahoma" panose="020B0604030504040204" pitchFamily="34" charset="0"/>
                        </a:rPr>
                        <a:t>Centroid (ball-like, compact)</a:t>
                      </a:r>
                      <a:br>
                        <a:rPr lang="en-US" sz="2400">
                          <a:effectLst/>
                          <a:latin typeface="Tahoma" panose="020B0604030504040204" pitchFamily="34" charset="0"/>
                          <a:ea typeface="Tahoma" panose="020B0604030504040204" pitchFamily="34" charset="0"/>
                          <a:cs typeface="Tahoma" panose="020B0604030504040204" pitchFamily="34" charset="0"/>
                        </a:rPr>
                      </a:br>
                      <a:endParaRPr lang="en-US" sz="2400">
                        <a:effectLst/>
                        <a:latin typeface="Tahoma" panose="020B0604030504040204" pitchFamily="34" charset="0"/>
                        <a:ea typeface="Tahoma" panose="020B0604030504040204" pitchFamily="34" charset="0"/>
                        <a:cs typeface="Tahoma" panose="020B0604030504040204" pitchFamily="34" charset="0"/>
                      </a:endParaRPr>
                    </a:p>
                  </a:txBody>
                  <a:tcPr marL="88322" marR="88322" marT="44161" marB="44161"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noFill/>
                  </a:tcPr>
                </a:tc>
                <a:tc>
                  <a:txBody>
                    <a:bodyPr/>
                    <a:lstStyle/>
                    <a:p>
                      <a:pPr algn="ctr"/>
                      <a:r>
                        <a:rPr lang="en-US" sz="2400" b="0" i="0" u="none" strike="noStrike" dirty="0">
                          <a:effectLst/>
                          <a:latin typeface="Tahoma" panose="020B0604030504040204" pitchFamily="34" charset="0"/>
                          <a:ea typeface="Tahoma" panose="020B0604030504040204" pitchFamily="34" charset="0"/>
                          <a:cs typeface="Tahoma" panose="020B0604030504040204" pitchFamily="34" charset="0"/>
                        </a:rPr>
                        <a:t>d(</a:t>
                      </a:r>
                      <a:r>
                        <a:rPr lang="en-US" sz="2400" b="0" i="0" u="none" strike="noStrike" dirty="0" err="1">
                          <a:effectLst/>
                          <a:latin typeface="Tahoma" panose="020B0604030504040204" pitchFamily="34" charset="0"/>
                          <a:ea typeface="Tahoma" panose="020B0604030504040204" pitchFamily="34" charset="0"/>
                          <a:cs typeface="Tahoma" panose="020B0604030504040204" pitchFamily="34" charset="0"/>
                        </a:rPr>
                        <a:t>ave</a:t>
                      </a:r>
                      <a:r>
                        <a:rPr lang="en-US" sz="2400" b="0" i="0" u="none" strike="noStrike" dirty="0">
                          <a:effectLst/>
                          <a:latin typeface="Tahoma" panose="020B0604030504040204" pitchFamily="34" charset="0"/>
                          <a:ea typeface="Tahoma" panose="020B0604030504040204" pitchFamily="34" charset="0"/>
                          <a:cs typeface="Tahoma" panose="020B0604030504040204" pitchFamily="34" charset="0"/>
                        </a:rPr>
                        <a:t>(X),</a:t>
                      </a:r>
                      <a:r>
                        <a:rPr lang="en-US" sz="2400" b="0" i="0" u="none" strike="noStrike" dirty="0" err="1">
                          <a:effectLst/>
                          <a:latin typeface="Tahoma" panose="020B0604030504040204" pitchFamily="34" charset="0"/>
                          <a:ea typeface="Tahoma" panose="020B0604030504040204" pitchFamily="34" charset="0"/>
                          <a:cs typeface="Tahoma" panose="020B0604030504040204" pitchFamily="34" charset="0"/>
                        </a:rPr>
                        <a:t>ave</a:t>
                      </a:r>
                      <a:r>
                        <a:rPr lang="en-US" sz="2400" b="0" i="0" u="none" strike="noStrike" dirty="0">
                          <a:effectLst/>
                          <a:latin typeface="Tahoma" panose="020B0604030504040204" pitchFamily="34" charset="0"/>
                          <a:ea typeface="Tahoma" panose="020B0604030504040204" pitchFamily="34" charset="0"/>
                          <a:cs typeface="Tahoma" panose="020B0604030504040204" pitchFamily="34" charset="0"/>
                        </a:rPr>
                        <a:t>(Y))</a:t>
                      </a:r>
                      <a:r>
                        <a:rPr lang="en-US" sz="2400" dirty="0">
                          <a:effectLst/>
                          <a:latin typeface="Tahoma" panose="020B0604030504040204" pitchFamily="34" charset="0"/>
                          <a:ea typeface="Tahoma" panose="020B0604030504040204" pitchFamily="34" charset="0"/>
                          <a:cs typeface="Tahoma" panose="020B0604030504040204" pitchFamily="34" charset="0"/>
                        </a:rPr>
                        <a:t> where we take the average over all items in each cluster</a:t>
                      </a:r>
                    </a:p>
                  </a:txBody>
                  <a:tcPr marL="88322" marR="88322" marT="44161" marB="44161"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1676355145"/>
                  </a:ext>
                </a:extLst>
              </a:tr>
            </a:tbl>
          </a:graphicData>
        </a:graphic>
      </p:graphicFrame>
      <p:sp>
        <p:nvSpPr>
          <p:cNvPr id="7" name="Rectangle 1">
            <a:extLst>
              <a:ext uri="{FF2B5EF4-FFF2-40B4-BE49-F238E27FC236}">
                <a16:creationId xmlns:a16="http://schemas.microsoft.com/office/drawing/2014/main" id="{31533D26-3305-BFE1-7006-65ADD38EF5C7}"/>
              </a:ext>
            </a:extLst>
          </p:cNvPr>
          <p:cNvSpPr>
            <a:spLocks noChangeArrowheads="1"/>
          </p:cNvSpPr>
          <p:nvPr/>
        </p:nvSpPr>
        <p:spPr bwMode="auto">
          <a:xfrm>
            <a:off x="0" y="-122411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a:solidFill>
                  <a:schemeClr val="tx1"/>
                </a:solidFill>
                <a:latin typeface="Arial" panose="020B0604020202020204" pitchFamily="34" charset="0"/>
              </a:defRPr>
            </a:lvl1pPr>
            <a:lvl2pPr marL="457200" algn="l" rtl="0" eaLnBrk="0" fontAlgn="base" hangingPunct="0">
              <a:spcBef>
                <a:spcPct val="0"/>
              </a:spcBef>
              <a:spcAft>
                <a:spcPct val="0"/>
              </a:spcAft>
              <a:defRPr>
                <a:solidFill>
                  <a:schemeClr val="tx1"/>
                </a:solidFill>
                <a:latin typeface="Arial" panose="020B0604020202020204" pitchFamily="34" charset="0"/>
              </a:defRPr>
            </a:lvl2pPr>
            <a:lvl3pPr marL="914400" algn="l" rtl="0" eaLnBrk="0" fontAlgn="base" hangingPunct="0">
              <a:spcBef>
                <a:spcPct val="0"/>
              </a:spcBef>
              <a:spcAft>
                <a:spcPct val="0"/>
              </a:spcAft>
              <a:defRPr>
                <a:solidFill>
                  <a:schemeClr val="tx1"/>
                </a:solidFill>
                <a:latin typeface="Arial" panose="020B0604020202020204" pitchFamily="34" charset="0"/>
              </a:defRPr>
            </a:lvl3pPr>
            <a:lvl4pPr marL="1371600" algn="l" rtl="0" eaLnBrk="0" fontAlgn="base" hangingPunct="0">
              <a:spcBef>
                <a:spcPct val="0"/>
              </a:spcBef>
              <a:spcAft>
                <a:spcPct val="0"/>
              </a:spcAft>
              <a:defRPr>
                <a:solidFill>
                  <a:schemeClr val="tx1"/>
                </a:solidFill>
                <a:latin typeface="Arial" panose="020B0604020202020204" pitchFamily="34" charset="0"/>
              </a:defRPr>
            </a:lvl4pPr>
            <a:lvl5pPr marL="1828800" algn="l" rtl="0" eaLnBrk="0" fontAlgn="base" hangingPunct="0">
              <a:spcBef>
                <a:spcPct val="0"/>
              </a:spcBef>
              <a:spcAft>
                <a:spcPct val="0"/>
              </a:spcAft>
              <a:defRPr>
                <a:solidFill>
                  <a:schemeClr val="tx1"/>
                </a:solidFill>
                <a:latin typeface="Arial" panose="020B0604020202020204" pitchFamily="34" charset="0"/>
              </a:defRPr>
            </a:lvl5pPr>
            <a:lvl6pPr marL="2286000" algn="l" rtl="0" eaLnBrk="0" fontAlgn="base" hangingPunct="0">
              <a:spcBef>
                <a:spcPct val="0"/>
              </a:spcBef>
              <a:spcAft>
                <a:spcPct val="0"/>
              </a:spcAft>
              <a:defRPr>
                <a:solidFill>
                  <a:schemeClr val="tx1"/>
                </a:solidFill>
                <a:latin typeface="Arial" panose="020B0604020202020204" pitchFamily="34" charset="0"/>
              </a:defRPr>
            </a:lvl6pPr>
            <a:lvl7pPr marL="2743200" algn="l" rtl="0" eaLnBrk="0" fontAlgn="base" hangingPunct="0">
              <a:spcBef>
                <a:spcPct val="0"/>
              </a:spcBef>
              <a:spcAft>
                <a:spcPct val="0"/>
              </a:spcAft>
              <a:defRPr>
                <a:solidFill>
                  <a:schemeClr val="tx1"/>
                </a:solidFill>
                <a:latin typeface="Arial" panose="020B0604020202020204" pitchFamily="34" charset="0"/>
              </a:defRPr>
            </a:lvl7pPr>
            <a:lvl8pPr marL="3200400" algn="l" rtl="0" eaLnBrk="0" fontAlgn="base" hangingPunct="0">
              <a:spcBef>
                <a:spcPct val="0"/>
              </a:spcBef>
              <a:spcAft>
                <a:spcPct val="0"/>
              </a:spcAft>
              <a:defRPr>
                <a:solidFill>
                  <a:schemeClr val="tx1"/>
                </a:solidFill>
                <a:latin typeface="Arial" panose="020B0604020202020204" pitchFamily="34" charset="0"/>
              </a:defRPr>
            </a:lvl8pPr>
            <a:lvl9pPr marL="3657600" algn="l" rtl="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name  of linkage function                                                                              form of linkage function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8086493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E9B43-1CAA-E2BB-097C-0CD01A3E73BA}"/>
              </a:ext>
            </a:extLst>
          </p:cNvPr>
          <p:cNvSpPr>
            <a:spLocks noGrp="1"/>
          </p:cNvSpPr>
          <p:nvPr>
            <p:ph type="title"/>
          </p:nvPr>
        </p:nvSpPr>
        <p:spPr/>
        <p:txBody>
          <a:bodyPr/>
          <a:lstStyle/>
          <a:p>
            <a:r>
              <a:rPr lang="en-US"/>
              <a:t>Ví dụ HAC</a:t>
            </a:r>
          </a:p>
        </p:txBody>
      </p:sp>
      <p:pic>
        <p:nvPicPr>
          <p:cNvPr id="1026" name="Picture 2" descr="distance matrix">
            <a:extLst>
              <a:ext uri="{FF2B5EF4-FFF2-40B4-BE49-F238E27FC236}">
                <a16:creationId xmlns:a16="http://schemas.microsoft.com/office/drawing/2014/main" id="{DF25F9D6-A8F8-98DA-7B4B-EDD5539322EF}"/>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970979" y="2057400"/>
            <a:ext cx="2057143" cy="158095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4DCF258-F111-1B0F-A51C-2A942497CBA3}"/>
              </a:ext>
            </a:extLst>
          </p:cNvPr>
          <p:cNvSpPr txBox="1"/>
          <p:nvPr/>
        </p:nvSpPr>
        <p:spPr>
          <a:xfrm>
            <a:off x="304800" y="3776202"/>
            <a:ext cx="3736985" cy="369332"/>
          </a:xfrm>
          <a:prstGeom prst="rect">
            <a:avLst/>
          </a:prstGeom>
          <a:noFill/>
        </p:spPr>
        <p:txBody>
          <a:bodyPr wrap="square">
            <a:spAutoFit/>
          </a:bodyPr>
          <a:lstStyle/>
          <a:p>
            <a:r>
              <a:rPr lang="en-US" dirty="0" err="1"/>
              <a:t>hợp</a:t>
            </a:r>
            <a:r>
              <a:rPr lang="en-US" dirty="0"/>
              <a:t> </a:t>
            </a:r>
            <a:r>
              <a:rPr lang="en-US" dirty="0" err="1"/>
              <a:t>nhất</a:t>
            </a:r>
            <a:r>
              <a:rPr lang="en-US" dirty="0"/>
              <a:t> </a:t>
            </a:r>
            <a:r>
              <a:rPr lang="en-US" dirty="0" err="1"/>
              <a:t>thành</a:t>
            </a:r>
            <a:r>
              <a:rPr lang="en-US" dirty="0"/>
              <a:t> </a:t>
            </a:r>
            <a:r>
              <a:rPr lang="en-US" dirty="0" err="1"/>
              <a:t>một</a:t>
            </a:r>
            <a:r>
              <a:rPr lang="en-US" dirty="0"/>
              <a:t> </a:t>
            </a:r>
            <a:r>
              <a:rPr lang="en-US" dirty="0" err="1"/>
              <a:t>cụm</a:t>
            </a:r>
            <a:r>
              <a:rPr lang="en-US" dirty="0"/>
              <a:t> ‘35'.</a:t>
            </a:r>
          </a:p>
        </p:txBody>
      </p:sp>
      <p:pic>
        <p:nvPicPr>
          <p:cNvPr id="2050" name="Picture 2" descr="distance matrix">
            <a:extLst>
              <a:ext uri="{FF2B5EF4-FFF2-40B4-BE49-F238E27FC236}">
                <a16:creationId xmlns:a16="http://schemas.microsoft.com/office/drawing/2014/main" id="{EF623234-43E9-843B-8E3D-4950EEDA91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76717" y="2021789"/>
            <a:ext cx="2057142" cy="160993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C0AE09F4-F433-142D-A2D2-41A9BD79E204}"/>
              </a:ext>
            </a:extLst>
          </p:cNvPr>
          <p:cNvSpPr txBox="1"/>
          <p:nvPr/>
        </p:nvSpPr>
        <p:spPr>
          <a:xfrm>
            <a:off x="3238756" y="2179447"/>
            <a:ext cx="2027326" cy="369332"/>
          </a:xfrm>
          <a:prstGeom prst="rect">
            <a:avLst/>
          </a:prstGeom>
          <a:noFill/>
        </p:spPr>
        <p:txBody>
          <a:bodyPr wrap="square">
            <a:spAutoFit/>
          </a:bodyPr>
          <a:lstStyle/>
          <a:p>
            <a:r>
              <a:rPr lang="en-US" dirty="0"/>
              <a:t>complete linkage</a:t>
            </a:r>
          </a:p>
        </p:txBody>
      </p:sp>
      <p:sp>
        <p:nvSpPr>
          <p:cNvPr id="8" name="TextBox 7">
            <a:extLst>
              <a:ext uri="{FF2B5EF4-FFF2-40B4-BE49-F238E27FC236}">
                <a16:creationId xmlns:a16="http://schemas.microsoft.com/office/drawing/2014/main" id="{00457FDE-29C2-9EB0-5AA7-3A51A2D0B466}"/>
              </a:ext>
            </a:extLst>
          </p:cNvPr>
          <p:cNvSpPr txBox="1"/>
          <p:nvPr/>
        </p:nvSpPr>
        <p:spPr>
          <a:xfrm>
            <a:off x="5102217" y="3703035"/>
            <a:ext cx="3736985" cy="369332"/>
          </a:xfrm>
          <a:prstGeom prst="rect">
            <a:avLst/>
          </a:prstGeom>
          <a:noFill/>
        </p:spPr>
        <p:txBody>
          <a:bodyPr wrap="square">
            <a:spAutoFit/>
          </a:bodyPr>
          <a:lstStyle/>
          <a:p>
            <a:r>
              <a:rPr lang="en-US"/>
              <a:t>hợp nhất thành một cụm ‘24'.</a:t>
            </a:r>
          </a:p>
        </p:txBody>
      </p:sp>
      <p:pic>
        <p:nvPicPr>
          <p:cNvPr id="2052" name="Picture 4" descr="complete linkage">
            <a:extLst>
              <a:ext uri="{FF2B5EF4-FFF2-40B4-BE49-F238E27FC236}">
                <a16:creationId xmlns:a16="http://schemas.microsoft.com/office/drawing/2014/main" id="{7A5D4C01-11F4-7486-69B0-0394CE558AE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4536" y="4410932"/>
            <a:ext cx="1962150" cy="192405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complete linkage">
            <a:extLst>
              <a:ext uri="{FF2B5EF4-FFF2-40B4-BE49-F238E27FC236}">
                <a16:creationId xmlns:a16="http://schemas.microsoft.com/office/drawing/2014/main" id="{D79F30CB-91FB-84BC-2AFD-A436443E721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38800" y="4160663"/>
            <a:ext cx="1962150" cy="1924050"/>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Straight Connector 10">
            <a:extLst>
              <a:ext uri="{FF2B5EF4-FFF2-40B4-BE49-F238E27FC236}">
                <a16:creationId xmlns:a16="http://schemas.microsoft.com/office/drawing/2014/main" id="{D4AE6FCC-DE16-CEA2-8081-5D88D87FB238}"/>
              </a:ext>
            </a:extLst>
          </p:cNvPr>
          <p:cNvCxnSpPr/>
          <p:nvPr/>
        </p:nvCxnSpPr>
        <p:spPr>
          <a:xfrm>
            <a:off x="5910899" y="4811358"/>
            <a:ext cx="150495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4D500A70-8366-4DF3-C7D3-6690CCE31DBC}"/>
              </a:ext>
            </a:extLst>
          </p:cNvPr>
          <p:cNvSpPr txBox="1"/>
          <p:nvPr/>
        </p:nvSpPr>
        <p:spPr>
          <a:xfrm>
            <a:off x="1272337" y="6341909"/>
            <a:ext cx="1755785" cy="369332"/>
          </a:xfrm>
          <a:prstGeom prst="rect">
            <a:avLst/>
          </a:prstGeom>
          <a:noFill/>
        </p:spPr>
        <p:txBody>
          <a:bodyPr wrap="square">
            <a:spAutoFit/>
          </a:bodyPr>
          <a:lstStyle/>
          <a:p>
            <a:r>
              <a:rPr lang="en-US" dirty="0"/>
              <a:t>Dendrogram</a:t>
            </a:r>
          </a:p>
        </p:txBody>
      </p:sp>
    </p:spTree>
    <p:extLst>
      <p:ext uri="{BB962C8B-B14F-4D97-AF65-F5344CB8AC3E}">
        <p14:creationId xmlns:p14="http://schemas.microsoft.com/office/powerpoint/2010/main" val="44858866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512EE-9FA6-6520-2978-C8100F3E9A57}"/>
              </a:ext>
            </a:extLst>
          </p:cNvPr>
          <p:cNvSpPr>
            <a:spLocks noGrp="1"/>
          </p:cNvSpPr>
          <p:nvPr>
            <p:ph type="title"/>
          </p:nvPr>
        </p:nvSpPr>
        <p:spPr/>
        <p:txBody>
          <a:bodyPr/>
          <a:lstStyle/>
          <a:p>
            <a:r>
              <a:rPr lang="en-US" dirty="0" err="1"/>
              <a:t>DIvisive</a:t>
            </a:r>
            <a:r>
              <a:rPr lang="en-US" dirty="0"/>
              <a:t> </a:t>
            </a:r>
            <a:r>
              <a:rPr lang="en-US" dirty="0" err="1"/>
              <a:t>ANAlysis</a:t>
            </a:r>
            <a:r>
              <a:rPr lang="en-US" dirty="0"/>
              <a:t> Clustering (DIANA)</a:t>
            </a:r>
          </a:p>
        </p:txBody>
      </p:sp>
      <p:sp>
        <p:nvSpPr>
          <p:cNvPr id="3" name="Content Placeholder 2">
            <a:extLst>
              <a:ext uri="{FF2B5EF4-FFF2-40B4-BE49-F238E27FC236}">
                <a16:creationId xmlns:a16="http://schemas.microsoft.com/office/drawing/2014/main" id="{36288EEA-BA10-2D73-5C94-241FC65A4649}"/>
              </a:ext>
            </a:extLst>
          </p:cNvPr>
          <p:cNvSpPr>
            <a:spLocks noGrp="1"/>
          </p:cNvSpPr>
          <p:nvPr>
            <p:ph idx="1"/>
          </p:nvPr>
        </p:nvSpPr>
        <p:spPr/>
        <p:txBody>
          <a:bodyPr/>
          <a:lstStyle/>
          <a:p>
            <a:pPr marL="0" indent="0">
              <a:buNone/>
            </a:pPr>
            <a:r>
              <a:rPr lang="vi-VN"/>
              <a:t>Được giới thiệu bởi Kaufmann và Rousseeuw (1990)</a:t>
            </a:r>
            <a:endParaRPr lang="en-US"/>
          </a:p>
          <a:p>
            <a:pPr marL="0" indent="0">
              <a:buNone/>
            </a:pPr>
            <a:r>
              <a:rPr lang="vi-VN"/>
              <a:t>Sử dụng (Single-Link) và ma trận độ không tương đồng (dissimilarity matrix)</a:t>
            </a:r>
            <a:endParaRPr lang="en-US"/>
          </a:p>
          <a:p>
            <a:pPr marL="0" indent="0">
              <a:buNone/>
            </a:pPr>
            <a:r>
              <a:rPr lang="vi-VN"/>
              <a:t>Gộp các nút (node) có độ không tương đồng nhỏ nhất</a:t>
            </a:r>
            <a:endParaRPr lang="en-US"/>
          </a:p>
          <a:p>
            <a:pPr marL="0" indent="0">
              <a:buNone/>
            </a:pPr>
            <a:r>
              <a:rPr lang="vi-VN"/>
              <a:t>Tiếp tục thực hiện theo cách không giảm dần (non-descending)</a:t>
            </a:r>
            <a:endParaRPr lang="en-US"/>
          </a:p>
          <a:p>
            <a:pPr marL="0" indent="0">
              <a:buNone/>
            </a:pPr>
            <a:r>
              <a:rPr lang="vi-VN"/>
              <a:t>Cuối cùng, tất cả các nút sẽ thuộc về cùng một cụm</a:t>
            </a:r>
            <a:r>
              <a:rPr lang="en-US"/>
              <a:t>.</a:t>
            </a:r>
          </a:p>
        </p:txBody>
      </p:sp>
    </p:spTree>
    <p:extLst>
      <p:ext uri="{BB962C8B-B14F-4D97-AF65-F5344CB8AC3E}">
        <p14:creationId xmlns:p14="http://schemas.microsoft.com/office/powerpoint/2010/main" val="46961136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DC953-2AE4-077B-04C6-46CB768FB826}"/>
              </a:ext>
            </a:extLst>
          </p:cNvPr>
          <p:cNvSpPr>
            <a:spLocks noGrp="1"/>
          </p:cNvSpPr>
          <p:nvPr>
            <p:ph type="title"/>
          </p:nvPr>
        </p:nvSpPr>
        <p:spPr/>
        <p:txBody>
          <a:bodyPr/>
          <a:lstStyle/>
          <a:p>
            <a:r>
              <a:rPr lang="en-US"/>
              <a:t>DIANA</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7A32A0A-4531-F38B-8B5D-E88463DFC5AE}"/>
                  </a:ext>
                </a:extLst>
              </p:cNvPr>
              <p:cNvSpPr>
                <a:spLocks noGrp="1"/>
              </p:cNvSpPr>
              <p:nvPr>
                <p:ph idx="1"/>
              </p:nvPr>
            </p:nvSpPr>
            <p:spPr>
              <a:xfrm>
                <a:off x="626022" y="1584109"/>
                <a:ext cx="7886700" cy="4351338"/>
              </a:xfrm>
            </p:spPr>
            <p:txBody>
              <a:bodyPr>
                <a:normAutofit fontScale="92500" lnSpcReduction="10000"/>
              </a:bodyPr>
              <a:lstStyle/>
              <a:p>
                <a:r>
                  <a:rPr lang="en-US" b="0" i="0" dirty="0">
                    <a:solidFill>
                      <a:srgbClr val="333333"/>
                    </a:solidFill>
                    <a:effectLst/>
                    <a:latin typeface="-apple-system"/>
                  </a:rPr>
                  <a:t>Ta </a:t>
                </a:r>
                <a:r>
                  <a:rPr lang="en-US" b="0" i="0" dirty="0" err="1">
                    <a:solidFill>
                      <a:srgbClr val="333333"/>
                    </a:solidFill>
                    <a:effectLst/>
                    <a:latin typeface="-apple-system"/>
                  </a:rPr>
                  <a:t>có</a:t>
                </a:r>
                <a:r>
                  <a:rPr lang="en-US" b="0" i="0" dirty="0">
                    <a:solidFill>
                      <a:srgbClr val="333333"/>
                    </a:solidFill>
                    <a:effectLst/>
                    <a:latin typeface="-apple-system"/>
                  </a:rPr>
                  <a:t> </a:t>
                </a:r>
                <a:r>
                  <a:rPr lang="en-US" b="0" i="0" dirty="0" err="1">
                    <a:solidFill>
                      <a:srgbClr val="333333"/>
                    </a:solidFill>
                    <a:effectLst/>
                    <a:latin typeface="-apple-system"/>
                  </a:rPr>
                  <a:t>tập</a:t>
                </a:r>
                <a:r>
                  <a:rPr lang="en-US" b="0" i="0" dirty="0">
                    <a:solidFill>
                      <a:srgbClr val="333333"/>
                    </a:solidFill>
                    <a:effectLst/>
                    <a:latin typeface="-apple-system"/>
                  </a:rPr>
                  <a:t> </a:t>
                </a:r>
                <a:r>
                  <a:rPr lang="en-US" b="0" i="0" dirty="0" err="1">
                    <a:solidFill>
                      <a:srgbClr val="333333"/>
                    </a:solidFill>
                    <a:effectLst/>
                    <a:latin typeface="-apple-system"/>
                  </a:rPr>
                  <a:t>dữ</a:t>
                </a:r>
                <a:r>
                  <a:rPr lang="en-US" b="0" i="0" dirty="0">
                    <a:solidFill>
                      <a:srgbClr val="333333"/>
                    </a:solidFill>
                    <a:effectLst/>
                    <a:latin typeface="-apple-system"/>
                  </a:rPr>
                  <a:t> </a:t>
                </a:r>
                <a:r>
                  <a:rPr lang="en-US" b="0" i="0" dirty="0" err="1">
                    <a:solidFill>
                      <a:srgbClr val="333333"/>
                    </a:solidFill>
                    <a:effectLst/>
                    <a:latin typeface="-apple-system"/>
                  </a:rPr>
                  <a:t>liệu</a:t>
                </a:r>
                <a:r>
                  <a:rPr lang="en-US" b="0" i="0" dirty="0">
                    <a:solidFill>
                      <a:srgbClr val="333333"/>
                    </a:solidFill>
                    <a:effectLst/>
                    <a:latin typeface="-apple-system"/>
                  </a:rPr>
                  <a:t> S </a:t>
                </a:r>
                <a:r>
                  <a:rPr lang="en-US" b="0" i="0" dirty="0" err="1">
                    <a:solidFill>
                      <a:srgbClr val="333333"/>
                    </a:solidFill>
                    <a:effectLst/>
                    <a:latin typeface="-apple-system"/>
                  </a:rPr>
                  <a:t>có</a:t>
                </a:r>
                <a:r>
                  <a:rPr lang="en-US" b="0" i="0" dirty="0">
                    <a:solidFill>
                      <a:srgbClr val="333333"/>
                    </a:solidFill>
                    <a:effectLst/>
                    <a:latin typeface="-apple-system"/>
                  </a:rPr>
                  <a:t> N </a:t>
                </a:r>
                <a:r>
                  <a:rPr lang="en-US" b="0" i="0" dirty="0" err="1">
                    <a:solidFill>
                      <a:srgbClr val="333333"/>
                    </a:solidFill>
                    <a:effectLst/>
                    <a:latin typeface="-apple-system"/>
                  </a:rPr>
                  <a:t>phần</a:t>
                </a:r>
                <a:r>
                  <a:rPr lang="en-US" b="0" i="0" dirty="0">
                    <a:solidFill>
                      <a:srgbClr val="333333"/>
                    </a:solidFill>
                    <a:effectLst/>
                    <a:latin typeface="-apple-system"/>
                  </a:rPr>
                  <a:t> </a:t>
                </a:r>
                <a:r>
                  <a:rPr lang="en-US" b="0" i="0" dirty="0" err="1">
                    <a:solidFill>
                      <a:srgbClr val="333333"/>
                    </a:solidFill>
                    <a:effectLst/>
                    <a:latin typeface="-apple-system"/>
                  </a:rPr>
                  <a:t>tử</a:t>
                </a:r>
                <a:r>
                  <a:rPr lang="en-US" b="0" i="0" dirty="0">
                    <a:solidFill>
                      <a:srgbClr val="333333"/>
                    </a:solidFill>
                    <a:effectLst/>
                    <a:latin typeface="-apple-system"/>
                  </a:rPr>
                  <a:t>. </a:t>
                </a:r>
                <a:r>
                  <a:rPr lang="en-US" b="0" i="0" dirty="0" err="1">
                    <a:solidFill>
                      <a:srgbClr val="333333"/>
                    </a:solidFill>
                    <a:effectLst/>
                    <a:latin typeface="-apple-system"/>
                  </a:rPr>
                  <a:t>Chọn</a:t>
                </a:r>
                <a:r>
                  <a:rPr lang="en-US" b="0" i="0" dirty="0">
                    <a:solidFill>
                      <a:srgbClr val="333333"/>
                    </a:solidFill>
                    <a:effectLst/>
                    <a:latin typeface="-apple-system"/>
                  </a:rPr>
                  <a:t> </a:t>
                </a:r>
                <a:r>
                  <a:rPr lang="en-US" b="0" i="0" dirty="0" err="1">
                    <a:solidFill>
                      <a:srgbClr val="333333"/>
                    </a:solidFill>
                    <a:effectLst/>
                    <a:latin typeface="-apple-system"/>
                  </a:rPr>
                  <a:t>một</a:t>
                </a:r>
                <a:r>
                  <a:rPr lang="en-US" b="0" i="0" dirty="0">
                    <a:solidFill>
                      <a:srgbClr val="333333"/>
                    </a:solidFill>
                    <a:effectLst/>
                    <a:latin typeface="-apple-system"/>
                  </a:rPr>
                  <a:t> </a:t>
                </a:r>
                <a:r>
                  <a:rPr lang="en-US" b="0" i="0" dirty="0" err="1">
                    <a:solidFill>
                      <a:srgbClr val="333333"/>
                    </a:solidFill>
                    <a:effectLst/>
                    <a:latin typeface="-apple-system"/>
                  </a:rPr>
                  <a:t>điểm</a:t>
                </a:r>
                <a:r>
                  <a:rPr lang="en-US" b="0" i="0" dirty="0">
                    <a:solidFill>
                      <a:srgbClr val="333333"/>
                    </a:solidFill>
                    <a:effectLst/>
                    <a:latin typeface="-apple-system"/>
                  </a:rPr>
                  <a:t> </a:t>
                </a:r>
                <a:r>
                  <a:rPr lang="vi-VN" b="0" i="0" dirty="0">
                    <a:solidFill>
                      <a:srgbClr val="333333"/>
                    </a:solidFill>
                    <a:effectLst/>
                    <a:latin typeface="-apple-system"/>
                  </a:rPr>
                  <a:t>x</a:t>
                </a:r>
                <a:r>
                  <a:rPr lang="vi-VN" b="0" i="0" baseline="-25000" dirty="0">
                    <a:solidFill>
                      <a:srgbClr val="333333"/>
                    </a:solidFill>
                    <a:effectLst/>
                    <a:latin typeface="-apple-system"/>
                  </a:rPr>
                  <a:t>i</a:t>
                </a:r>
                <a:r>
                  <a:rPr lang="vi-VN" b="0" i="0" dirty="0">
                    <a:solidFill>
                      <a:srgbClr val="333333"/>
                    </a:solidFill>
                    <a:effectLst/>
                    <a:latin typeface="-apple-system"/>
                  </a:rPr>
                  <a:t> </a:t>
                </a:r>
                <a:r>
                  <a:rPr lang="en-US" b="0" i="0" dirty="0" err="1">
                    <a:solidFill>
                      <a:srgbClr val="333333"/>
                    </a:solidFill>
                    <a:effectLst/>
                    <a:latin typeface="-apple-system"/>
                  </a:rPr>
                  <a:t>mà</a:t>
                </a:r>
                <a:r>
                  <a:rPr lang="en-US" b="0" i="0" dirty="0">
                    <a:solidFill>
                      <a:srgbClr val="333333"/>
                    </a:solidFill>
                    <a:effectLst/>
                    <a:latin typeface="-apple-system"/>
                  </a:rPr>
                  <a:t> </a:t>
                </a:r>
                <a:r>
                  <a:rPr lang="en-US" b="0" i="0" dirty="0" err="1">
                    <a:solidFill>
                      <a:srgbClr val="333333"/>
                    </a:solidFill>
                    <a:effectLst/>
                    <a:latin typeface="-apple-system"/>
                  </a:rPr>
                  <a:t>trung</a:t>
                </a:r>
                <a:r>
                  <a:rPr lang="en-US" b="0" i="0" dirty="0">
                    <a:solidFill>
                      <a:srgbClr val="333333"/>
                    </a:solidFill>
                    <a:effectLst/>
                    <a:latin typeface="-apple-system"/>
                  </a:rPr>
                  <a:t> </a:t>
                </a:r>
                <a:r>
                  <a:rPr lang="en-US" b="0" i="0" dirty="0" err="1">
                    <a:solidFill>
                      <a:srgbClr val="333333"/>
                    </a:solidFill>
                    <a:effectLst/>
                    <a:latin typeface="-apple-system"/>
                  </a:rPr>
                  <a:t>bình</a:t>
                </a:r>
                <a:r>
                  <a:rPr lang="en-US" b="0" i="0" dirty="0">
                    <a:solidFill>
                      <a:srgbClr val="333333"/>
                    </a:solidFill>
                    <a:effectLst/>
                    <a:latin typeface="-apple-system"/>
                  </a:rPr>
                  <a:t> </a:t>
                </a:r>
                <a:r>
                  <a:rPr lang="en-US" b="0" i="0" dirty="0" err="1">
                    <a:solidFill>
                      <a:srgbClr val="333333"/>
                    </a:solidFill>
                    <a:effectLst/>
                    <a:latin typeface="-apple-system"/>
                  </a:rPr>
                  <a:t>khoảng</a:t>
                </a:r>
                <a:r>
                  <a:rPr lang="en-US" b="0" i="0" dirty="0">
                    <a:solidFill>
                      <a:srgbClr val="333333"/>
                    </a:solidFill>
                    <a:effectLst/>
                    <a:latin typeface="-apple-system"/>
                  </a:rPr>
                  <a:t> </a:t>
                </a:r>
                <a:r>
                  <a:rPr lang="en-US" b="0" i="0" dirty="0" err="1">
                    <a:solidFill>
                      <a:srgbClr val="333333"/>
                    </a:solidFill>
                    <a:effectLst/>
                    <a:latin typeface="-apple-system"/>
                  </a:rPr>
                  <a:t>cách</a:t>
                </a:r>
                <a:r>
                  <a:rPr lang="en-US" b="0" i="0" dirty="0">
                    <a:solidFill>
                      <a:srgbClr val="333333"/>
                    </a:solidFill>
                    <a:effectLst/>
                    <a:latin typeface="-apple-system"/>
                  </a:rPr>
                  <a:t> </a:t>
                </a:r>
                <a:r>
                  <a:rPr lang="en-US" b="0" i="0" dirty="0" err="1">
                    <a:solidFill>
                      <a:srgbClr val="333333"/>
                    </a:solidFill>
                    <a:effectLst/>
                    <a:latin typeface="-apple-system"/>
                  </a:rPr>
                  <a:t>từ</a:t>
                </a:r>
                <a:r>
                  <a:rPr lang="en-US" b="0" i="0" dirty="0">
                    <a:solidFill>
                      <a:srgbClr val="333333"/>
                    </a:solidFill>
                    <a:effectLst/>
                    <a:latin typeface="-apple-system"/>
                  </a:rPr>
                  <a:t> </a:t>
                </a:r>
                <a:r>
                  <a:rPr lang="en-US" b="0" i="0" dirty="0" err="1">
                    <a:solidFill>
                      <a:srgbClr val="333333"/>
                    </a:solidFill>
                    <a:effectLst/>
                    <a:latin typeface="-apple-system"/>
                  </a:rPr>
                  <a:t>điểm</a:t>
                </a:r>
                <a:r>
                  <a:rPr lang="en-US" b="0" i="0" dirty="0">
                    <a:solidFill>
                      <a:srgbClr val="333333"/>
                    </a:solidFill>
                    <a:effectLst/>
                    <a:latin typeface="-apple-system"/>
                  </a:rPr>
                  <a:t> </a:t>
                </a:r>
                <a:r>
                  <a:rPr lang="en-US" b="0" i="0" dirty="0" err="1">
                    <a:solidFill>
                      <a:srgbClr val="333333"/>
                    </a:solidFill>
                    <a:effectLst/>
                    <a:latin typeface="-apple-system"/>
                  </a:rPr>
                  <a:t>đó</a:t>
                </a:r>
                <a:r>
                  <a:rPr lang="en-US" b="0" i="0" dirty="0">
                    <a:solidFill>
                      <a:srgbClr val="333333"/>
                    </a:solidFill>
                    <a:effectLst/>
                    <a:latin typeface="-apple-system"/>
                  </a:rPr>
                  <a:t> </a:t>
                </a:r>
                <a:r>
                  <a:rPr lang="en-US" b="0" i="0" dirty="0" err="1">
                    <a:solidFill>
                      <a:srgbClr val="333333"/>
                    </a:solidFill>
                    <a:effectLst/>
                    <a:latin typeface="-apple-system"/>
                  </a:rPr>
                  <a:t>tới</a:t>
                </a:r>
                <a:r>
                  <a:rPr lang="en-US" b="0" i="0" dirty="0">
                    <a:solidFill>
                      <a:srgbClr val="333333"/>
                    </a:solidFill>
                    <a:effectLst/>
                    <a:latin typeface="-apple-system"/>
                  </a:rPr>
                  <a:t> </a:t>
                </a:r>
                <a:r>
                  <a:rPr lang="en-US" b="0" i="0" dirty="0" err="1">
                    <a:solidFill>
                      <a:srgbClr val="333333"/>
                    </a:solidFill>
                    <a:effectLst/>
                    <a:latin typeface="-apple-system"/>
                  </a:rPr>
                  <a:t>toàn</a:t>
                </a:r>
                <a:r>
                  <a:rPr lang="en-US" b="0" i="0" dirty="0">
                    <a:solidFill>
                      <a:srgbClr val="333333"/>
                    </a:solidFill>
                    <a:effectLst/>
                    <a:latin typeface="-apple-system"/>
                  </a:rPr>
                  <a:t> </a:t>
                </a:r>
                <a:r>
                  <a:rPr lang="en-US" b="0" i="0" dirty="0" err="1">
                    <a:solidFill>
                      <a:srgbClr val="333333"/>
                    </a:solidFill>
                    <a:effectLst/>
                    <a:latin typeface="-apple-system"/>
                  </a:rPr>
                  <a:t>bộ</a:t>
                </a:r>
                <a:r>
                  <a:rPr lang="en-US" b="0" i="0" dirty="0">
                    <a:solidFill>
                      <a:srgbClr val="333333"/>
                    </a:solidFill>
                    <a:effectLst/>
                    <a:latin typeface="-apple-system"/>
                  </a:rPr>
                  <a:t> </a:t>
                </a:r>
                <a:r>
                  <a:rPr lang="en-US" b="0" i="0" dirty="0" err="1">
                    <a:solidFill>
                      <a:srgbClr val="333333"/>
                    </a:solidFill>
                    <a:effectLst/>
                    <a:latin typeface="-apple-system"/>
                  </a:rPr>
                  <a:t>những</a:t>
                </a:r>
                <a:r>
                  <a:rPr lang="en-US" b="0" i="0" dirty="0">
                    <a:solidFill>
                      <a:srgbClr val="333333"/>
                    </a:solidFill>
                    <a:effectLst/>
                    <a:latin typeface="-apple-system"/>
                  </a:rPr>
                  <a:t> </a:t>
                </a:r>
                <a:r>
                  <a:rPr lang="en-US" b="0" i="0" dirty="0" err="1">
                    <a:solidFill>
                      <a:srgbClr val="333333"/>
                    </a:solidFill>
                    <a:effectLst/>
                    <a:latin typeface="-apple-system"/>
                  </a:rPr>
                  <a:t>điểm</a:t>
                </a:r>
                <a:r>
                  <a:rPr lang="en-US" b="0" i="0" dirty="0">
                    <a:solidFill>
                      <a:srgbClr val="333333"/>
                    </a:solidFill>
                    <a:effectLst/>
                    <a:latin typeface="-apple-system"/>
                  </a:rPr>
                  <a:t> </a:t>
                </a:r>
                <a:r>
                  <a:rPr lang="en-US" b="0" i="0" dirty="0" err="1">
                    <a:solidFill>
                      <a:srgbClr val="333333"/>
                    </a:solidFill>
                    <a:effectLst/>
                    <a:latin typeface="-apple-system"/>
                  </a:rPr>
                  <a:t>còn</a:t>
                </a:r>
                <a:r>
                  <a:rPr lang="en-US" b="0" i="0" dirty="0">
                    <a:solidFill>
                      <a:srgbClr val="333333"/>
                    </a:solidFill>
                    <a:effectLst/>
                    <a:latin typeface="-apple-system"/>
                  </a:rPr>
                  <a:t> </a:t>
                </a:r>
                <a:r>
                  <a:rPr lang="en-US" b="0" i="0" dirty="0" err="1">
                    <a:solidFill>
                      <a:srgbClr val="333333"/>
                    </a:solidFill>
                    <a:effectLst/>
                    <a:latin typeface="-apple-system"/>
                  </a:rPr>
                  <a:t>lại</a:t>
                </a:r>
                <a:r>
                  <a:rPr lang="en-US" b="0" i="0" dirty="0">
                    <a:solidFill>
                      <a:srgbClr val="333333"/>
                    </a:solidFill>
                    <a:effectLst/>
                    <a:latin typeface="-apple-system"/>
                  </a:rPr>
                  <a:t> </a:t>
                </a:r>
                <a:r>
                  <a:rPr lang="en-US" b="0" i="0" dirty="0" err="1">
                    <a:solidFill>
                      <a:srgbClr val="333333"/>
                    </a:solidFill>
                    <a:effectLst/>
                    <a:latin typeface="-apple-system"/>
                  </a:rPr>
                  <a:t>là</a:t>
                </a:r>
                <a:r>
                  <a:rPr lang="en-US" b="0" i="0" dirty="0">
                    <a:solidFill>
                      <a:srgbClr val="333333"/>
                    </a:solidFill>
                    <a:effectLst/>
                    <a:latin typeface="-apple-system"/>
                  </a:rPr>
                  <a:t> </a:t>
                </a:r>
                <a:r>
                  <a:rPr lang="en-US" b="0" i="0" dirty="0" err="1">
                    <a:solidFill>
                      <a:srgbClr val="333333"/>
                    </a:solidFill>
                    <a:effectLst/>
                    <a:latin typeface="-apple-system"/>
                  </a:rPr>
                  <a:t>nhỏ</a:t>
                </a:r>
                <a:r>
                  <a:rPr lang="en-US" b="0" i="0" dirty="0">
                    <a:solidFill>
                      <a:srgbClr val="333333"/>
                    </a:solidFill>
                    <a:effectLst/>
                    <a:latin typeface="-apple-system"/>
                  </a:rPr>
                  <a:t> </a:t>
                </a:r>
                <a:r>
                  <a:rPr lang="en-US" b="0" i="0" dirty="0" err="1">
                    <a:solidFill>
                      <a:srgbClr val="333333"/>
                    </a:solidFill>
                    <a:effectLst/>
                    <a:latin typeface="-apple-system"/>
                  </a:rPr>
                  <a:t>nhất</a:t>
                </a:r>
                <a:r>
                  <a:rPr lang="en-US" b="0" i="0" dirty="0">
                    <a:solidFill>
                      <a:srgbClr val="333333"/>
                    </a:solidFill>
                    <a:effectLst/>
                    <a:latin typeface="-apple-system"/>
                  </a:rPr>
                  <a:t> </a:t>
                </a:r>
                <a:r>
                  <a:rPr lang="en-US" b="0" i="0" dirty="0" err="1">
                    <a:solidFill>
                      <a:srgbClr val="333333"/>
                    </a:solidFill>
                    <a:effectLst/>
                    <a:latin typeface="-apple-system"/>
                  </a:rPr>
                  <a:t>đưa</a:t>
                </a:r>
                <a:r>
                  <a:rPr lang="en-US" b="0" i="0" dirty="0">
                    <a:solidFill>
                      <a:srgbClr val="333333"/>
                    </a:solidFill>
                    <a:effectLst/>
                    <a:latin typeface="-apple-system"/>
                  </a:rPr>
                  <a:t> </a:t>
                </a:r>
                <a:r>
                  <a:rPr lang="en-US" b="0" i="0" dirty="0" err="1">
                    <a:solidFill>
                      <a:srgbClr val="333333"/>
                    </a:solidFill>
                    <a:effectLst/>
                    <a:latin typeface="-apple-system"/>
                  </a:rPr>
                  <a:t>vào</a:t>
                </a:r>
                <a:r>
                  <a:rPr lang="en-US" b="0" i="0" dirty="0">
                    <a:solidFill>
                      <a:srgbClr val="333333"/>
                    </a:solidFill>
                    <a:effectLst/>
                    <a:latin typeface="-apple-system"/>
                  </a:rPr>
                  <a:t> </a:t>
                </a:r>
                <a:r>
                  <a:rPr lang="vi-VN" b="0" i="0" dirty="0">
                    <a:solidFill>
                      <a:srgbClr val="333333"/>
                    </a:solidFill>
                    <a:effectLst/>
                    <a:latin typeface="-apple-system"/>
                  </a:rPr>
                  <a:t>S1, còn lại gồm N−1 điểm là S2. </a:t>
                </a:r>
              </a:p>
              <a:p>
                <a:pPr lvl="1"/>
                <a:r>
                  <a:rPr lang="en-US" b="0" i="0" dirty="0">
                    <a:solidFill>
                      <a:srgbClr val="333333"/>
                    </a:solidFill>
                    <a:effectLst/>
                    <a:latin typeface="-apple-system"/>
                  </a:rPr>
                  <a:t>L</a:t>
                </a:r>
                <a:r>
                  <a:rPr lang="vi-VN" b="0" i="0" dirty="0">
                    <a:solidFill>
                      <a:srgbClr val="333333"/>
                    </a:solidFill>
                    <a:effectLst/>
                    <a:latin typeface="-apple-system"/>
                  </a:rPr>
                  <a:t>ượt chọn ra một điểm x</a:t>
                </a:r>
                <a:r>
                  <a:rPr lang="vi-VN" b="0" i="0" baseline="-25000" dirty="0">
                    <a:solidFill>
                      <a:srgbClr val="333333"/>
                    </a:solidFill>
                    <a:effectLst/>
                    <a:latin typeface="-apple-system"/>
                  </a:rPr>
                  <a:t>i</a:t>
                </a:r>
                <a:r>
                  <a:rPr lang="vi-VN" b="0" i="0" dirty="0">
                    <a:solidFill>
                      <a:srgbClr val="333333"/>
                    </a:solidFill>
                    <a:effectLst/>
                    <a:latin typeface="-apple-system"/>
                  </a:rPr>
                  <a:t> từ tập S2 đưa sang S1</a:t>
                </a:r>
                <a:r>
                  <a:rPr lang="en-US" b="0" i="0" dirty="0">
                    <a:solidFill>
                      <a:srgbClr val="333333"/>
                    </a:solidFill>
                    <a:effectLst/>
                    <a:latin typeface="-apple-system"/>
                  </a:rPr>
                  <a:t>, x</a:t>
                </a:r>
                <a:r>
                  <a:rPr lang="en-US" b="0" i="0" baseline="-25000" dirty="0">
                    <a:solidFill>
                      <a:srgbClr val="333333"/>
                    </a:solidFill>
                    <a:effectLst/>
                    <a:latin typeface="-apple-system"/>
                  </a:rPr>
                  <a:t>i</a:t>
                </a:r>
                <a:r>
                  <a:rPr lang="en-US" b="0" i="0" dirty="0">
                    <a:solidFill>
                      <a:srgbClr val="333333"/>
                    </a:solidFill>
                    <a:effectLst/>
                    <a:latin typeface="-apple-system"/>
                  </a:rPr>
                  <a:t> </a:t>
                </a:r>
                <a:r>
                  <a:rPr lang="en-US" b="0" i="0" dirty="0" err="1">
                    <a:solidFill>
                      <a:srgbClr val="333333"/>
                    </a:solidFill>
                    <a:effectLst/>
                    <a:latin typeface="-apple-system"/>
                  </a:rPr>
                  <a:t>là</a:t>
                </a:r>
                <a:r>
                  <a:rPr lang="en-US" b="0" i="0" dirty="0">
                    <a:solidFill>
                      <a:srgbClr val="333333"/>
                    </a:solidFill>
                    <a:effectLst/>
                    <a:latin typeface="-apple-system"/>
                  </a:rPr>
                  <a:t> </a:t>
                </a:r>
                <a:r>
                  <a:rPr lang="en-US" b="0" i="0" dirty="0" err="1">
                    <a:solidFill>
                      <a:srgbClr val="333333"/>
                    </a:solidFill>
                    <a:effectLst/>
                    <a:latin typeface="-apple-system"/>
                  </a:rPr>
                  <a:t>điểm</a:t>
                </a:r>
                <a:r>
                  <a:rPr lang="en-US" b="0" i="0" dirty="0">
                    <a:solidFill>
                      <a:srgbClr val="333333"/>
                    </a:solidFill>
                    <a:effectLst/>
                    <a:latin typeface="-apple-system"/>
                  </a:rPr>
                  <a:t> </a:t>
                </a:r>
                <a:r>
                  <a:rPr lang="en-US" b="0" i="0" dirty="0" err="1">
                    <a:solidFill>
                      <a:srgbClr val="333333"/>
                    </a:solidFill>
                    <a:effectLst/>
                    <a:latin typeface="-apple-system"/>
                  </a:rPr>
                  <a:t>tách</a:t>
                </a:r>
                <a:r>
                  <a:rPr lang="en-US" b="0" i="0" dirty="0">
                    <a:solidFill>
                      <a:srgbClr val="333333"/>
                    </a:solidFill>
                    <a:effectLst/>
                    <a:latin typeface="-apple-system"/>
                  </a:rPr>
                  <a:t> </a:t>
                </a:r>
                <a:r>
                  <a:rPr lang="en-US" b="0" i="0" dirty="0" err="1">
                    <a:solidFill>
                      <a:srgbClr val="333333"/>
                    </a:solidFill>
                    <a:effectLst/>
                    <a:latin typeface="-apple-system"/>
                  </a:rPr>
                  <a:t>biệt</a:t>
                </a:r>
                <a:r>
                  <a:rPr lang="en-US" b="0" i="0" dirty="0">
                    <a:solidFill>
                      <a:srgbClr val="333333"/>
                    </a:solidFill>
                    <a:effectLst/>
                    <a:latin typeface="-apple-system"/>
                  </a:rPr>
                  <a:t> </a:t>
                </a:r>
                <a:r>
                  <a:rPr lang="en-US" b="0" i="0" dirty="0" err="1">
                    <a:solidFill>
                      <a:srgbClr val="333333"/>
                    </a:solidFill>
                    <a:effectLst/>
                    <a:latin typeface="-apple-system"/>
                  </a:rPr>
                  <a:t>nhất</a:t>
                </a:r>
                <a:r>
                  <a:rPr lang="en-US" b="0" i="0" dirty="0">
                    <a:solidFill>
                      <a:srgbClr val="333333"/>
                    </a:solidFill>
                    <a:effectLst/>
                    <a:latin typeface="-apple-system"/>
                  </a:rPr>
                  <a:t> so </a:t>
                </a:r>
                <a:r>
                  <a:rPr lang="en-US" b="0" i="0" dirty="0" err="1">
                    <a:solidFill>
                      <a:srgbClr val="333333"/>
                    </a:solidFill>
                    <a:effectLst/>
                    <a:latin typeface="-apple-system"/>
                  </a:rPr>
                  <a:t>với</a:t>
                </a:r>
                <a:r>
                  <a:rPr lang="en-US" b="0" i="0" dirty="0">
                    <a:solidFill>
                      <a:srgbClr val="333333"/>
                    </a:solidFill>
                    <a:effectLst/>
                    <a:latin typeface="-apple-system"/>
                  </a:rPr>
                  <a:t> </a:t>
                </a:r>
                <a:r>
                  <a:rPr lang="en-US" b="0" i="0" dirty="0" err="1">
                    <a:solidFill>
                      <a:srgbClr val="333333"/>
                    </a:solidFill>
                    <a:effectLst/>
                    <a:latin typeface="-apple-system"/>
                  </a:rPr>
                  <a:t>phần</a:t>
                </a:r>
                <a:r>
                  <a:rPr lang="en-US" b="0" i="0" dirty="0">
                    <a:solidFill>
                      <a:srgbClr val="333333"/>
                    </a:solidFill>
                    <a:effectLst/>
                    <a:latin typeface="-apple-system"/>
                  </a:rPr>
                  <a:t> </a:t>
                </a:r>
                <a:r>
                  <a:rPr lang="en-US" b="0" i="0" dirty="0" err="1">
                    <a:solidFill>
                      <a:srgbClr val="333333"/>
                    </a:solidFill>
                    <a:effectLst/>
                    <a:latin typeface="-apple-system"/>
                  </a:rPr>
                  <a:t>còn</a:t>
                </a:r>
                <a:r>
                  <a:rPr lang="en-US" b="0" i="0" dirty="0">
                    <a:solidFill>
                      <a:srgbClr val="333333"/>
                    </a:solidFill>
                    <a:effectLst/>
                    <a:latin typeface="-apple-system"/>
                  </a:rPr>
                  <a:t> </a:t>
                </a:r>
                <a:r>
                  <a:rPr lang="en-US" b="0" i="0" dirty="0" err="1">
                    <a:solidFill>
                      <a:srgbClr val="333333"/>
                    </a:solidFill>
                    <a:effectLst/>
                    <a:latin typeface="-apple-system"/>
                  </a:rPr>
                  <a:t>lại</a:t>
                </a:r>
                <a:r>
                  <a:rPr lang="en-US" b="0" i="0" dirty="0">
                    <a:solidFill>
                      <a:srgbClr val="333333"/>
                    </a:solidFill>
                    <a:effectLst/>
                    <a:latin typeface="-apple-system"/>
                  </a:rPr>
                  <a:t> </a:t>
                </a:r>
                <a:r>
                  <a:rPr lang="en-US" b="0" i="0" dirty="0" err="1">
                    <a:solidFill>
                      <a:srgbClr val="333333"/>
                    </a:solidFill>
                    <a:effectLst/>
                    <a:latin typeface="-apple-system"/>
                  </a:rPr>
                  <a:t>của</a:t>
                </a:r>
                <a:r>
                  <a:rPr lang="en-US" b="0" i="0" dirty="0">
                    <a:solidFill>
                      <a:srgbClr val="333333"/>
                    </a:solidFill>
                    <a:effectLst/>
                    <a:latin typeface="-apple-system"/>
                  </a:rPr>
                  <a:t> S1. </a:t>
                </a:r>
                <a:r>
                  <a:rPr lang="en-US" b="0" i="0" dirty="0" err="1">
                    <a:solidFill>
                      <a:srgbClr val="333333"/>
                    </a:solidFill>
                    <a:effectLst/>
                    <a:latin typeface="-apple-system"/>
                  </a:rPr>
                  <a:t>Vậy</a:t>
                </a:r>
                <a:r>
                  <a:rPr lang="en-US" b="0" i="0" dirty="0">
                    <a:solidFill>
                      <a:srgbClr val="333333"/>
                    </a:solidFill>
                    <a:effectLst/>
                    <a:latin typeface="-apple-system"/>
                  </a:rPr>
                  <a:t>, </a:t>
                </a:r>
                <a:r>
                  <a:rPr lang="en-US" b="0" i="0" dirty="0" err="1">
                    <a:solidFill>
                      <a:srgbClr val="333333"/>
                    </a:solidFill>
                    <a:effectLst/>
                    <a:latin typeface="-apple-system"/>
                  </a:rPr>
                  <a:t>trung</a:t>
                </a:r>
                <a:r>
                  <a:rPr lang="en-US" b="0" i="0" dirty="0">
                    <a:solidFill>
                      <a:srgbClr val="333333"/>
                    </a:solidFill>
                    <a:effectLst/>
                    <a:latin typeface="-apple-system"/>
                  </a:rPr>
                  <a:t> </a:t>
                </a:r>
                <a:r>
                  <a:rPr lang="en-US" b="0" i="0" dirty="0" err="1">
                    <a:solidFill>
                      <a:srgbClr val="333333"/>
                    </a:solidFill>
                    <a:effectLst/>
                    <a:latin typeface="-apple-system"/>
                  </a:rPr>
                  <a:t>bình</a:t>
                </a:r>
                <a:r>
                  <a:rPr lang="en-US" b="0" i="0" dirty="0">
                    <a:solidFill>
                      <a:srgbClr val="333333"/>
                    </a:solidFill>
                    <a:effectLst/>
                    <a:latin typeface="-apple-system"/>
                  </a:rPr>
                  <a:t> </a:t>
                </a:r>
                <a:r>
                  <a:rPr lang="en-US" b="0" i="0" dirty="0" err="1">
                    <a:solidFill>
                      <a:srgbClr val="333333"/>
                    </a:solidFill>
                    <a:effectLst/>
                    <a:latin typeface="-apple-system"/>
                  </a:rPr>
                  <a:t>khoảng</a:t>
                </a:r>
                <a:r>
                  <a:rPr lang="en-US" b="0" i="0" dirty="0">
                    <a:solidFill>
                      <a:srgbClr val="333333"/>
                    </a:solidFill>
                    <a:effectLst/>
                    <a:latin typeface="-apple-system"/>
                  </a:rPr>
                  <a:t> </a:t>
                </a:r>
                <a:r>
                  <a:rPr lang="en-US" b="0" i="0" dirty="0" err="1">
                    <a:solidFill>
                      <a:srgbClr val="333333"/>
                    </a:solidFill>
                    <a:effectLst/>
                    <a:latin typeface="-apple-system"/>
                  </a:rPr>
                  <a:t>cách</a:t>
                </a:r>
                <a:r>
                  <a:rPr lang="en-US" b="0" i="0" dirty="0">
                    <a:solidFill>
                      <a:srgbClr val="333333"/>
                    </a:solidFill>
                    <a:effectLst/>
                    <a:latin typeface="-apple-system"/>
                  </a:rPr>
                  <a:t> </a:t>
                </a:r>
                <a:r>
                  <a:rPr lang="en-US" b="0" i="0" dirty="0" err="1">
                    <a:solidFill>
                      <a:srgbClr val="333333"/>
                    </a:solidFill>
                    <a:effectLst/>
                    <a:latin typeface="-apple-system"/>
                  </a:rPr>
                  <a:t>từ</a:t>
                </a:r>
                <a:r>
                  <a:rPr lang="en-US" b="0" i="0" dirty="0">
                    <a:solidFill>
                      <a:srgbClr val="333333"/>
                    </a:solidFill>
                    <a:effectLst/>
                    <a:latin typeface="-apple-system"/>
                  </a:rPr>
                  <a:t> </a:t>
                </a:r>
                <a:r>
                  <a:rPr lang="en-US" b="0" i="0" dirty="0" err="1">
                    <a:solidFill>
                      <a:srgbClr val="333333"/>
                    </a:solidFill>
                    <a:effectLst/>
                    <a:latin typeface="-apple-system"/>
                  </a:rPr>
                  <a:t>điểm</a:t>
                </a:r>
                <a:r>
                  <a:rPr lang="en-US" b="0" i="0" dirty="0">
                    <a:solidFill>
                      <a:srgbClr val="333333"/>
                    </a:solidFill>
                    <a:effectLst/>
                    <a:latin typeface="-apple-system"/>
                  </a:rPr>
                  <a:t> </a:t>
                </a:r>
                <a:r>
                  <a:rPr lang="en-US" b="0" i="0" dirty="0" err="1">
                    <a:solidFill>
                      <a:srgbClr val="333333"/>
                    </a:solidFill>
                    <a:effectLst/>
                    <a:latin typeface="-apple-system"/>
                  </a:rPr>
                  <a:t>đó</a:t>
                </a:r>
                <a:r>
                  <a:rPr lang="en-US" b="0" i="0" dirty="0">
                    <a:solidFill>
                      <a:srgbClr val="333333"/>
                    </a:solidFill>
                    <a:effectLst/>
                    <a:latin typeface="-apple-system"/>
                  </a:rPr>
                  <a:t> </a:t>
                </a:r>
                <a:r>
                  <a:rPr lang="en-US" b="0" i="0" dirty="0" err="1">
                    <a:solidFill>
                      <a:srgbClr val="333333"/>
                    </a:solidFill>
                    <a:effectLst/>
                    <a:latin typeface="-apple-system"/>
                  </a:rPr>
                  <a:t>tới</a:t>
                </a:r>
                <a:r>
                  <a:rPr lang="en-US" b="0" i="0" dirty="0">
                    <a:solidFill>
                      <a:srgbClr val="333333"/>
                    </a:solidFill>
                    <a:effectLst/>
                    <a:latin typeface="-apple-system"/>
                  </a:rPr>
                  <a:t> </a:t>
                </a:r>
                <a:r>
                  <a:rPr lang="en-US" b="0" i="0" dirty="0" err="1">
                    <a:solidFill>
                      <a:srgbClr val="333333"/>
                    </a:solidFill>
                    <a:effectLst/>
                    <a:latin typeface="-apple-system"/>
                  </a:rPr>
                  <a:t>toàn</a:t>
                </a:r>
                <a:r>
                  <a:rPr lang="en-US" b="0" i="0" dirty="0">
                    <a:solidFill>
                      <a:srgbClr val="333333"/>
                    </a:solidFill>
                    <a:effectLst/>
                    <a:latin typeface="-apple-system"/>
                  </a:rPr>
                  <a:t> </a:t>
                </a:r>
                <a:r>
                  <a:rPr lang="en-US" b="0" i="0" dirty="0" err="1">
                    <a:solidFill>
                      <a:srgbClr val="333333"/>
                    </a:solidFill>
                    <a:effectLst/>
                    <a:latin typeface="-apple-system"/>
                  </a:rPr>
                  <a:t>bộ</a:t>
                </a:r>
                <a:r>
                  <a:rPr lang="en-US" b="0" i="0" dirty="0">
                    <a:solidFill>
                      <a:srgbClr val="333333"/>
                    </a:solidFill>
                    <a:effectLst/>
                    <a:latin typeface="-apple-system"/>
                  </a:rPr>
                  <a:t> </a:t>
                </a:r>
                <a:r>
                  <a:rPr lang="en-US" b="0" i="0" dirty="0" err="1">
                    <a:solidFill>
                      <a:srgbClr val="333333"/>
                    </a:solidFill>
                    <a:effectLst/>
                    <a:latin typeface="-apple-system"/>
                  </a:rPr>
                  <a:t>các</a:t>
                </a:r>
                <a:r>
                  <a:rPr lang="en-US" b="0" i="0" dirty="0">
                    <a:solidFill>
                      <a:srgbClr val="333333"/>
                    </a:solidFill>
                    <a:effectLst/>
                    <a:latin typeface="-apple-system"/>
                  </a:rPr>
                  <a:t> </a:t>
                </a:r>
                <a:r>
                  <a:rPr lang="en-US" b="0" i="0" dirty="0" err="1">
                    <a:solidFill>
                      <a:srgbClr val="333333"/>
                    </a:solidFill>
                    <a:effectLst/>
                    <a:latin typeface="-apple-system"/>
                  </a:rPr>
                  <a:t>điểm</a:t>
                </a:r>
                <a:r>
                  <a:rPr lang="en-US" b="0" i="0" dirty="0">
                    <a:solidFill>
                      <a:srgbClr val="333333"/>
                    </a:solidFill>
                    <a:effectLst/>
                    <a:latin typeface="-apple-system"/>
                  </a:rPr>
                  <a:t> </a:t>
                </a:r>
                <a:r>
                  <a:rPr lang="en-US" b="0" i="0" dirty="0" err="1">
                    <a:solidFill>
                      <a:srgbClr val="333333"/>
                    </a:solidFill>
                    <a:effectLst/>
                    <a:latin typeface="-apple-system"/>
                  </a:rPr>
                  <a:t>còn</a:t>
                </a:r>
                <a:r>
                  <a:rPr lang="en-US" b="0" i="0" dirty="0">
                    <a:solidFill>
                      <a:srgbClr val="333333"/>
                    </a:solidFill>
                    <a:effectLst/>
                    <a:latin typeface="-apple-system"/>
                  </a:rPr>
                  <a:t> </a:t>
                </a:r>
                <a:r>
                  <a:rPr lang="en-US" b="0" i="0" dirty="0" err="1">
                    <a:solidFill>
                      <a:srgbClr val="333333"/>
                    </a:solidFill>
                    <a:effectLst/>
                    <a:latin typeface="-apple-system"/>
                  </a:rPr>
                  <a:t>lại</a:t>
                </a:r>
                <a:r>
                  <a:rPr lang="en-US" b="0" i="0" dirty="0">
                    <a:solidFill>
                      <a:srgbClr val="333333"/>
                    </a:solidFill>
                    <a:effectLst/>
                    <a:latin typeface="-apple-system"/>
                  </a:rPr>
                  <a:t> </a:t>
                </a:r>
                <a:r>
                  <a:rPr lang="en-US" b="0" i="0" dirty="0" err="1">
                    <a:solidFill>
                      <a:srgbClr val="333333"/>
                    </a:solidFill>
                    <a:effectLst/>
                    <a:latin typeface="-apple-system"/>
                  </a:rPr>
                  <a:t>trong</a:t>
                </a:r>
                <a:r>
                  <a:rPr lang="en-US" b="0" i="0" dirty="0">
                    <a:solidFill>
                      <a:srgbClr val="333333"/>
                    </a:solidFill>
                    <a:effectLst/>
                    <a:latin typeface="-apple-system"/>
                  </a:rPr>
                  <a:t> S1 </a:t>
                </a:r>
                <a:r>
                  <a:rPr lang="en-US" b="0" i="0" dirty="0" err="1">
                    <a:solidFill>
                      <a:srgbClr val="333333"/>
                    </a:solidFill>
                    <a:effectLst/>
                    <a:latin typeface="-apple-system"/>
                  </a:rPr>
                  <a:t>phải</a:t>
                </a:r>
                <a:r>
                  <a:rPr lang="en-US" b="0" i="0" dirty="0">
                    <a:solidFill>
                      <a:srgbClr val="333333"/>
                    </a:solidFill>
                    <a:effectLst/>
                    <a:latin typeface="-apple-system"/>
                  </a:rPr>
                  <a:t> </a:t>
                </a:r>
                <a:r>
                  <a:rPr lang="en-US" b="0" i="0" dirty="0" err="1">
                    <a:solidFill>
                      <a:srgbClr val="333333"/>
                    </a:solidFill>
                    <a:effectLst/>
                    <a:latin typeface="-apple-system"/>
                  </a:rPr>
                  <a:t>là</a:t>
                </a:r>
                <a:r>
                  <a:rPr lang="en-US" b="0" i="0" dirty="0">
                    <a:solidFill>
                      <a:srgbClr val="333333"/>
                    </a:solidFill>
                    <a:effectLst/>
                    <a:latin typeface="-apple-system"/>
                  </a:rPr>
                  <a:t> </a:t>
                </a:r>
                <a:r>
                  <a:rPr lang="en-US" b="0" i="0" dirty="0" err="1">
                    <a:solidFill>
                      <a:srgbClr val="333333"/>
                    </a:solidFill>
                    <a:effectLst/>
                    <a:latin typeface="-apple-system"/>
                  </a:rPr>
                  <a:t>nhỏ</a:t>
                </a:r>
                <a:r>
                  <a:rPr lang="en-US" b="0" i="0" dirty="0">
                    <a:solidFill>
                      <a:srgbClr val="333333"/>
                    </a:solidFill>
                    <a:effectLst/>
                    <a:latin typeface="-apple-system"/>
                  </a:rPr>
                  <a:t> </a:t>
                </a:r>
                <a:r>
                  <a:rPr lang="en-US" b="0" i="0" dirty="0" err="1">
                    <a:solidFill>
                      <a:srgbClr val="333333"/>
                    </a:solidFill>
                    <a:effectLst/>
                    <a:latin typeface="-apple-system"/>
                  </a:rPr>
                  <a:t>nhất</a:t>
                </a:r>
                <a:r>
                  <a:rPr lang="en-US" b="0" i="0" dirty="0">
                    <a:solidFill>
                      <a:srgbClr val="333333"/>
                    </a:solidFill>
                    <a:effectLst/>
                    <a:latin typeface="-apple-system"/>
                  </a:rPr>
                  <a:t>. </a:t>
                </a:r>
              </a:p>
              <a:p>
                <a:pPr lvl="1"/>
                <a:endParaRPr lang="en-US" dirty="0">
                  <a:solidFill>
                    <a:srgbClr val="333333"/>
                  </a:solidFill>
                  <a:latin typeface="-apple-system"/>
                </a:endParaRPr>
              </a:p>
              <a:p>
                <a:pPr marL="342900" lvl="1" indent="0">
                  <a:buNone/>
                </a:pPr>
                <a:endParaRPr lang="en-US" dirty="0"/>
              </a:p>
              <a:p>
                <a:pPr marL="342900" lvl="1" indent="0">
                  <a:buNone/>
                </a:pPr>
                <a:endParaRPr lang="en-US" dirty="0"/>
              </a:p>
              <a:p>
                <a:pPr lvl="1"/>
                <a:r>
                  <a:rPr lang="vi-VN" b="0" i="0" dirty="0">
                    <a:solidFill>
                      <a:srgbClr val="333333"/>
                    </a:solidFill>
                    <a:effectLst/>
                    <a:latin typeface="-apple-system"/>
                  </a:rPr>
                  <a:t>Khoảng cách tối thiểu từ </a:t>
                </a:r>
                <a14:m>
                  <m:oMath xmlns:m="http://schemas.openxmlformats.org/officeDocument/2006/math">
                    <m:r>
                      <m:rPr>
                        <m:nor/>
                      </m:rPr>
                      <a:rPr lang="vi-VN">
                        <a:solidFill>
                          <a:srgbClr val="333333"/>
                        </a:solidFill>
                        <a:latin typeface="-apple-system"/>
                      </a:rPr>
                      <m:t>x</m:t>
                    </m:r>
                    <m:r>
                      <m:rPr>
                        <m:nor/>
                      </m:rPr>
                      <a:rPr lang="vi-VN" baseline="-25000">
                        <a:solidFill>
                          <a:srgbClr val="333333"/>
                        </a:solidFill>
                        <a:latin typeface="-apple-system"/>
                      </a:rPr>
                      <m:t>i</m:t>
                    </m:r>
                    <m:r>
                      <m:rPr>
                        <m:nor/>
                      </m:rPr>
                      <a:rPr lang="vi-VN">
                        <a:solidFill>
                          <a:srgbClr val="333333"/>
                        </a:solidFill>
                        <a:latin typeface="-apple-system"/>
                      </a:rPr>
                      <m:t> </m:t>
                    </m:r>
                  </m:oMath>
                </a14:m>
                <a:r>
                  <a:rPr lang="vi-VN" b="0" i="0" dirty="0">
                    <a:solidFill>
                      <a:srgbClr val="333333"/>
                    </a:solidFill>
                    <a:effectLst/>
                    <a:latin typeface="-apple-system"/>
                  </a:rPr>
                  <a:t>tới các điểm trong S2 phải lớn hơn khoảng cách tối thiểu tới các điểm trong S1</a:t>
                </a:r>
                <a:r>
                  <a:rPr lang="en-US" b="0" i="0" dirty="0">
                    <a:solidFill>
                      <a:srgbClr val="333333"/>
                    </a:solidFill>
                    <a:effectLst/>
                    <a:latin typeface="-apple-system"/>
                  </a:rPr>
                  <a:t> (</a:t>
                </a:r>
                <a:r>
                  <a:rPr lang="vi-VN" dirty="0">
                    <a:solidFill>
                      <a:srgbClr val="333333"/>
                    </a:solidFill>
                    <a:latin typeface="-apple-system"/>
                  </a:rPr>
                  <a:t>x</a:t>
                </a:r>
                <a:r>
                  <a:rPr lang="vi-VN" baseline="-25000" dirty="0">
                    <a:solidFill>
                      <a:srgbClr val="333333"/>
                    </a:solidFill>
                    <a:latin typeface="-apple-system"/>
                  </a:rPr>
                  <a:t>i</a:t>
                </a:r>
                <a:r>
                  <a:rPr lang="vi-VN" dirty="0">
                    <a:solidFill>
                      <a:srgbClr val="333333"/>
                    </a:solidFill>
                    <a:latin typeface="-apple-system"/>
                  </a:rPr>
                  <a:t> gần với S2 hơn S1</a:t>
                </a:r>
                <a:r>
                  <a:rPr lang="en-US" dirty="0">
                    <a:solidFill>
                      <a:srgbClr val="333333"/>
                    </a:solidFill>
                    <a:latin typeface="-apple-system"/>
                  </a:rPr>
                  <a:t>)</a:t>
                </a:r>
                <a:r>
                  <a:rPr lang="en-US" b="0" i="0" dirty="0">
                    <a:solidFill>
                      <a:srgbClr val="333333"/>
                    </a:solidFill>
                    <a:effectLst/>
                    <a:latin typeface="-apple-system"/>
                  </a:rPr>
                  <a:t>:</a:t>
                </a:r>
                <a:endParaRPr lang="vi-VN" b="0" i="0" dirty="0">
                  <a:solidFill>
                    <a:srgbClr val="333333"/>
                  </a:solidFill>
                  <a:effectLst/>
                  <a:latin typeface="-apple-system"/>
                </a:endParaRPr>
              </a:p>
            </p:txBody>
          </p:sp>
        </mc:Choice>
        <mc:Fallback>
          <p:sp>
            <p:nvSpPr>
              <p:cNvPr id="3" name="Content Placeholder 2">
                <a:extLst>
                  <a:ext uri="{FF2B5EF4-FFF2-40B4-BE49-F238E27FC236}">
                    <a16:creationId xmlns:a16="http://schemas.microsoft.com/office/drawing/2014/main" id="{F7A32A0A-4531-F38B-8B5D-E88463DFC5AE}"/>
                  </a:ext>
                </a:extLst>
              </p:cNvPr>
              <p:cNvSpPr>
                <a:spLocks noGrp="1" noRot="1" noChangeAspect="1" noMove="1" noResize="1" noEditPoints="1" noAdjustHandles="1" noChangeArrowheads="1" noChangeShapeType="1" noTextEdit="1"/>
              </p:cNvSpPr>
              <p:nvPr>
                <p:ph idx="1"/>
              </p:nvPr>
            </p:nvSpPr>
            <p:spPr>
              <a:xfrm>
                <a:off x="626022" y="1584109"/>
                <a:ext cx="7886700" cy="4351338"/>
              </a:xfrm>
              <a:blipFill>
                <a:blip r:embed="rId2"/>
                <a:stretch>
                  <a:fillRect l="-1083" t="-2661" r="-2166"/>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522E4301-8EBE-C597-8490-1328B96EAF42}"/>
              </a:ext>
            </a:extLst>
          </p:cNvPr>
          <p:cNvPicPr>
            <a:picLocks noChangeAspect="1"/>
          </p:cNvPicPr>
          <p:nvPr/>
        </p:nvPicPr>
        <p:blipFill>
          <a:blip r:embed="rId3"/>
          <a:stretch>
            <a:fillRect/>
          </a:stretch>
        </p:blipFill>
        <p:spPr>
          <a:xfrm>
            <a:off x="3200400" y="3772329"/>
            <a:ext cx="4737528" cy="968160"/>
          </a:xfrm>
          <a:prstGeom prst="rect">
            <a:avLst/>
          </a:prstGeom>
        </p:spPr>
      </p:pic>
      <p:pic>
        <p:nvPicPr>
          <p:cNvPr id="8" name="Picture 7">
            <a:extLst>
              <a:ext uri="{FF2B5EF4-FFF2-40B4-BE49-F238E27FC236}">
                <a16:creationId xmlns:a16="http://schemas.microsoft.com/office/drawing/2014/main" id="{B370644B-88CF-3B7B-20F0-A94F6F3975B0}"/>
              </a:ext>
            </a:extLst>
          </p:cNvPr>
          <p:cNvPicPr>
            <a:picLocks noChangeAspect="1"/>
          </p:cNvPicPr>
          <p:nvPr/>
        </p:nvPicPr>
        <p:blipFill>
          <a:blip r:embed="rId4"/>
          <a:srcRect t="24235"/>
          <a:stretch/>
        </p:blipFill>
        <p:spPr>
          <a:xfrm>
            <a:off x="762000" y="5744912"/>
            <a:ext cx="3943502" cy="714475"/>
          </a:xfrm>
          <a:prstGeom prst="rect">
            <a:avLst/>
          </a:prstGeom>
        </p:spPr>
      </p:pic>
      <p:pic>
        <p:nvPicPr>
          <p:cNvPr id="10" name="Picture 9">
            <a:extLst>
              <a:ext uri="{FF2B5EF4-FFF2-40B4-BE49-F238E27FC236}">
                <a16:creationId xmlns:a16="http://schemas.microsoft.com/office/drawing/2014/main" id="{D46260DF-F1F0-BFE6-A8BF-B0A9E933EF16}"/>
              </a:ext>
            </a:extLst>
          </p:cNvPr>
          <p:cNvPicPr>
            <a:picLocks noChangeAspect="1"/>
          </p:cNvPicPr>
          <p:nvPr/>
        </p:nvPicPr>
        <p:blipFill>
          <a:blip r:embed="rId5"/>
          <a:srcRect t="26202" b="4691"/>
          <a:stretch/>
        </p:blipFill>
        <p:spPr>
          <a:xfrm>
            <a:off x="4825344" y="5744912"/>
            <a:ext cx="4136680" cy="669068"/>
          </a:xfrm>
          <a:prstGeom prst="rect">
            <a:avLst/>
          </a:prstGeom>
        </p:spPr>
      </p:pic>
    </p:spTree>
    <p:extLst>
      <p:ext uri="{BB962C8B-B14F-4D97-AF65-F5344CB8AC3E}">
        <p14:creationId xmlns:p14="http://schemas.microsoft.com/office/powerpoint/2010/main" val="233541366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89850-B44F-7648-DC75-68A657F1DAB2}"/>
              </a:ext>
            </a:extLst>
          </p:cNvPr>
          <p:cNvSpPr>
            <a:spLocks noGrp="1"/>
          </p:cNvSpPr>
          <p:nvPr>
            <p:ph type="title"/>
          </p:nvPr>
        </p:nvSpPr>
        <p:spPr/>
        <p:txBody>
          <a:bodyPr/>
          <a:lstStyle/>
          <a:p>
            <a:r>
              <a:rPr lang="en-US"/>
              <a:t>DIANA: Ví dụ</a:t>
            </a:r>
          </a:p>
        </p:txBody>
      </p:sp>
      <p:pic>
        <p:nvPicPr>
          <p:cNvPr id="7170" name="Picture 2">
            <a:extLst>
              <a:ext uri="{FF2B5EF4-FFF2-40B4-BE49-F238E27FC236}">
                <a16:creationId xmlns:a16="http://schemas.microsoft.com/office/drawing/2014/main" id="{8C75640B-90AF-C782-4977-3253F1281A4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28650" y="1730102"/>
            <a:ext cx="7837526" cy="47627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985885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429A3-FE1D-287A-4235-1625E44DBCD6}"/>
              </a:ext>
            </a:extLst>
          </p:cNvPr>
          <p:cNvSpPr>
            <a:spLocks noGrp="1"/>
          </p:cNvSpPr>
          <p:nvPr>
            <p:ph type="title"/>
          </p:nvPr>
        </p:nvSpPr>
        <p:spPr/>
        <p:txBody>
          <a:bodyPr/>
          <a:lstStyle/>
          <a:p>
            <a:r>
              <a:rPr lang="en-US"/>
              <a:t>Tài liệu tham khảo</a:t>
            </a:r>
          </a:p>
        </p:txBody>
      </p:sp>
      <p:sp>
        <p:nvSpPr>
          <p:cNvPr id="3" name="Content Placeholder 2">
            <a:extLst>
              <a:ext uri="{FF2B5EF4-FFF2-40B4-BE49-F238E27FC236}">
                <a16:creationId xmlns:a16="http://schemas.microsoft.com/office/drawing/2014/main" id="{D58B71B0-960E-CDD5-C6C7-31F8C8D30FA5}"/>
              </a:ext>
            </a:extLst>
          </p:cNvPr>
          <p:cNvSpPr>
            <a:spLocks noGrp="1"/>
          </p:cNvSpPr>
          <p:nvPr>
            <p:ph idx="1"/>
          </p:nvPr>
        </p:nvSpPr>
        <p:spPr/>
        <p:txBody>
          <a:bodyPr/>
          <a:lstStyle/>
          <a:p>
            <a:r>
              <a:rPr lang="en-US"/>
              <a:t>https://scikit-learn.org/stable/modules/generated/sklearn.cluster.AgglomerativeClustering.html</a:t>
            </a:r>
          </a:p>
        </p:txBody>
      </p:sp>
    </p:spTree>
    <p:extLst>
      <p:ext uri="{BB962C8B-B14F-4D97-AF65-F5344CB8AC3E}">
        <p14:creationId xmlns:p14="http://schemas.microsoft.com/office/powerpoint/2010/main" val="353881761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365126"/>
            <a:ext cx="7886700" cy="1325563"/>
          </a:xfrm>
        </p:spPr>
        <p:txBody>
          <a:bodyPr vert="horz" wrap="square" lIns="0" tIns="207570" rIns="0" bIns="0" rtlCol="0">
            <a:spAutoFit/>
          </a:bodyPr>
          <a:lstStyle/>
          <a:p>
            <a:r>
              <a:rPr lang="en-US"/>
              <a:t>Balanced </a:t>
            </a:r>
            <a:r>
              <a:rPr lang="en-US" dirty="0"/>
              <a:t>Iterative Reducing and </a:t>
            </a:r>
            <a:r>
              <a:rPr lang="en-US"/>
              <a:t>Clustering UsingHierarchies (BIRCH)</a:t>
            </a:r>
            <a:endParaRPr lang="en-US" dirty="0"/>
          </a:p>
        </p:txBody>
      </p:sp>
      <p:sp>
        <p:nvSpPr>
          <p:cNvPr id="6" name="Content Placeholder 5">
            <a:extLst>
              <a:ext uri="{FF2B5EF4-FFF2-40B4-BE49-F238E27FC236}">
                <a16:creationId xmlns:a16="http://schemas.microsoft.com/office/drawing/2014/main" id="{741D4A05-80F5-6588-6ED6-25A5C8FB15B3}"/>
              </a:ext>
            </a:extLst>
          </p:cNvPr>
          <p:cNvSpPr>
            <a:spLocks noGrp="1"/>
          </p:cNvSpPr>
          <p:nvPr>
            <p:ph idx="1"/>
          </p:nvPr>
        </p:nvSpPr>
        <p:spPr/>
        <p:txBody>
          <a:bodyPr>
            <a:normAutofit fontScale="85000" lnSpcReduction="10000"/>
          </a:bodyPr>
          <a:lstStyle/>
          <a:p>
            <a:pPr marL="355600" algn="just">
              <a:lnSpc>
                <a:spcPts val="2740"/>
              </a:lnSpc>
              <a:spcBef>
                <a:spcPts val="100"/>
              </a:spcBef>
            </a:pPr>
            <a:r>
              <a:rPr lang="en-US" sz="2800">
                <a:latin typeface="Tahoma" panose="020B0604030504040204" pitchFamily="34" charset="0"/>
                <a:ea typeface="Tahoma" panose="020B0604030504040204" pitchFamily="34" charset="0"/>
                <a:cs typeface="Tahoma" panose="020B0604030504040204" pitchFamily="34" charset="0"/>
              </a:rPr>
              <a:t>S</a:t>
            </a:r>
            <a:r>
              <a:rPr lang="vi-VN" sz="2800">
                <a:latin typeface="Tahoma" panose="020B0604030504040204" pitchFamily="34" charset="0"/>
                <a:ea typeface="Tahoma" panose="020B0604030504040204" pitchFamily="34" charset="0"/>
                <a:cs typeface="Tahoma" panose="020B0604030504040204" pitchFamily="34" charset="0"/>
              </a:rPr>
              <a:t>ử dụng chiến lược phân cụm trên xuống (top</a:t>
            </a:r>
            <a:r>
              <a:rPr lang="en-US" sz="2800">
                <a:latin typeface="Tahoma" panose="020B0604030504040204" pitchFamily="34" charset="0"/>
                <a:ea typeface="Tahoma" panose="020B0604030504040204" pitchFamily="34" charset="0"/>
                <a:cs typeface="Tahoma" panose="020B0604030504040204" pitchFamily="34" charset="0"/>
              </a:rPr>
              <a:t> </a:t>
            </a:r>
            <a:r>
              <a:rPr lang="vi-VN" sz="2800">
                <a:latin typeface="Tahoma" panose="020B0604030504040204" pitchFamily="34" charset="0"/>
                <a:ea typeface="Tahoma" panose="020B0604030504040204" pitchFamily="34" charset="0"/>
                <a:cs typeface="Tahoma" panose="020B0604030504040204" pitchFamily="34" charset="0"/>
              </a:rPr>
              <a:t>down).</a:t>
            </a:r>
          </a:p>
          <a:p>
            <a:pPr marL="355600" algn="just">
              <a:lnSpc>
                <a:spcPts val="2740"/>
              </a:lnSpc>
              <a:spcBef>
                <a:spcPts val="100"/>
              </a:spcBef>
            </a:pPr>
            <a:r>
              <a:rPr lang="vi-VN" sz="2800" b="1">
                <a:uFill>
                  <a:solidFill>
                    <a:srgbClr val="000000"/>
                  </a:solidFill>
                </a:uFill>
                <a:latin typeface="Tahoma" panose="020B0604030504040204" pitchFamily="34" charset="0"/>
                <a:ea typeface="Tahoma" panose="020B0604030504040204" pitchFamily="34" charset="0"/>
                <a:cs typeface="Tahoma" panose="020B0604030504040204" pitchFamily="34" charset="0"/>
              </a:rPr>
              <a:t>Ý</a:t>
            </a:r>
            <a:r>
              <a:rPr lang="vi-VN" sz="2800">
                <a:uFill>
                  <a:solidFill>
                    <a:srgbClr val="000000"/>
                  </a:solidFill>
                </a:uFill>
                <a:latin typeface="Tahoma" panose="020B0604030504040204" pitchFamily="34" charset="0"/>
                <a:ea typeface="Tahoma" panose="020B0604030504040204" pitchFamily="34" charset="0"/>
                <a:cs typeface="Tahoma" panose="020B0604030504040204" pitchFamily="34" charset="0"/>
              </a:rPr>
              <a:t> </a:t>
            </a:r>
            <a:r>
              <a:rPr lang="vi-VN" sz="2800" b="1">
                <a:uFill>
                  <a:solidFill>
                    <a:srgbClr val="000000"/>
                  </a:solidFill>
                </a:uFill>
                <a:latin typeface="Tahoma" panose="020B0604030504040204" pitchFamily="34" charset="0"/>
                <a:ea typeface="Tahoma" panose="020B0604030504040204" pitchFamily="34" charset="0"/>
                <a:cs typeface="Tahoma" panose="020B0604030504040204" pitchFamily="34" charset="0"/>
              </a:rPr>
              <a:t>tưởng</a:t>
            </a:r>
            <a:r>
              <a:rPr lang="vi-VN" sz="2800">
                <a:latin typeface="Tahoma" panose="020B0604030504040204" pitchFamily="34" charset="0"/>
                <a:ea typeface="Tahoma" panose="020B0604030504040204" pitchFamily="34" charset="0"/>
                <a:cs typeface="Tahoma" panose="020B0604030504040204" pitchFamily="34" charset="0"/>
              </a:rPr>
              <a:t>: không lưu toàn bộ các đối tượng DL của các cụm</a:t>
            </a:r>
            <a:r>
              <a:rPr lang="en-US" sz="2800">
                <a:latin typeface="Tahoma" panose="020B0604030504040204" pitchFamily="34" charset="0"/>
                <a:ea typeface="Tahoma" panose="020B0604030504040204" pitchFamily="34" charset="0"/>
                <a:cs typeface="Tahoma" panose="020B0604030504040204" pitchFamily="34" charset="0"/>
              </a:rPr>
              <a:t> </a:t>
            </a:r>
            <a:r>
              <a:rPr lang="vi-VN" sz="2800">
                <a:latin typeface="Tahoma" panose="020B0604030504040204" pitchFamily="34" charset="0"/>
                <a:ea typeface="Tahoma" panose="020B0604030504040204" pitchFamily="34" charset="0"/>
                <a:cs typeface="Tahoma" panose="020B0604030504040204" pitchFamily="34" charset="0"/>
              </a:rPr>
              <a:t>trong bộ nhớ mà chỉ lưu các </a:t>
            </a:r>
            <a:r>
              <a:rPr lang="vi-VN" sz="2800">
                <a:solidFill>
                  <a:srgbClr val="FF0066"/>
                </a:solidFill>
                <a:latin typeface="Tahoma" panose="020B0604030504040204" pitchFamily="34" charset="0"/>
                <a:ea typeface="Tahoma" panose="020B0604030504040204" pitchFamily="34" charset="0"/>
                <a:cs typeface="Tahoma" panose="020B0604030504040204" pitchFamily="34" charset="0"/>
              </a:rPr>
              <a:t>đại lượng thống kê</a:t>
            </a:r>
            <a:r>
              <a:rPr lang="en-US" sz="2800">
                <a:solidFill>
                  <a:srgbClr val="FF0066"/>
                </a:solidFill>
                <a:latin typeface="Tahoma" panose="020B0604030504040204" pitchFamily="34" charset="0"/>
                <a:ea typeface="Tahoma" panose="020B0604030504040204" pitchFamily="34" charset="0"/>
                <a:cs typeface="Tahoma" panose="020B0604030504040204" pitchFamily="34" charset="0"/>
              </a:rPr>
              <a:t> </a:t>
            </a:r>
            <a:r>
              <a:rPr lang="en-US" sz="2800">
                <a:latin typeface="Tahoma" panose="020B0604030504040204" pitchFamily="34" charset="0"/>
                <a:ea typeface="Tahoma" panose="020B0604030504040204" pitchFamily="34" charset="0"/>
                <a:cs typeface="Tahoma" panose="020B0604030504040204" pitchFamily="34" charset="0"/>
              </a:rPr>
              <a:t>(n, LS, SS). </a:t>
            </a:r>
          </a:p>
          <a:p>
            <a:pPr marL="355600" algn="just">
              <a:lnSpc>
                <a:spcPts val="2740"/>
              </a:lnSpc>
              <a:spcBef>
                <a:spcPts val="100"/>
              </a:spcBef>
            </a:pPr>
            <a:r>
              <a:rPr lang="en-US" sz="2800">
                <a:latin typeface="Tahoma" panose="020B0604030504040204" pitchFamily="34" charset="0"/>
                <a:ea typeface="Tahoma" panose="020B0604030504040204" pitchFamily="34" charset="0"/>
                <a:cs typeface="Tahoma" panose="020B0604030504040204" pitchFamily="34" charset="0"/>
              </a:rPr>
              <a:t>Trong đó:</a:t>
            </a:r>
          </a:p>
          <a:p>
            <a:pPr marL="355600" algn="just">
              <a:lnSpc>
                <a:spcPts val="2740"/>
              </a:lnSpc>
              <a:spcBef>
                <a:spcPts val="100"/>
              </a:spcBef>
            </a:pPr>
            <a:r>
              <a:rPr lang="vi-VN" sz="2800">
                <a:latin typeface="Tahoma" panose="020B0604030504040204" pitchFamily="34" charset="0"/>
                <a:ea typeface="Tahoma" panose="020B0604030504040204" pitchFamily="34" charset="0"/>
                <a:cs typeface="Tahoma" panose="020B0604030504040204" pitchFamily="34" charset="0"/>
              </a:rPr>
              <a:t>n là số đối tượng trong cụm</a:t>
            </a:r>
            <a:endParaRPr lang="en-US" sz="2800">
              <a:latin typeface="Tahoma" panose="020B0604030504040204" pitchFamily="34" charset="0"/>
              <a:ea typeface="Tahoma" panose="020B0604030504040204" pitchFamily="34" charset="0"/>
              <a:cs typeface="Tahoma" panose="020B0604030504040204" pitchFamily="34" charset="0"/>
            </a:endParaRPr>
          </a:p>
          <a:p>
            <a:pPr marL="355600" algn="just">
              <a:lnSpc>
                <a:spcPts val="2740"/>
              </a:lnSpc>
              <a:spcBef>
                <a:spcPts val="100"/>
              </a:spcBef>
            </a:pPr>
            <a:r>
              <a:rPr lang="vi-VN" sz="2800">
                <a:latin typeface="Tahoma" panose="020B0604030504040204" pitchFamily="34" charset="0"/>
                <a:ea typeface="Tahoma" panose="020B0604030504040204" pitchFamily="34" charset="0"/>
                <a:cs typeface="Tahoma" panose="020B0604030504040204" pitchFamily="34" charset="0"/>
              </a:rPr>
              <a:t>LS là tổng các giá trị thuộc tính của các đối tượng trong cụm</a:t>
            </a:r>
            <a:endParaRPr lang="en-US" sz="2800">
              <a:latin typeface="Tahoma" panose="020B0604030504040204" pitchFamily="34" charset="0"/>
              <a:ea typeface="Tahoma" panose="020B0604030504040204" pitchFamily="34" charset="0"/>
              <a:cs typeface="Tahoma" panose="020B0604030504040204" pitchFamily="34" charset="0"/>
            </a:endParaRPr>
          </a:p>
          <a:p>
            <a:pPr marL="355600" algn="just">
              <a:lnSpc>
                <a:spcPts val="2740"/>
              </a:lnSpc>
              <a:spcBef>
                <a:spcPts val="100"/>
              </a:spcBef>
            </a:pPr>
            <a:r>
              <a:rPr lang="vi-VN" sz="2800">
                <a:latin typeface="Tahoma" panose="020B0604030504040204" pitchFamily="34" charset="0"/>
                <a:ea typeface="Tahoma" panose="020B0604030504040204" pitchFamily="34" charset="0"/>
                <a:cs typeface="Tahoma" panose="020B0604030504040204" pitchFamily="34" charset="0"/>
              </a:rPr>
              <a:t>SS là tổng bình phương của các giá trị thuộc tính của các đối tượng trong cụm.</a:t>
            </a:r>
            <a:endParaRPr lang="en-US" sz="2800">
              <a:latin typeface="Tahoma" panose="020B0604030504040204" pitchFamily="34" charset="0"/>
              <a:ea typeface="Tahoma" panose="020B0604030504040204" pitchFamily="34" charset="0"/>
              <a:cs typeface="Tahoma" panose="020B0604030504040204" pitchFamily="34" charset="0"/>
            </a:endParaRPr>
          </a:p>
          <a:p>
            <a:pPr marL="355600" algn="just">
              <a:lnSpc>
                <a:spcPts val="2740"/>
              </a:lnSpc>
              <a:spcBef>
                <a:spcPts val="100"/>
              </a:spcBef>
            </a:pPr>
            <a:r>
              <a:rPr lang="vi-VN" sz="2800">
                <a:latin typeface="Tahoma" panose="020B0604030504040204" pitchFamily="34" charset="0"/>
                <a:ea typeface="Tahoma" panose="020B0604030504040204" pitchFamily="34" charset="0"/>
                <a:cs typeface="Tahoma" panose="020B0604030504040204" pitchFamily="34" charset="0"/>
              </a:rPr>
              <a:t>Các bộ ba </a:t>
            </a:r>
            <a:r>
              <a:rPr lang="en-US" sz="2800">
                <a:latin typeface="Tahoma" panose="020B0604030504040204" pitchFamily="34" charset="0"/>
                <a:ea typeface="Tahoma" panose="020B0604030504040204" pitchFamily="34" charset="0"/>
                <a:cs typeface="Tahoma" panose="020B0604030504040204" pitchFamily="34" charset="0"/>
              </a:rPr>
              <a:t>(n, LS, SS)</a:t>
            </a:r>
            <a:r>
              <a:rPr lang="vi-VN" sz="2800">
                <a:latin typeface="Tahoma" panose="020B0604030504040204" pitchFamily="34" charset="0"/>
                <a:ea typeface="Tahoma" panose="020B0604030504040204" pitchFamily="34" charset="0"/>
                <a:cs typeface="Tahoma" panose="020B0604030504040204" pitchFamily="34" charset="0"/>
              </a:rPr>
              <a:t> là đặc trưng của cụm, được lưu giữ trong một cây được gọi là cây CF (CF-tree).</a:t>
            </a:r>
          </a:p>
          <a:p>
            <a:endParaRPr lang="en-US"/>
          </a:p>
        </p:txBody>
      </p:sp>
      <p:sp>
        <p:nvSpPr>
          <p:cNvPr id="11" name="object 11"/>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82</a:t>
            </a:fld>
            <a:endParaRPr 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669193"/>
            <a:ext cx="7886700" cy="717428"/>
          </a:xfrm>
          <a:prstGeom prst="rect">
            <a:avLst/>
          </a:prstGeom>
        </p:spPr>
        <p:txBody>
          <a:bodyPr vert="horz" wrap="square" lIns="0" tIns="207570" rIns="0" bIns="0" rtlCol="0">
            <a:spAutoFit/>
          </a:bodyPr>
          <a:lstStyle/>
          <a:p>
            <a:pPr marL="417195">
              <a:lnSpc>
                <a:spcPct val="100000"/>
              </a:lnSpc>
              <a:spcBef>
                <a:spcPts val="100"/>
              </a:spcBef>
            </a:pPr>
            <a:r>
              <a:rPr spc="-10" dirty="0"/>
              <a:t>BIRCH</a:t>
            </a:r>
          </a:p>
        </p:txBody>
      </p:sp>
      <p:sp>
        <p:nvSpPr>
          <p:cNvPr id="4" name="object 4"/>
          <p:cNvSpPr txBox="1">
            <a:spLocks noGrp="1"/>
          </p:cNvSpPr>
          <p:nvPr>
            <p:ph type="sldNum" sz="quarter" idx="12"/>
          </p:nvPr>
        </p:nvSpPr>
        <p:spPr>
          <a:prstGeom prst="rect">
            <a:avLst/>
          </a:prstGeom>
        </p:spPr>
        <p:txBody>
          <a:bodyPr vert="horz" wrap="square" lIns="0" tIns="3810" rIns="0" bIns="0" rtlCol="0">
            <a:spAutoFit/>
          </a:bodyPr>
          <a:lstStyle/>
          <a:p>
            <a:pPr marL="38100">
              <a:lnSpc>
                <a:spcPct val="100000"/>
              </a:lnSpc>
              <a:spcBef>
                <a:spcPts val="30"/>
              </a:spcBef>
            </a:pPr>
            <a:fld id="{81D60167-4931-47E6-BA6A-407CBD079E47}" type="slidenum">
              <a:rPr spc="-25" dirty="0"/>
              <a:t>83</a:t>
            </a:fld>
            <a:endParaRPr spc="-25" dirty="0"/>
          </a:p>
        </p:txBody>
      </p:sp>
      <p:pic>
        <p:nvPicPr>
          <p:cNvPr id="3" name="object 3"/>
          <p:cNvPicPr/>
          <p:nvPr/>
        </p:nvPicPr>
        <p:blipFill>
          <a:blip r:embed="rId2" cstate="print"/>
          <a:stretch>
            <a:fillRect/>
          </a:stretch>
        </p:blipFill>
        <p:spPr>
          <a:xfrm>
            <a:off x="850900" y="1552989"/>
            <a:ext cx="7847218" cy="4213300"/>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365126"/>
            <a:ext cx="7886700" cy="1325563"/>
          </a:xfrm>
        </p:spPr>
        <p:txBody>
          <a:bodyPr vert="horz" wrap="square" lIns="0" tIns="207570" rIns="0" bIns="0" rtlCol="0">
            <a:spAutoFit/>
          </a:bodyPr>
          <a:lstStyle/>
          <a:p>
            <a:r>
              <a:rPr lang="en-US" dirty="0"/>
              <a:t>BIRCH</a:t>
            </a:r>
          </a:p>
        </p:txBody>
      </p:sp>
      <p:sp>
        <p:nvSpPr>
          <p:cNvPr id="7" name="Content Placeholder 6">
            <a:extLst>
              <a:ext uri="{FF2B5EF4-FFF2-40B4-BE49-F238E27FC236}">
                <a16:creationId xmlns:a16="http://schemas.microsoft.com/office/drawing/2014/main" id="{B04FCFBB-4C78-6BA6-DEB2-4B56290C9B0A}"/>
              </a:ext>
            </a:extLst>
          </p:cNvPr>
          <p:cNvSpPr>
            <a:spLocks noGrp="1"/>
          </p:cNvSpPr>
          <p:nvPr>
            <p:ph idx="1"/>
          </p:nvPr>
        </p:nvSpPr>
        <p:spPr/>
        <p:txBody>
          <a:bodyPr/>
          <a:lstStyle/>
          <a:p>
            <a:pPr marL="355600" marR="424815" indent="-342900">
              <a:lnSpc>
                <a:spcPct val="101200"/>
              </a:lnSpc>
              <a:spcBef>
                <a:spcPts val="60"/>
              </a:spcBef>
              <a:buFont typeface="Arial"/>
              <a:buChar char="•"/>
              <a:tabLst>
                <a:tab pos="355600" algn="l"/>
              </a:tabLst>
            </a:pPr>
            <a:r>
              <a:rPr lang="vi-VN" sz="2800">
                <a:latin typeface="Gill Sans MT"/>
                <a:cs typeface="Gill Sans MT"/>
              </a:rPr>
              <a:t>Cây CF là cây cân b</a:t>
            </a:r>
            <a:r>
              <a:rPr lang="vi-VN" sz="2800">
                <a:latin typeface="Calibri"/>
                <a:cs typeface="Calibri"/>
              </a:rPr>
              <a:t>ằ</a:t>
            </a:r>
            <a:r>
              <a:rPr lang="vi-VN" sz="2800">
                <a:latin typeface="Gill Sans MT"/>
                <a:cs typeface="Gill Sans MT"/>
              </a:rPr>
              <a:t>ng. Cây CF ch</a:t>
            </a:r>
            <a:r>
              <a:rPr lang="vi-VN" sz="2800">
                <a:latin typeface="Calibri"/>
                <a:cs typeface="Calibri"/>
              </a:rPr>
              <a:t>ứ</a:t>
            </a:r>
            <a:r>
              <a:rPr lang="vi-VN" sz="2800">
                <a:latin typeface="Gill Sans MT"/>
                <a:cs typeface="Gill Sans MT"/>
              </a:rPr>
              <a:t>a các nút trong và nút lá. M</a:t>
            </a:r>
            <a:r>
              <a:rPr lang="vi-VN" sz="2800">
                <a:latin typeface="Calibri"/>
                <a:cs typeface="Calibri"/>
              </a:rPr>
              <a:t>ộ</a:t>
            </a:r>
            <a:r>
              <a:rPr lang="vi-VN" sz="2800">
                <a:latin typeface="Gill Sans MT"/>
                <a:cs typeface="Gill Sans MT"/>
              </a:rPr>
              <a:t>t cây CF đ</a:t>
            </a:r>
            <a:r>
              <a:rPr lang="vi-VN" sz="2800">
                <a:latin typeface="Calibri"/>
                <a:cs typeface="Calibri"/>
              </a:rPr>
              <a:t>ượ</a:t>
            </a:r>
            <a:r>
              <a:rPr lang="vi-VN" sz="2800">
                <a:latin typeface="Gill Sans MT"/>
                <a:cs typeface="Gill Sans MT"/>
              </a:rPr>
              <a:t>c đ</a:t>
            </a:r>
            <a:r>
              <a:rPr lang="vi-VN" sz="2800">
                <a:latin typeface="Calibri"/>
                <a:cs typeface="Calibri"/>
              </a:rPr>
              <a:t>ặ</a:t>
            </a:r>
            <a:r>
              <a:rPr lang="vi-VN" sz="2800">
                <a:latin typeface="Gill Sans MT"/>
                <a:cs typeface="Gill Sans MT"/>
              </a:rPr>
              <a:t>c tr</a:t>
            </a:r>
            <a:r>
              <a:rPr lang="vi-VN" sz="2800">
                <a:latin typeface="Calibri"/>
                <a:cs typeface="Calibri"/>
              </a:rPr>
              <a:t>ư</a:t>
            </a:r>
            <a:r>
              <a:rPr lang="vi-VN" sz="2800">
                <a:latin typeface="Gill Sans MT"/>
                <a:cs typeface="Gill Sans MT"/>
              </a:rPr>
              <a:t>ng b</a:t>
            </a:r>
            <a:r>
              <a:rPr lang="vi-VN" sz="2800">
                <a:latin typeface="Calibri"/>
                <a:cs typeface="Calibri"/>
              </a:rPr>
              <a:t>ở</a:t>
            </a:r>
            <a:r>
              <a:rPr lang="vi-VN" sz="2800">
                <a:latin typeface="Gill Sans MT"/>
                <a:cs typeface="Gill Sans MT"/>
              </a:rPr>
              <a:t>i hai tham s</a:t>
            </a:r>
            <a:r>
              <a:rPr lang="vi-VN" sz="2800">
                <a:latin typeface="Calibri"/>
                <a:cs typeface="Calibri"/>
              </a:rPr>
              <a:t>ố</a:t>
            </a:r>
            <a:r>
              <a:rPr lang="vi-VN" sz="2800">
                <a:latin typeface="Gill Sans MT"/>
                <a:cs typeface="Gill Sans MT"/>
              </a:rPr>
              <a:t>:</a:t>
            </a:r>
          </a:p>
          <a:p>
            <a:pPr marL="761365" marR="5080" lvl="1" indent="-393700">
              <a:lnSpc>
                <a:spcPct val="100699"/>
              </a:lnSpc>
              <a:spcBef>
                <a:spcPts val="520"/>
              </a:spcBef>
              <a:buClr>
                <a:srgbClr val="558ED5"/>
              </a:buClr>
              <a:buSzPct val="75000"/>
              <a:buFont typeface="Arial"/>
              <a:buChar char="□"/>
              <a:tabLst>
                <a:tab pos="761365" algn="l"/>
              </a:tabLst>
            </a:pPr>
            <a:r>
              <a:rPr lang="vi-VN" sz="2400" i="1">
                <a:latin typeface="Gill Sans MT Italic"/>
                <a:cs typeface="Gill Sans MT Italic"/>
              </a:rPr>
              <a:t>Y</a:t>
            </a:r>
            <a:r>
              <a:rPr lang="vi-VN" sz="2400" i="1">
                <a:latin typeface="Calibri"/>
                <a:cs typeface="Calibri"/>
              </a:rPr>
              <a:t>ế</a:t>
            </a:r>
            <a:r>
              <a:rPr lang="vi-VN" sz="2400" i="1">
                <a:latin typeface="Gill Sans MT Italic"/>
                <a:cs typeface="Gill Sans MT Italic"/>
              </a:rPr>
              <a:t>u t</a:t>
            </a:r>
            <a:r>
              <a:rPr lang="vi-VN" sz="2400" i="1">
                <a:latin typeface="Calibri"/>
                <a:cs typeface="Calibri"/>
              </a:rPr>
              <a:t>ố </a:t>
            </a:r>
            <a:r>
              <a:rPr lang="vi-VN" sz="2400" i="1">
                <a:latin typeface="Gill Sans MT Italic"/>
                <a:cs typeface="Gill Sans MT Italic"/>
              </a:rPr>
              <a:t>nhánh (Branching Factor-B)</a:t>
            </a:r>
            <a:r>
              <a:rPr lang="vi-VN" sz="2400">
                <a:latin typeface="Gill Sans MT"/>
                <a:cs typeface="Gill Sans MT"/>
              </a:rPr>
              <a:t>: xác đ</a:t>
            </a:r>
            <a:r>
              <a:rPr lang="vi-VN" sz="2400">
                <a:latin typeface="Calibri"/>
                <a:cs typeface="Calibri"/>
              </a:rPr>
              <a:t>ị</a:t>
            </a:r>
            <a:r>
              <a:rPr lang="vi-VN" sz="2400">
                <a:latin typeface="Gill Sans MT"/>
                <a:cs typeface="Gill Sans MT"/>
              </a:rPr>
              <a:t>nh s</a:t>
            </a:r>
            <a:r>
              <a:rPr lang="vi-VN" sz="2400">
                <a:latin typeface="Calibri"/>
                <a:cs typeface="Calibri"/>
              </a:rPr>
              <a:t>ố </a:t>
            </a:r>
            <a:r>
              <a:rPr lang="vi-VN" sz="2400">
                <a:latin typeface="Gill Sans MT"/>
                <a:cs typeface="Gill Sans MT"/>
              </a:rPr>
              <a:t>t</a:t>
            </a:r>
            <a:r>
              <a:rPr lang="vi-VN" sz="2400">
                <a:latin typeface="Calibri"/>
                <a:cs typeface="Calibri"/>
              </a:rPr>
              <a:t>ố</a:t>
            </a:r>
            <a:r>
              <a:rPr lang="vi-VN" sz="2400">
                <a:latin typeface="Gill Sans MT"/>
                <a:cs typeface="Gill Sans MT"/>
              </a:rPr>
              <a:t>i đa các nút con c</a:t>
            </a:r>
            <a:r>
              <a:rPr lang="vi-VN" sz="2400">
                <a:latin typeface="Calibri"/>
                <a:cs typeface="Calibri"/>
              </a:rPr>
              <a:t>ủ</a:t>
            </a:r>
            <a:r>
              <a:rPr lang="vi-VN" sz="2400">
                <a:latin typeface="Gill Sans MT"/>
                <a:cs typeface="Gill Sans MT"/>
              </a:rPr>
              <a:t>a m</a:t>
            </a:r>
            <a:r>
              <a:rPr lang="vi-VN" sz="2400">
                <a:latin typeface="Calibri"/>
                <a:cs typeface="Calibri"/>
              </a:rPr>
              <a:t>ỗ</a:t>
            </a:r>
            <a:r>
              <a:rPr lang="vi-VN" sz="2400">
                <a:latin typeface="Gill Sans MT"/>
                <a:cs typeface="Gill Sans MT"/>
              </a:rPr>
              <a:t>i nút trong.</a:t>
            </a:r>
          </a:p>
          <a:p>
            <a:pPr marL="761365" marR="123825" lvl="1" indent="-393700">
              <a:lnSpc>
                <a:spcPct val="99500"/>
              </a:lnSpc>
              <a:spcBef>
                <a:spcPts val="630"/>
              </a:spcBef>
              <a:buClr>
                <a:srgbClr val="558ED5"/>
              </a:buClr>
              <a:buSzPct val="75000"/>
              <a:buFont typeface="Arial"/>
              <a:buChar char="□"/>
              <a:tabLst>
                <a:tab pos="761365" algn="l"/>
              </a:tabLst>
            </a:pPr>
            <a:r>
              <a:rPr lang="vi-VN" sz="2400" i="1">
                <a:latin typeface="Gill Sans MT Italic"/>
                <a:cs typeface="Gill Sans MT Italic"/>
              </a:rPr>
              <a:t>Ng</a:t>
            </a:r>
            <a:r>
              <a:rPr lang="vi-VN" sz="2400" i="1">
                <a:latin typeface="Calibri"/>
                <a:cs typeface="Calibri"/>
              </a:rPr>
              <a:t>ưỡ</a:t>
            </a:r>
            <a:r>
              <a:rPr lang="vi-VN" sz="2400" i="1">
                <a:latin typeface="Gill Sans MT Italic"/>
                <a:cs typeface="Gill Sans MT Italic"/>
              </a:rPr>
              <a:t>ng (Threshold - T) </a:t>
            </a:r>
            <a:r>
              <a:rPr lang="vi-VN" sz="2400">
                <a:latin typeface="Gill Sans MT"/>
                <a:cs typeface="Gill Sans MT"/>
              </a:rPr>
              <a:t>: Kho</a:t>
            </a:r>
            <a:r>
              <a:rPr lang="vi-VN" sz="2400">
                <a:latin typeface="Calibri"/>
                <a:cs typeface="Calibri"/>
              </a:rPr>
              <a:t>ả</a:t>
            </a:r>
            <a:r>
              <a:rPr lang="vi-VN" sz="2400">
                <a:latin typeface="Gill Sans MT"/>
                <a:cs typeface="Gill Sans MT"/>
              </a:rPr>
              <a:t>ng cách t</a:t>
            </a:r>
            <a:r>
              <a:rPr lang="vi-VN" sz="2400">
                <a:latin typeface="Calibri"/>
                <a:cs typeface="Calibri"/>
              </a:rPr>
              <a:t>ố</a:t>
            </a:r>
            <a:r>
              <a:rPr lang="vi-VN" sz="2400">
                <a:latin typeface="Gill Sans MT"/>
                <a:cs typeface="Gill Sans MT"/>
              </a:rPr>
              <a:t>i đa gi</a:t>
            </a:r>
            <a:r>
              <a:rPr lang="vi-VN" sz="2400">
                <a:latin typeface="Calibri"/>
                <a:cs typeface="Calibri"/>
              </a:rPr>
              <a:t>ữ</a:t>
            </a:r>
            <a:r>
              <a:rPr lang="vi-VN" sz="2400">
                <a:latin typeface="Gill Sans MT"/>
                <a:cs typeface="Gill Sans MT"/>
              </a:rPr>
              <a:t>a b</a:t>
            </a:r>
            <a:r>
              <a:rPr lang="vi-VN" sz="2400">
                <a:latin typeface="Calibri"/>
                <a:cs typeface="Calibri"/>
              </a:rPr>
              <a:t>ấ</a:t>
            </a:r>
            <a:r>
              <a:rPr lang="vi-VN" sz="2400">
                <a:latin typeface="Gill Sans MT"/>
                <a:cs typeface="Gill Sans MT"/>
              </a:rPr>
              <a:t>t k</a:t>
            </a:r>
            <a:r>
              <a:rPr lang="vi-VN" sz="2400">
                <a:latin typeface="Calibri"/>
                <a:cs typeface="Calibri"/>
              </a:rPr>
              <a:t>ỳ </a:t>
            </a:r>
            <a:r>
              <a:rPr lang="vi-VN" sz="2400">
                <a:latin typeface="Gill Sans MT"/>
                <a:cs typeface="Gill Sans MT"/>
              </a:rPr>
              <a:t>m</a:t>
            </a:r>
            <a:r>
              <a:rPr lang="vi-VN" sz="2400">
                <a:latin typeface="Calibri"/>
                <a:cs typeface="Calibri"/>
              </a:rPr>
              <a:t>ộ</a:t>
            </a:r>
            <a:r>
              <a:rPr lang="vi-VN" sz="2400">
                <a:latin typeface="Gill Sans MT"/>
                <a:cs typeface="Gill Sans MT"/>
              </a:rPr>
              <a:t>t c</a:t>
            </a:r>
            <a:r>
              <a:rPr lang="vi-VN" sz="2400">
                <a:latin typeface="Calibri"/>
                <a:cs typeface="Calibri"/>
              </a:rPr>
              <a:t>ặ</a:t>
            </a:r>
            <a:r>
              <a:rPr lang="vi-VN" sz="2400">
                <a:latin typeface="Gill Sans MT"/>
                <a:cs typeface="Gill Sans MT"/>
              </a:rPr>
              <a:t>p đ</a:t>
            </a:r>
            <a:r>
              <a:rPr lang="vi-VN" sz="2400">
                <a:latin typeface="Calibri"/>
                <a:cs typeface="Calibri"/>
              </a:rPr>
              <a:t>ố</a:t>
            </a:r>
            <a:r>
              <a:rPr lang="vi-VN" sz="2400">
                <a:latin typeface="Gill Sans MT"/>
                <a:cs typeface="Gill Sans MT"/>
              </a:rPr>
              <a:t>i t</a:t>
            </a:r>
            <a:r>
              <a:rPr lang="vi-VN" sz="2400">
                <a:latin typeface="Calibri"/>
                <a:cs typeface="Calibri"/>
              </a:rPr>
              <a:t>ượ</a:t>
            </a:r>
            <a:r>
              <a:rPr lang="vi-VN" sz="2400">
                <a:latin typeface="Gill Sans MT"/>
                <a:cs typeface="Gill Sans MT"/>
              </a:rPr>
              <a:t>ng trong nút lá c</a:t>
            </a:r>
            <a:r>
              <a:rPr lang="vi-VN" sz="2400">
                <a:latin typeface="Calibri"/>
                <a:cs typeface="Calibri"/>
              </a:rPr>
              <a:t>ủ</a:t>
            </a:r>
            <a:r>
              <a:rPr lang="vi-VN" sz="2400">
                <a:latin typeface="Gill Sans MT"/>
                <a:cs typeface="Gill Sans MT"/>
              </a:rPr>
              <a:t>a cây, kho</a:t>
            </a:r>
            <a:r>
              <a:rPr lang="vi-VN" sz="2400">
                <a:latin typeface="Calibri"/>
                <a:cs typeface="Calibri"/>
              </a:rPr>
              <a:t>ả</a:t>
            </a:r>
            <a:r>
              <a:rPr lang="vi-VN" sz="2400">
                <a:latin typeface="Gill Sans MT"/>
                <a:cs typeface="Gill Sans MT"/>
              </a:rPr>
              <a:t>ng cách này còn g</a:t>
            </a:r>
            <a:r>
              <a:rPr lang="vi-VN" sz="2400">
                <a:latin typeface="Calibri"/>
                <a:cs typeface="Calibri"/>
              </a:rPr>
              <a:t>ọ</a:t>
            </a:r>
            <a:r>
              <a:rPr lang="vi-VN" sz="2400">
                <a:latin typeface="Gill Sans MT"/>
                <a:cs typeface="Gill Sans MT"/>
              </a:rPr>
              <a:t>i là đ</a:t>
            </a:r>
            <a:r>
              <a:rPr lang="vi-VN" sz="2400">
                <a:latin typeface="Calibri"/>
                <a:cs typeface="Calibri"/>
              </a:rPr>
              <a:t>ườ</a:t>
            </a:r>
            <a:r>
              <a:rPr lang="vi-VN" sz="2400">
                <a:latin typeface="Gill Sans MT"/>
                <a:cs typeface="Gill Sans MT"/>
              </a:rPr>
              <a:t>ng kính c</a:t>
            </a:r>
            <a:r>
              <a:rPr lang="vi-VN" sz="2400">
                <a:latin typeface="Calibri"/>
                <a:cs typeface="Calibri"/>
              </a:rPr>
              <a:t>ủ</a:t>
            </a:r>
            <a:r>
              <a:rPr lang="vi-VN" sz="2400">
                <a:latin typeface="Gill Sans MT"/>
                <a:cs typeface="Gill Sans MT"/>
              </a:rPr>
              <a:t>a các c</a:t>
            </a:r>
            <a:r>
              <a:rPr lang="vi-VN" sz="2400">
                <a:latin typeface="Calibri"/>
                <a:cs typeface="Calibri"/>
              </a:rPr>
              <a:t>ụ</a:t>
            </a:r>
            <a:r>
              <a:rPr lang="vi-VN" sz="2400">
                <a:latin typeface="Gill Sans MT"/>
                <a:cs typeface="Gill Sans MT"/>
              </a:rPr>
              <a:t>m con đ</a:t>
            </a:r>
            <a:r>
              <a:rPr lang="vi-VN" sz="2400">
                <a:latin typeface="Calibri"/>
                <a:cs typeface="Calibri"/>
              </a:rPr>
              <a:t>ượ</a:t>
            </a:r>
            <a:r>
              <a:rPr lang="vi-VN" sz="2400">
                <a:latin typeface="Gill Sans MT"/>
                <a:cs typeface="Gill Sans MT"/>
              </a:rPr>
              <a:t>c l</a:t>
            </a:r>
            <a:r>
              <a:rPr lang="vi-VN" sz="2400">
                <a:latin typeface="Calibri"/>
                <a:cs typeface="Calibri"/>
              </a:rPr>
              <a:t>ư</a:t>
            </a:r>
            <a:r>
              <a:rPr lang="vi-VN" sz="2400">
                <a:latin typeface="Gill Sans MT"/>
                <a:cs typeface="Gill Sans MT"/>
              </a:rPr>
              <a:t>u t</a:t>
            </a:r>
            <a:r>
              <a:rPr lang="vi-VN" sz="2400">
                <a:latin typeface="Calibri"/>
                <a:cs typeface="Calibri"/>
              </a:rPr>
              <a:t>ạ</a:t>
            </a:r>
            <a:r>
              <a:rPr lang="vi-VN" sz="2400">
                <a:latin typeface="Gill Sans MT"/>
                <a:cs typeface="Gill Sans MT"/>
              </a:rPr>
              <a:t>i các nút lá.</a:t>
            </a:r>
          </a:p>
          <a:p>
            <a:endParaRPr lang="en-US"/>
          </a:p>
        </p:txBody>
      </p:sp>
      <p:sp>
        <p:nvSpPr>
          <p:cNvPr id="4" name="object 4"/>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84</a:t>
            </a:fld>
            <a:endParaRPr 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365126"/>
            <a:ext cx="7886700" cy="1325563"/>
          </a:xfrm>
        </p:spPr>
        <p:txBody>
          <a:bodyPr vert="horz" wrap="square" lIns="0" tIns="207570" rIns="0" bIns="0" rtlCol="0">
            <a:spAutoFit/>
          </a:bodyPr>
          <a:lstStyle/>
          <a:p>
            <a:r>
              <a:rPr lang="en-US" dirty="0"/>
              <a:t>BIRCH</a:t>
            </a:r>
          </a:p>
        </p:txBody>
      </p:sp>
      <p:sp>
        <p:nvSpPr>
          <p:cNvPr id="7" name="Content Placeholder 6">
            <a:extLst>
              <a:ext uri="{FF2B5EF4-FFF2-40B4-BE49-F238E27FC236}">
                <a16:creationId xmlns:a16="http://schemas.microsoft.com/office/drawing/2014/main" id="{B3EA7F43-91DE-05D0-5895-E0F79DB9A5AC}"/>
              </a:ext>
            </a:extLst>
          </p:cNvPr>
          <p:cNvSpPr>
            <a:spLocks noGrp="1"/>
          </p:cNvSpPr>
          <p:nvPr>
            <p:ph idx="1"/>
          </p:nvPr>
        </p:nvSpPr>
        <p:spPr/>
        <p:txBody>
          <a:bodyPr>
            <a:normAutofit fontScale="92500" lnSpcReduction="10000"/>
          </a:bodyPr>
          <a:lstStyle/>
          <a:p>
            <a:pPr marL="354965" indent="-342265">
              <a:lnSpc>
                <a:spcPct val="100000"/>
              </a:lnSpc>
              <a:spcBef>
                <a:spcPts val="100"/>
              </a:spcBef>
              <a:buFont typeface="Arial"/>
              <a:buChar char="•"/>
              <a:tabLst>
                <a:tab pos="354965" algn="l"/>
              </a:tabLst>
            </a:pPr>
            <a:r>
              <a:rPr lang="vi-VN" sz="2800">
                <a:solidFill>
                  <a:srgbClr val="C0504D"/>
                </a:solidFill>
                <a:latin typeface="Gill Sans MT"/>
                <a:cs typeface="Gill Sans MT"/>
              </a:rPr>
              <a:t>Thu</a:t>
            </a:r>
            <a:r>
              <a:rPr lang="vi-VN" sz="2800">
                <a:solidFill>
                  <a:srgbClr val="C0504D"/>
                </a:solidFill>
                <a:latin typeface="Calibri"/>
                <a:cs typeface="Calibri"/>
              </a:rPr>
              <a:t>ậ</a:t>
            </a:r>
            <a:r>
              <a:rPr lang="vi-VN" sz="2800">
                <a:solidFill>
                  <a:srgbClr val="C0504D"/>
                </a:solidFill>
                <a:latin typeface="Gill Sans MT"/>
                <a:cs typeface="Gill Sans MT"/>
              </a:rPr>
              <a:t>t toán BIRCH th</a:t>
            </a:r>
            <a:r>
              <a:rPr lang="vi-VN" sz="2800">
                <a:solidFill>
                  <a:srgbClr val="C0504D"/>
                </a:solidFill>
                <a:latin typeface="Calibri"/>
                <a:cs typeface="Calibri"/>
              </a:rPr>
              <a:t>ự</a:t>
            </a:r>
            <a:r>
              <a:rPr lang="vi-VN" sz="2800">
                <a:solidFill>
                  <a:srgbClr val="C0504D"/>
                </a:solidFill>
                <a:latin typeface="Gill Sans MT"/>
                <a:cs typeface="Gill Sans MT"/>
              </a:rPr>
              <a:t>c hi</a:t>
            </a:r>
            <a:r>
              <a:rPr lang="vi-VN" sz="2800">
                <a:solidFill>
                  <a:srgbClr val="C0504D"/>
                </a:solidFill>
                <a:latin typeface="Calibri"/>
                <a:cs typeface="Calibri"/>
              </a:rPr>
              <a:t>ệ</a:t>
            </a:r>
            <a:r>
              <a:rPr lang="vi-VN" sz="2800">
                <a:solidFill>
                  <a:srgbClr val="C0504D"/>
                </a:solidFill>
                <a:latin typeface="Gill Sans MT"/>
                <a:cs typeface="Gill Sans MT"/>
              </a:rPr>
              <a:t>n qua giai đo</a:t>
            </a:r>
            <a:r>
              <a:rPr lang="vi-VN" sz="2800">
                <a:solidFill>
                  <a:srgbClr val="C0504D"/>
                </a:solidFill>
                <a:latin typeface="Calibri"/>
                <a:cs typeface="Calibri"/>
              </a:rPr>
              <a:t>ạ</a:t>
            </a:r>
            <a:r>
              <a:rPr lang="vi-VN" sz="2800">
                <a:solidFill>
                  <a:srgbClr val="C0504D"/>
                </a:solidFill>
                <a:latin typeface="Gill Sans MT"/>
                <a:cs typeface="Gill Sans MT"/>
              </a:rPr>
              <a:t>n sau </a:t>
            </a:r>
            <a:r>
              <a:rPr lang="vi-VN" sz="2800">
                <a:latin typeface="Gill Sans MT"/>
                <a:cs typeface="Gill Sans MT"/>
              </a:rPr>
              <a:t>:</a:t>
            </a:r>
          </a:p>
          <a:p>
            <a:pPr marL="355600" marR="725805" indent="-342900">
              <a:lnSpc>
                <a:spcPct val="79900"/>
              </a:lnSpc>
              <a:spcBef>
                <a:spcPts val="595"/>
              </a:spcBef>
              <a:buFont typeface="Arial"/>
              <a:buChar char="•"/>
              <a:tabLst>
                <a:tab pos="355600" algn="l"/>
              </a:tabLst>
            </a:pPr>
            <a:r>
              <a:rPr lang="vi-VN" sz="2800" i="1">
                <a:solidFill>
                  <a:srgbClr val="FF0066"/>
                </a:solidFill>
                <a:latin typeface="Gill Sans MT Italic"/>
                <a:cs typeface="Gill Sans MT Italic"/>
              </a:rPr>
              <a:t>Giai đo</a:t>
            </a:r>
            <a:r>
              <a:rPr lang="vi-VN" sz="2800" i="1">
                <a:solidFill>
                  <a:srgbClr val="FF0066"/>
                </a:solidFill>
                <a:latin typeface="Calibri"/>
                <a:cs typeface="Calibri"/>
              </a:rPr>
              <a:t>ạ</a:t>
            </a:r>
            <a:r>
              <a:rPr lang="vi-VN" sz="2800" i="1">
                <a:solidFill>
                  <a:srgbClr val="FF0066"/>
                </a:solidFill>
                <a:latin typeface="Gill Sans MT Italic"/>
                <a:cs typeface="Gill Sans MT Italic"/>
              </a:rPr>
              <a:t>n 1 </a:t>
            </a:r>
            <a:r>
              <a:rPr lang="vi-VN" sz="2800">
                <a:latin typeface="Gill Sans MT"/>
                <a:cs typeface="Gill Sans MT"/>
              </a:rPr>
              <a:t>: BIRCH duy</a:t>
            </a:r>
            <a:r>
              <a:rPr lang="vi-VN" sz="2800">
                <a:latin typeface="Calibri"/>
                <a:cs typeface="Calibri"/>
              </a:rPr>
              <a:t>ệ</a:t>
            </a:r>
            <a:r>
              <a:rPr lang="vi-VN" sz="2800">
                <a:latin typeface="Gill Sans MT"/>
                <a:cs typeface="Gill Sans MT"/>
              </a:rPr>
              <a:t>t t</a:t>
            </a:r>
            <a:r>
              <a:rPr lang="vi-VN" sz="2800">
                <a:latin typeface="Calibri"/>
                <a:cs typeface="Calibri"/>
              </a:rPr>
              <a:t>ấ</a:t>
            </a:r>
            <a:r>
              <a:rPr lang="vi-VN" sz="2800">
                <a:latin typeface="Gill Sans MT"/>
                <a:cs typeface="Gill Sans MT"/>
              </a:rPr>
              <a:t>t c</a:t>
            </a:r>
            <a:r>
              <a:rPr lang="vi-VN" sz="2800">
                <a:latin typeface="Calibri"/>
                <a:cs typeface="Calibri"/>
              </a:rPr>
              <a:t>ả </a:t>
            </a:r>
            <a:r>
              <a:rPr lang="vi-VN" sz="2800">
                <a:latin typeface="Gill Sans MT"/>
                <a:cs typeface="Gill Sans MT"/>
              </a:rPr>
              <a:t>các đ</a:t>
            </a:r>
            <a:r>
              <a:rPr lang="vi-VN" sz="2800">
                <a:latin typeface="Calibri"/>
                <a:cs typeface="Calibri"/>
              </a:rPr>
              <a:t>ố</a:t>
            </a:r>
            <a:r>
              <a:rPr lang="vi-VN" sz="2800">
                <a:latin typeface="Gill Sans MT"/>
                <a:cs typeface="Gill Sans MT"/>
              </a:rPr>
              <a:t>i t</a:t>
            </a:r>
            <a:r>
              <a:rPr lang="vi-VN" sz="2800">
                <a:latin typeface="Calibri"/>
                <a:cs typeface="Calibri"/>
              </a:rPr>
              <a:t>ượ</a:t>
            </a:r>
            <a:r>
              <a:rPr lang="vi-VN" sz="2800">
                <a:latin typeface="Gill Sans MT"/>
                <a:cs typeface="Gill Sans MT"/>
              </a:rPr>
              <a:t>ng trong CSDL và xây d</a:t>
            </a:r>
            <a:r>
              <a:rPr lang="vi-VN" sz="2800">
                <a:latin typeface="Calibri"/>
                <a:cs typeface="Calibri"/>
              </a:rPr>
              <a:t>ự</a:t>
            </a:r>
            <a:r>
              <a:rPr lang="vi-VN" sz="2800">
                <a:latin typeface="Gill Sans MT"/>
                <a:cs typeface="Gill Sans MT"/>
              </a:rPr>
              <a:t>ng m</a:t>
            </a:r>
            <a:r>
              <a:rPr lang="vi-VN" sz="2800">
                <a:latin typeface="Calibri"/>
                <a:cs typeface="Calibri"/>
              </a:rPr>
              <a:t>ộ</a:t>
            </a:r>
            <a:r>
              <a:rPr lang="vi-VN" sz="2800">
                <a:latin typeface="Gill Sans MT"/>
                <a:cs typeface="Gill Sans MT"/>
              </a:rPr>
              <a:t>t cây CF kh</a:t>
            </a:r>
            <a:r>
              <a:rPr lang="vi-VN" sz="2800">
                <a:latin typeface="Calibri"/>
                <a:cs typeface="Calibri"/>
              </a:rPr>
              <a:t>ở</a:t>
            </a:r>
            <a:r>
              <a:rPr lang="vi-VN" sz="2800">
                <a:latin typeface="Gill Sans MT"/>
                <a:cs typeface="Gill Sans MT"/>
              </a:rPr>
              <a:t>i t</a:t>
            </a:r>
            <a:r>
              <a:rPr lang="vi-VN" sz="2800">
                <a:latin typeface="Calibri"/>
                <a:cs typeface="Calibri"/>
              </a:rPr>
              <a:t>ạ</a:t>
            </a:r>
            <a:r>
              <a:rPr lang="vi-VN" sz="2800">
                <a:latin typeface="Gill Sans MT"/>
                <a:cs typeface="Gill Sans MT"/>
              </a:rPr>
              <a:t>o.</a:t>
            </a:r>
          </a:p>
          <a:p>
            <a:pPr marL="762000" marR="89535" indent="-393700">
              <a:lnSpc>
                <a:spcPct val="79200"/>
              </a:lnSpc>
              <a:spcBef>
                <a:spcPts val="520"/>
              </a:spcBef>
              <a:tabLst>
                <a:tab pos="761365" algn="l"/>
              </a:tabLst>
            </a:pPr>
            <a:r>
              <a:rPr lang="vi-VN" sz="1800">
                <a:solidFill>
                  <a:srgbClr val="558ED5"/>
                </a:solidFill>
                <a:latin typeface="Arial"/>
                <a:cs typeface="Arial"/>
              </a:rPr>
              <a:t>□	</a:t>
            </a:r>
            <a:r>
              <a:rPr lang="vi-VN" sz="2400">
                <a:latin typeface="Gill Sans MT"/>
                <a:cs typeface="Gill Sans MT"/>
              </a:rPr>
              <a:t>Các đ</a:t>
            </a:r>
            <a:r>
              <a:rPr lang="vi-VN" sz="2400">
                <a:latin typeface="Calibri"/>
                <a:cs typeface="Calibri"/>
              </a:rPr>
              <a:t>ố</a:t>
            </a:r>
            <a:r>
              <a:rPr lang="vi-VN" sz="2400">
                <a:latin typeface="Gill Sans MT"/>
                <a:cs typeface="Gill Sans MT"/>
              </a:rPr>
              <a:t>i t</a:t>
            </a:r>
            <a:r>
              <a:rPr lang="vi-VN" sz="2400">
                <a:latin typeface="Calibri"/>
                <a:cs typeface="Calibri"/>
              </a:rPr>
              <a:t>ượ</a:t>
            </a:r>
            <a:r>
              <a:rPr lang="vi-VN" sz="2400">
                <a:latin typeface="Gill Sans MT"/>
                <a:cs typeface="Gill Sans MT"/>
              </a:rPr>
              <a:t>ng l</a:t>
            </a:r>
            <a:r>
              <a:rPr lang="vi-VN" sz="2400">
                <a:latin typeface="Calibri"/>
                <a:cs typeface="Calibri"/>
              </a:rPr>
              <a:t>ầ</a:t>
            </a:r>
            <a:r>
              <a:rPr lang="vi-VN" sz="2400">
                <a:latin typeface="Gill Sans MT"/>
                <a:cs typeface="Gill Sans MT"/>
              </a:rPr>
              <a:t>n l</a:t>
            </a:r>
            <a:r>
              <a:rPr lang="vi-VN" sz="2400">
                <a:latin typeface="Calibri"/>
                <a:cs typeface="Calibri"/>
              </a:rPr>
              <a:t>ượ</a:t>
            </a:r>
            <a:r>
              <a:rPr lang="vi-VN" sz="2400">
                <a:latin typeface="Gill Sans MT"/>
                <a:cs typeface="Gill Sans MT"/>
              </a:rPr>
              <a:t>t đ</a:t>
            </a:r>
            <a:r>
              <a:rPr lang="vi-VN" sz="2400">
                <a:latin typeface="Calibri"/>
                <a:cs typeface="Calibri"/>
              </a:rPr>
              <a:t>ượ</a:t>
            </a:r>
            <a:r>
              <a:rPr lang="vi-VN" sz="2400">
                <a:latin typeface="Gill Sans MT"/>
                <a:cs typeface="Gill Sans MT"/>
              </a:rPr>
              <a:t>c chèn vào nút lá g</a:t>
            </a:r>
            <a:r>
              <a:rPr lang="vi-VN" sz="2400">
                <a:latin typeface="Calibri"/>
                <a:cs typeface="Calibri"/>
              </a:rPr>
              <a:t>ầ</a:t>
            </a:r>
            <a:r>
              <a:rPr lang="vi-VN" sz="2400">
                <a:latin typeface="Gill Sans MT"/>
                <a:cs typeface="Gill Sans MT"/>
              </a:rPr>
              <a:t>n nh</a:t>
            </a:r>
            <a:r>
              <a:rPr lang="vi-VN" sz="2400">
                <a:latin typeface="Calibri"/>
                <a:cs typeface="Calibri"/>
              </a:rPr>
              <a:t>ấ</a:t>
            </a:r>
            <a:r>
              <a:rPr lang="vi-VN" sz="2400">
                <a:latin typeface="Gill Sans MT"/>
                <a:cs typeface="Gill Sans MT"/>
              </a:rPr>
              <a:t>t c</a:t>
            </a:r>
            <a:r>
              <a:rPr lang="vi-VN" sz="2400">
                <a:latin typeface="Calibri"/>
                <a:cs typeface="Calibri"/>
              </a:rPr>
              <a:t>ủ</a:t>
            </a:r>
            <a:r>
              <a:rPr lang="vi-VN" sz="2400">
                <a:latin typeface="Gill Sans MT"/>
                <a:cs typeface="Gill Sans MT"/>
              </a:rPr>
              <a:t>a cây CF (nút lá c</a:t>
            </a:r>
            <a:r>
              <a:rPr lang="vi-VN" sz="2400">
                <a:latin typeface="Calibri"/>
                <a:cs typeface="Calibri"/>
              </a:rPr>
              <a:t>ủ</a:t>
            </a:r>
            <a:r>
              <a:rPr lang="vi-VN" sz="2400">
                <a:latin typeface="Gill Sans MT"/>
                <a:cs typeface="Gill Sans MT"/>
              </a:rPr>
              <a:t>a cây đóng vai trò là c</a:t>
            </a:r>
            <a:r>
              <a:rPr lang="vi-VN" sz="2400">
                <a:latin typeface="Calibri"/>
                <a:cs typeface="Calibri"/>
              </a:rPr>
              <a:t>ụ</a:t>
            </a:r>
            <a:r>
              <a:rPr lang="vi-VN" sz="2400">
                <a:latin typeface="Gill Sans MT"/>
                <a:cs typeface="Gill Sans MT"/>
              </a:rPr>
              <a:t>m con).</a:t>
            </a:r>
          </a:p>
          <a:p>
            <a:pPr marL="762000" marR="203835" indent="-393700">
              <a:lnSpc>
                <a:spcPct val="79200"/>
              </a:lnSpc>
              <a:spcBef>
                <a:spcPts val="500"/>
              </a:spcBef>
              <a:tabLst>
                <a:tab pos="761365" algn="l"/>
              </a:tabLst>
            </a:pPr>
            <a:r>
              <a:rPr lang="vi-VN" sz="1800">
                <a:solidFill>
                  <a:srgbClr val="558ED5"/>
                </a:solidFill>
                <a:latin typeface="Arial"/>
                <a:cs typeface="Arial"/>
              </a:rPr>
              <a:t>□	</a:t>
            </a:r>
            <a:r>
              <a:rPr lang="vi-VN" sz="2400">
                <a:latin typeface="Gill Sans MT"/>
                <a:cs typeface="Gill Sans MT"/>
              </a:rPr>
              <a:t>N</a:t>
            </a:r>
            <a:r>
              <a:rPr lang="vi-VN" sz="2400">
                <a:latin typeface="Calibri"/>
                <a:cs typeface="Calibri"/>
              </a:rPr>
              <a:t>ế</a:t>
            </a:r>
            <a:r>
              <a:rPr lang="vi-VN" sz="2400">
                <a:latin typeface="Gill Sans MT"/>
                <a:cs typeface="Gill Sans MT"/>
              </a:rPr>
              <a:t>u đ</a:t>
            </a:r>
            <a:r>
              <a:rPr lang="vi-VN" sz="2400">
                <a:latin typeface="Calibri"/>
                <a:cs typeface="Calibri"/>
              </a:rPr>
              <a:t>ườ</a:t>
            </a:r>
            <a:r>
              <a:rPr lang="vi-VN" sz="2400">
                <a:latin typeface="Gill Sans MT"/>
                <a:cs typeface="Gill Sans MT"/>
              </a:rPr>
              <a:t>ng kích c</a:t>
            </a:r>
            <a:r>
              <a:rPr lang="vi-VN" sz="2400">
                <a:latin typeface="Calibri"/>
                <a:cs typeface="Calibri"/>
              </a:rPr>
              <a:t>ủ</a:t>
            </a:r>
            <a:r>
              <a:rPr lang="vi-VN" sz="2400">
                <a:latin typeface="Gill Sans MT"/>
                <a:cs typeface="Gill Sans MT"/>
              </a:rPr>
              <a:t>a c</a:t>
            </a:r>
            <a:r>
              <a:rPr lang="vi-VN" sz="2400">
                <a:latin typeface="Calibri"/>
                <a:cs typeface="Calibri"/>
              </a:rPr>
              <a:t>ụ</a:t>
            </a:r>
            <a:r>
              <a:rPr lang="vi-VN" sz="2400">
                <a:latin typeface="Gill Sans MT"/>
                <a:cs typeface="Gill Sans MT"/>
              </a:rPr>
              <a:t>m con sau khi chèn l</a:t>
            </a:r>
            <a:r>
              <a:rPr lang="vi-VN" sz="2400">
                <a:latin typeface="Calibri"/>
                <a:cs typeface="Calibri"/>
              </a:rPr>
              <a:t>ớ</a:t>
            </a:r>
            <a:r>
              <a:rPr lang="vi-VN" sz="2400">
                <a:latin typeface="Gill Sans MT"/>
                <a:cs typeface="Gill Sans MT"/>
              </a:rPr>
              <a:t>n h</a:t>
            </a:r>
            <a:r>
              <a:rPr lang="vi-VN" sz="2400">
                <a:latin typeface="Calibri"/>
                <a:cs typeface="Calibri"/>
              </a:rPr>
              <a:t>ơ</a:t>
            </a:r>
            <a:r>
              <a:rPr lang="vi-VN" sz="2400">
                <a:latin typeface="Gill Sans MT"/>
                <a:cs typeface="Gill Sans MT"/>
              </a:rPr>
              <a:t>n ng</a:t>
            </a:r>
            <a:r>
              <a:rPr lang="vi-VN" sz="2400">
                <a:latin typeface="Calibri"/>
                <a:cs typeface="Calibri"/>
              </a:rPr>
              <a:t>ưỡ</a:t>
            </a:r>
            <a:r>
              <a:rPr lang="vi-VN" sz="2400">
                <a:latin typeface="Gill Sans MT"/>
                <a:cs typeface="Gill Sans MT"/>
              </a:rPr>
              <a:t>ng T, thì nút lá đ</a:t>
            </a:r>
            <a:r>
              <a:rPr lang="vi-VN" sz="2400">
                <a:latin typeface="Calibri"/>
                <a:cs typeface="Calibri"/>
              </a:rPr>
              <a:t>ượ</a:t>
            </a:r>
            <a:r>
              <a:rPr lang="vi-VN" sz="2400">
                <a:latin typeface="Gill Sans MT"/>
                <a:cs typeface="Gill Sans MT"/>
              </a:rPr>
              <a:t>c tách.</a:t>
            </a:r>
          </a:p>
          <a:p>
            <a:pPr marL="762000" marR="5080" indent="-393700">
              <a:lnSpc>
                <a:spcPct val="81300"/>
              </a:lnSpc>
              <a:spcBef>
                <a:spcPts val="450"/>
              </a:spcBef>
              <a:tabLst>
                <a:tab pos="761365" algn="l"/>
              </a:tabLst>
            </a:pPr>
            <a:r>
              <a:rPr lang="vi-VN" sz="1800">
                <a:solidFill>
                  <a:srgbClr val="558ED5"/>
                </a:solidFill>
                <a:latin typeface="Arial"/>
                <a:cs typeface="Arial"/>
              </a:rPr>
              <a:t>□	</a:t>
            </a:r>
            <a:r>
              <a:rPr lang="vi-VN" sz="2400">
                <a:latin typeface="Gill Sans MT"/>
                <a:cs typeface="Gill Sans MT"/>
              </a:rPr>
              <a:t>Quá trình này l</a:t>
            </a:r>
            <a:r>
              <a:rPr lang="vi-VN" sz="2400">
                <a:latin typeface="Calibri"/>
                <a:cs typeface="Calibri"/>
              </a:rPr>
              <a:t>ặ</a:t>
            </a:r>
            <a:r>
              <a:rPr lang="vi-VN" sz="2400">
                <a:latin typeface="Gill Sans MT"/>
                <a:cs typeface="Gill Sans MT"/>
              </a:rPr>
              <a:t>p đ</a:t>
            </a:r>
            <a:r>
              <a:rPr lang="vi-VN" sz="2400">
                <a:latin typeface="Calibri"/>
                <a:cs typeface="Calibri"/>
              </a:rPr>
              <a:t>ế</a:t>
            </a:r>
            <a:r>
              <a:rPr lang="vi-VN" sz="2400">
                <a:latin typeface="Gill Sans MT"/>
                <a:cs typeface="Gill Sans MT"/>
              </a:rPr>
              <a:t>n khi t</a:t>
            </a:r>
            <a:r>
              <a:rPr lang="vi-VN" sz="2400">
                <a:latin typeface="Calibri"/>
                <a:cs typeface="Calibri"/>
              </a:rPr>
              <a:t>ấ</a:t>
            </a:r>
            <a:r>
              <a:rPr lang="vi-VN" sz="2400">
                <a:latin typeface="Gill Sans MT"/>
                <a:cs typeface="Gill Sans MT"/>
              </a:rPr>
              <a:t>t c</a:t>
            </a:r>
            <a:r>
              <a:rPr lang="vi-VN" sz="2400">
                <a:latin typeface="Calibri"/>
                <a:cs typeface="Calibri"/>
              </a:rPr>
              <a:t>ả </a:t>
            </a:r>
            <a:r>
              <a:rPr lang="vi-VN" sz="2400">
                <a:latin typeface="Gill Sans MT"/>
                <a:cs typeface="Gill Sans MT"/>
              </a:rPr>
              <a:t>các đ</a:t>
            </a:r>
            <a:r>
              <a:rPr lang="vi-VN" sz="2400">
                <a:latin typeface="Calibri"/>
                <a:cs typeface="Calibri"/>
              </a:rPr>
              <a:t>ố</a:t>
            </a:r>
            <a:r>
              <a:rPr lang="vi-VN" sz="2400">
                <a:latin typeface="Gill Sans MT"/>
                <a:cs typeface="Gill Sans MT"/>
              </a:rPr>
              <a:t>i t</a:t>
            </a:r>
            <a:r>
              <a:rPr lang="vi-VN" sz="2400">
                <a:latin typeface="Calibri"/>
                <a:cs typeface="Calibri"/>
              </a:rPr>
              <a:t>ượ</a:t>
            </a:r>
            <a:r>
              <a:rPr lang="vi-VN" sz="2400">
                <a:latin typeface="Gill Sans MT"/>
                <a:cs typeface="Gill Sans MT"/>
              </a:rPr>
              <a:t>ng đ</a:t>
            </a:r>
            <a:r>
              <a:rPr lang="vi-VN" sz="2400">
                <a:latin typeface="Calibri"/>
                <a:cs typeface="Calibri"/>
              </a:rPr>
              <a:t>ề</a:t>
            </a:r>
            <a:r>
              <a:rPr lang="vi-VN" sz="2400">
                <a:latin typeface="Gill Sans MT"/>
                <a:cs typeface="Gill Sans MT"/>
              </a:rPr>
              <a:t>u đ</a:t>
            </a:r>
            <a:r>
              <a:rPr lang="vi-VN" sz="2400">
                <a:latin typeface="Calibri"/>
                <a:cs typeface="Calibri"/>
              </a:rPr>
              <a:t>ượ</a:t>
            </a:r>
            <a:r>
              <a:rPr lang="vi-VN" sz="2400">
                <a:latin typeface="Gill Sans MT"/>
                <a:cs typeface="Gill Sans MT"/>
              </a:rPr>
              <a:t>c chèn vào trong cây.Th</a:t>
            </a:r>
            <a:r>
              <a:rPr lang="vi-VN" sz="2400">
                <a:latin typeface="Calibri"/>
                <a:cs typeface="Calibri"/>
              </a:rPr>
              <a:t>ấ</a:t>
            </a:r>
            <a:r>
              <a:rPr lang="vi-VN" sz="2400">
                <a:latin typeface="Gill Sans MT"/>
                <a:cs typeface="Gill Sans MT"/>
              </a:rPr>
              <a:t>y r</a:t>
            </a:r>
            <a:r>
              <a:rPr lang="vi-VN" sz="2400">
                <a:latin typeface="Calibri"/>
                <a:cs typeface="Calibri"/>
              </a:rPr>
              <a:t>ằ</a:t>
            </a:r>
            <a:r>
              <a:rPr lang="vi-VN" sz="2400">
                <a:latin typeface="Gill Sans MT"/>
                <a:cs typeface="Gill Sans MT"/>
              </a:rPr>
              <a:t>ng, m</a:t>
            </a:r>
            <a:r>
              <a:rPr lang="vi-VN" sz="2400">
                <a:latin typeface="Calibri"/>
                <a:cs typeface="Calibri"/>
              </a:rPr>
              <a:t>ỗ</a:t>
            </a:r>
            <a:r>
              <a:rPr lang="vi-VN" sz="2400">
                <a:latin typeface="Gill Sans MT"/>
                <a:cs typeface="Gill Sans MT"/>
              </a:rPr>
              <a:t>i đ</a:t>
            </a:r>
            <a:r>
              <a:rPr lang="vi-VN" sz="2400">
                <a:latin typeface="Calibri"/>
                <a:cs typeface="Calibri"/>
              </a:rPr>
              <a:t>ố</a:t>
            </a:r>
            <a:r>
              <a:rPr lang="vi-VN" sz="2400">
                <a:latin typeface="Gill Sans MT"/>
                <a:cs typeface="Gill Sans MT"/>
              </a:rPr>
              <a:t>i t</a:t>
            </a:r>
            <a:r>
              <a:rPr lang="vi-VN" sz="2400">
                <a:latin typeface="Calibri"/>
                <a:cs typeface="Calibri"/>
              </a:rPr>
              <a:t>ượ</a:t>
            </a:r>
            <a:r>
              <a:rPr lang="vi-VN" sz="2400">
                <a:latin typeface="Gill Sans MT"/>
                <a:cs typeface="Gill Sans MT"/>
              </a:rPr>
              <a:t>ng trong cây ch</a:t>
            </a:r>
            <a:r>
              <a:rPr lang="vi-VN" sz="2400">
                <a:latin typeface="Calibri"/>
                <a:cs typeface="Calibri"/>
              </a:rPr>
              <a:t>ỉ </a:t>
            </a:r>
            <a:r>
              <a:rPr lang="vi-VN" sz="2400">
                <a:latin typeface="Gill Sans MT"/>
                <a:cs typeface="Gill Sans MT"/>
              </a:rPr>
              <a:t>đ</a:t>
            </a:r>
            <a:r>
              <a:rPr lang="vi-VN" sz="2400">
                <a:latin typeface="Calibri"/>
                <a:cs typeface="Calibri"/>
              </a:rPr>
              <a:t>ượ</a:t>
            </a:r>
            <a:r>
              <a:rPr lang="vi-VN" sz="2400">
                <a:latin typeface="Gill Sans MT"/>
                <a:cs typeface="Gill Sans MT"/>
              </a:rPr>
              <a:t>c đ</a:t>
            </a:r>
            <a:r>
              <a:rPr lang="vi-VN" sz="2400">
                <a:latin typeface="Calibri"/>
                <a:cs typeface="Calibri"/>
              </a:rPr>
              <a:t>ọ</a:t>
            </a:r>
            <a:r>
              <a:rPr lang="vi-VN" sz="2400">
                <a:latin typeface="Gill Sans MT"/>
                <a:cs typeface="Gill Sans MT"/>
              </a:rPr>
              <a:t>c m</a:t>
            </a:r>
            <a:r>
              <a:rPr lang="vi-VN" sz="2400">
                <a:latin typeface="Calibri"/>
                <a:cs typeface="Calibri"/>
              </a:rPr>
              <a:t>ộ</a:t>
            </a:r>
            <a:r>
              <a:rPr lang="vi-VN" sz="2400">
                <a:latin typeface="Gill Sans MT"/>
                <a:cs typeface="Gill Sans MT"/>
              </a:rPr>
              <a:t>t l</a:t>
            </a:r>
            <a:r>
              <a:rPr lang="vi-VN" sz="2400">
                <a:latin typeface="Calibri"/>
                <a:cs typeface="Calibri"/>
              </a:rPr>
              <a:t>ầ</a:t>
            </a:r>
            <a:r>
              <a:rPr lang="vi-VN" sz="2400">
                <a:latin typeface="Gill Sans MT"/>
                <a:cs typeface="Gill Sans MT"/>
              </a:rPr>
              <a:t>n</a:t>
            </a:r>
          </a:p>
          <a:p>
            <a:pPr marL="762000" marR="329565" indent="-393700">
              <a:lnSpc>
                <a:spcPct val="79200"/>
              </a:lnSpc>
              <a:spcBef>
                <a:spcPts val="500"/>
              </a:spcBef>
              <a:tabLst>
                <a:tab pos="761365" algn="l"/>
              </a:tabLst>
            </a:pPr>
            <a:r>
              <a:rPr lang="vi-VN" sz="1800">
                <a:solidFill>
                  <a:srgbClr val="558ED5"/>
                </a:solidFill>
                <a:latin typeface="Arial"/>
                <a:cs typeface="Arial"/>
              </a:rPr>
              <a:t>□	</a:t>
            </a:r>
            <a:r>
              <a:rPr lang="vi-VN" sz="2400">
                <a:latin typeface="Gill Sans MT"/>
                <a:cs typeface="Gill Sans MT"/>
              </a:rPr>
              <a:t>Đ</a:t>
            </a:r>
            <a:r>
              <a:rPr lang="vi-VN" sz="2400">
                <a:latin typeface="Calibri"/>
                <a:cs typeface="Calibri"/>
              </a:rPr>
              <a:t>ể </a:t>
            </a:r>
            <a:r>
              <a:rPr lang="vi-VN" sz="2400">
                <a:latin typeface="Gill Sans MT"/>
                <a:cs typeface="Gill Sans MT"/>
              </a:rPr>
              <a:t>l</a:t>
            </a:r>
            <a:r>
              <a:rPr lang="vi-VN" sz="2400">
                <a:latin typeface="Calibri"/>
                <a:cs typeface="Calibri"/>
              </a:rPr>
              <a:t>ư</a:t>
            </a:r>
            <a:r>
              <a:rPr lang="vi-VN" sz="2400">
                <a:latin typeface="Gill Sans MT"/>
                <a:cs typeface="Gill Sans MT"/>
              </a:rPr>
              <a:t>u toàn b</a:t>
            </a:r>
            <a:r>
              <a:rPr lang="vi-VN" sz="2400">
                <a:latin typeface="Calibri"/>
                <a:cs typeface="Calibri"/>
              </a:rPr>
              <a:t>ộ </a:t>
            </a:r>
            <a:r>
              <a:rPr lang="vi-VN" sz="2400">
                <a:latin typeface="Gill Sans MT"/>
                <a:cs typeface="Gill Sans MT"/>
              </a:rPr>
              <a:t>cây CF trong b</a:t>
            </a:r>
            <a:r>
              <a:rPr lang="vi-VN" sz="2400">
                <a:latin typeface="Calibri"/>
                <a:cs typeface="Calibri"/>
              </a:rPr>
              <a:t>ộ </a:t>
            </a:r>
            <a:r>
              <a:rPr lang="vi-VN" sz="2400">
                <a:latin typeface="Gill Sans MT"/>
                <a:cs typeface="Gill Sans MT"/>
              </a:rPr>
              <a:t>nh</a:t>
            </a:r>
            <a:r>
              <a:rPr lang="vi-VN" sz="2400">
                <a:latin typeface="Calibri"/>
                <a:cs typeface="Calibri"/>
              </a:rPr>
              <a:t>ớ </a:t>
            </a:r>
            <a:r>
              <a:rPr lang="vi-VN" sz="2400">
                <a:latin typeface="Gill Sans MT"/>
                <a:cs typeface="Gill Sans MT"/>
              </a:rPr>
              <a:t>đi</a:t>
            </a:r>
            <a:r>
              <a:rPr lang="vi-VN" sz="2400">
                <a:latin typeface="Calibri"/>
                <a:cs typeface="Calibri"/>
              </a:rPr>
              <a:t>ề</a:t>
            </a:r>
            <a:r>
              <a:rPr lang="vi-VN" sz="2400">
                <a:latin typeface="Gill Sans MT"/>
                <a:cs typeface="Gill Sans MT"/>
              </a:rPr>
              <a:t>u ch</a:t>
            </a:r>
            <a:r>
              <a:rPr lang="vi-VN" sz="2400">
                <a:latin typeface="Calibri"/>
                <a:cs typeface="Calibri"/>
              </a:rPr>
              <a:t>ỉ</a:t>
            </a:r>
            <a:r>
              <a:rPr lang="vi-VN" sz="2400">
                <a:latin typeface="Gill Sans MT"/>
                <a:cs typeface="Gill Sans MT"/>
              </a:rPr>
              <a:t>nh kích th</a:t>
            </a:r>
            <a:r>
              <a:rPr lang="vi-VN" sz="2400">
                <a:latin typeface="Calibri"/>
                <a:cs typeface="Calibri"/>
              </a:rPr>
              <a:t>ướ</a:t>
            </a:r>
            <a:r>
              <a:rPr lang="vi-VN" sz="2400">
                <a:latin typeface="Gill Sans MT"/>
                <a:cs typeface="Gill Sans MT"/>
              </a:rPr>
              <a:t>c c</a:t>
            </a:r>
            <a:r>
              <a:rPr lang="vi-VN" sz="2400">
                <a:latin typeface="Calibri"/>
                <a:cs typeface="Calibri"/>
              </a:rPr>
              <a:t>ủ</a:t>
            </a:r>
            <a:r>
              <a:rPr lang="vi-VN" sz="2400">
                <a:latin typeface="Gill Sans MT"/>
                <a:cs typeface="Gill Sans MT"/>
              </a:rPr>
              <a:t>a cây CF thông qua đi</a:t>
            </a:r>
            <a:r>
              <a:rPr lang="vi-VN" sz="2400">
                <a:latin typeface="Calibri"/>
                <a:cs typeface="Calibri"/>
              </a:rPr>
              <a:t>ề</a:t>
            </a:r>
            <a:r>
              <a:rPr lang="vi-VN" sz="2400">
                <a:latin typeface="Gill Sans MT"/>
                <a:cs typeface="Gill Sans MT"/>
              </a:rPr>
              <a:t>u ch</a:t>
            </a:r>
            <a:r>
              <a:rPr lang="vi-VN" sz="2400">
                <a:latin typeface="Calibri"/>
                <a:cs typeface="Calibri"/>
              </a:rPr>
              <a:t>ỉ</a:t>
            </a:r>
            <a:r>
              <a:rPr lang="vi-VN" sz="2400">
                <a:latin typeface="Gill Sans MT"/>
                <a:cs typeface="Gill Sans MT"/>
              </a:rPr>
              <a:t>nh ng</a:t>
            </a:r>
            <a:r>
              <a:rPr lang="vi-VN" sz="2400">
                <a:latin typeface="Calibri"/>
                <a:cs typeface="Calibri"/>
              </a:rPr>
              <a:t>ưỡ</a:t>
            </a:r>
            <a:r>
              <a:rPr lang="vi-VN" sz="2400">
                <a:latin typeface="Gill Sans MT"/>
                <a:cs typeface="Gill Sans MT"/>
              </a:rPr>
              <a:t>ng T.</a:t>
            </a:r>
          </a:p>
          <a:p>
            <a:pPr marL="355600" marR="81280" indent="-342900">
              <a:lnSpc>
                <a:spcPct val="79900"/>
              </a:lnSpc>
              <a:spcBef>
                <a:spcPts val="580"/>
              </a:spcBef>
              <a:buFont typeface="Arial"/>
              <a:buChar char="•"/>
              <a:tabLst>
                <a:tab pos="355600" algn="l"/>
              </a:tabLst>
            </a:pPr>
            <a:r>
              <a:rPr lang="vi-VN" sz="2800" i="1">
                <a:solidFill>
                  <a:srgbClr val="FF0066"/>
                </a:solidFill>
                <a:latin typeface="Gill Sans MT Italic"/>
                <a:cs typeface="Gill Sans MT Italic"/>
              </a:rPr>
              <a:t>Giai đo</a:t>
            </a:r>
            <a:r>
              <a:rPr lang="vi-VN" sz="2800" i="1">
                <a:solidFill>
                  <a:srgbClr val="FF0066"/>
                </a:solidFill>
                <a:latin typeface="Calibri"/>
                <a:cs typeface="Calibri"/>
              </a:rPr>
              <a:t>ạ</a:t>
            </a:r>
            <a:r>
              <a:rPr lang="vi-VN" sz="2800" i="1">
                <a:solidFill>
                  <a:srgbClr val="FF0066"/>
                </a:solidFill>
                <a:latin typeface="Gill Sans MT Italic"/>
                <a:cs typeface="Gill Sans MT Italic"/>
              </a:rPr>
              <a:t>n 2 </a:t>
            </a:r>
            <a:r>
              <a:rPr lang="vi-VN" sz="2800">
                <a:latin typeface="Gill Sans MT"/>
                <a:cs typeface="Gill Sans MT"/>
              </a:rPr>
              <a:t>: BIRCH l</a:t>
            </a:r>
            <a:r>
              <a:rPr lang="vi-VN" sz="2800">
                <a:latin typeface="Calibri"/>
                <a:cs typeface="Calibri"/>
              </a:rPr>
              <a:t>ự</a:t>
            </a:r>
            <a:r>
              <a:rPr lang="vi-VN" sz="2800">
                <a:latin typeface="Gill Sans MT"/>
                <a:cs typeface="Gill Sans MT"/>
              </a:rPr>
              <a:t>a ch</a:t>
            </a:r>
            <a:r>
              <a:rPr lang="vi-VN" sz="2800">
                <a:latin typeface="Calibri"/>
                <a:cs typeface="Calibri"/>
              </a:rPr>
              <a:t>ọ</a:t>
            </a:r>
            <a:r>
              <a:rPr lang="vi-VN" sz="2800">
                <a:latin typeface="Gill Sans MT"/>
                <a:cs typeface="Gill Sans MT"/>
              </a:rPr>
              <a:t>n m</a:t>
            </a:r>
            <a:r>
              <a:rPr lang="vi-VN" sz="2800">
                <a:latin typeface="Calibri"/>
                <a:cs typeface="Calibri"/>
              </a:rPr>
              <a:t>ộ</a:t>
            </a:r>
            <a:r>
              <a:rPr lang="vi-VN" sz="2800">
                <a:latin typeface="Gill Sans MT"/>
                <a:cs typeface="Gill Sans MT"/>
              </a:rPr>
              <a:t>t thu</a:t>
            </a:r>
            <a:r>
              <a:rPr lang="vi-VN" sz="2800">
                <a:latin typeface="Calibri"/>
                <a:cs typeface="Calibri"/>
              </a:rPr>
              <a:t>ậ</a:t>
            </a:r>
            <a:r>
              <a:rPr lang="vi-VN" sz="2800">
                <a:latin typeface="Gill Sans MT"/>
                <a:cs typeface="Gill Sans MT"/>
              </a:rPr>
              <a:t>t toán PCDL (nh</a:t>
            </a:r>
            <a:r>
              <a:rPr lang="vi-VN" sz="2800">
                <a:latin typeface="Calibri"/>
                <a:cs typeface="Calibri"/>
              </a:rPr>
              <a:t>ư </a:t>
            </a:r>
            <a:r>
              <a:rPr lang="vi-VN" sz="2800">
                <a:latin typeface="Gill Sans MT"/>
                <a:cs typeface="Gill Sans MT"/>
              </a:rPr>
              <a:t>thu</a:t>
            </a:r>
            <a:r>
              <a:rPr lang="vi-VN" sz="2800">
                <a:latin typeface="Calibri"/>
                <a:cs typeface="Calibri"/>
              </a:rPr>
              <a:t>ậ</a:t>
            </a:r>
            <a:r>
              <a:rPr lang="vi-VN" sz="2800">
                <a:latin typeface="Gill Sans MT"/>
                <a:cs typeface="Gill Sans MT"/>
              </a:rPr>
              <a:t>t toán phân c</a:t>
            </a:r>
            <a:r>
              <a:rPr lang="vi-VN" sz="2800">
                <a:latin typeface="Calibri"/>
                <a:cs typeface="Calibri"/>
              </a:rPr>
              <a:t>ụ</a:t>
            </a:r>
            <a:r>
              <a:rPr lang="vi-VN" sz="2800">
                <a:latin typeface="Gill Sans MT"/>
                <a:cs typeface="Gill Sans MT"/>
              </a:rPr>
              <a:t>m phân ho</a:t>
            </a:r>
            <a:r>
              <a:rPr lang="vi-VN" sz="2800">
                <a:latin typeface="Calibri"/>
                <a:cs typeface="Calibri"/>
              </a:rPr>
              <a:t>ạ</a:t>
            </a:r>
            <a:r>
              <a:rPr lang="vi-VN" sz="2800">
                <a:latin typeface="Gill Sans MT"/>
                <a:cs typeface="Gill Sans MT"/>
              </a:rPr>
              <a:t>ch ch</a:t>
            </a:r>
            <a:r>
              <a:rPr lang="vi-VN" sz="2800">
                <a:latin typeface="Calibri"/>
                <a:cs typeface="Calibri"/>
              </a:rPr>
              <a:t>ẳ</a:t>
            </a:r>
            <a:r>
              <a:rPr lang="vi-VN" sz="2800">
                <a:latin typeface="Gill Sans MT"/>
                <a:cs typeface="Gill Sans MT"/>
              </a:rPr>
              <a:t>ng h</a:t>
            </a:r>
            <a:r>
              <a:rPr lang="vi-VN" sz="2800">
                <a:latin typeface="Calibri"/>
                <a:cs typeface="Calibri"/>
              </a:rPr>
              <a:t>ạ</a:t>
            </a:r>
            <a:r>
              <a:rPr lang="vi-VN" sz="2800">
                <a:latin typeface="Gill Sans MT"/>
                <a:cs typeface="Gill Sans MT"/>
              </a:rPr>
              <a:t>n) đ</a:t>
            </a:r>
            <a:r>
              <a:rPr lang="vi-VN" sz="2800">
                <a:latin typeface="Calibri"/>
                <a:cs typeface="Calibri"/>
              </a:rPr>
              <a:t>ể </a:t>
            </a:r>
            <a:r>
              <a:rPr lang="vi-VN" sz="2800">
                <a:latin typeface="Gill Sans MT"/>
                <a:cs typeface="Gill Sans MT"/>
              </a:rPr>
              <a:t>th</a:t>
            </a:r>
            <a:r>
              <a:rPr lang="vi-VN" sz="2800">
                <a:latin typeface="Calibri"/>
                <a:cs typeface="Calibri"/>
              </a:rPr>
              <a:t>ự</a:t>
            </a:r>
            <a:r>
              <a:rPr lang="vi-VN" sz="2800">
                <a:latin typeface="Gill Sans MT"/>
                <a:cs typeface="Gill Sans MT"/>
              </a:rPr>
              <a:t>c hi</a:t>
            </a:r>
            <a:r>
              <a:rPr lang="vi-VN" sz="2800">
                <a:latin typeface="Calibri"/>
                <a:cs typeface="Calibri"/>
              </a:rPr>
              <a:t>ệ</a:t>
            </a:r>
            <a:r>
              <a:rPr lang="vi-VN" sz="2800">
                <a:latin typeface="Gill Sans MT"/>
                <a:cs typeface="Gill Sans MT"/>
              </a:rPr>
              <a:t>n PCDL cho các nút lá c</a:t>
            </a:r>
            <a:r>
              <a:rPr lang="vi-VN" sz="2800">
                <a:latin typeface="Calibri"/>
                <a:cs typeface="Calibri"/>
              </a:rPr>
              <a:t>ủ</a:t>
            </a:r>
            <a:r>
              <a:rPr lang="vi-VN" sz="2800">
                <a:latin typeface="Gill Sans MT"/>
                <a:cs typeface="Gill Sans MT"/>
              </a:rPr>
              <a:t>a cây.</a:t>
            </a:r>
          </a:p>
          <a:p>
            <a:endParaRPr lang="en-US"/>
          </a:p>
        </p:txBody>
      </p:sp>
      <p:sp>
        <p:nvSpPr>
          <p:cNvPr id="4" name="object 4"/>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85</a:t>
            </a:fld>
            <a:endParaRPr lang="en-US"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365126"/>
            <a:ext cx="7886700" cy="1325563"/>
          </a:xfrm>
        </p:spPr>
        <p:txBody>
          <a:bodyPr vert="horz" wrap="square" lIns="0" tIns="207570" rIns="0" bIns="0" rtlCol="0">
            <a:spAutoFit/>
          </a:bodyPr>
          <a:lstStyle/>
          <a:p>
            <a:r>
              <a:rPr lang="en-US" dirty="0"/>
              <a:t>BIRCH</a:t>
            </a:r>
          </a:p>
        </p:txBody>
      </p:sp>
      <p:sp>
        <p:nvSpPr>
          <p:cNvPr id="7" name="Content Placeholder 6">
            <a:extLst>
              <a:ext uri="{FF2B5EF4-FFF2-40B4-BE49-F238E27FC236}">
                <a16:creationId xmlns:a16="http://schemas.microsoft.com/office/drawing/2014/main" id="{1E1AB7F5-159B-C569-CAEC-FF7679573CCF}"/>
              </a:ext>
            </a:extLst>
          </p:cNvPr>
          <p:cNvSpPr>
            <a:spLocks noGrp="1"/>
          </p:cNvSpPr>
          <p:nvPr>
            <p:ph idx="1"/>
          </p:nvPr>
        </p:nvSpPr>
        <p:spPr/>
        <p:txBody>
          <a:bodyPr>
            <a:normAutofit fontScale="92500"/>
          </a:bodyPr>
          <a:lstStyle/>
          <a:p>
            <a:pPr marL="354965" indent="-342265" algn="just">
              <a:lnSpc>
                <a:spcPct val="100000"/>
              </a:lnSpc>
              <a:spcBef>
                <a:spcPts val="620"/>
              </a:spcBef>
              <a:buFont typeface="Arial"/>
              <a:buChar char="•"/>
              <a:tabLst>
                <a:tab pos="354965" algn="l"/>
              </a:tabLst>
            </a:pPr>
            <a:r>
              <a:rPr lang="vi-VN" sz="2800" b="1">
                <a:latin typeface="Tahoma" panose="020B0604030504040204" pitchFamily="34" charset="0"/>
                <a:ea typeface="Tahoma" panose="020B0604030504040204" pitchFamily="34" charset="0"/>
                <a:cs typeface="Tahoma" panose="020B0604030504040204" pitchFamily="34" charset="0"/>
              </a:rPr>
              <a:t>INPUT</a:t>
            </a:r>
            <a:r>
              <a:rPr lang="vi-VN" sz="2800">
                <a:latin typeface="Tahoma" panose="020B0604030504040204" pitchFamily="34" charset="0"/>
                <a:ea typeface="Tahoma" panose="020B0604030504040204" pitchFamily="34" charset="0"/>
                <a:cs typeface="Tahoma" panose="020B0604030504040204" pitchFamily="34" charset="0"/>
              </a:rPr>
              <a:t>: CSDL gồm n đối tượng, ngưỡng T, k</a:t>
            </a:r>
          </a:p>
          <a:p>
            <a:pPr marL="354965" indent="-342265" algn="just">
              <a:lnSpc>
                <a:spcPct val="100000"/>
              </a:lnSpc>
              <a:spcBef>
                <a:spcPts val="520"/>
              </a:spcBef>
              <a:buFont typeface="Arial"/>
              <a:buChar char="•"/>
              <a:tabLst>
                <a:tab pos="354965" algn="l"/>
              </a:tabLst>
            </a:pPr>
            <a:r>
              <a:rPr lang="vi-VN" sz="2800" b="1">
                <a:latin typeface="Tahoma" panose="020B0604030504040204" pitchFamily="34" charset="0"/>
                <a:ea typeface="Tahoma" panose="020B0604030504040204" pitchFamily="34" charset="0"/>
                <a:cs typeface="Tahoma" panose="020B0604030504040204" pitchFamily="34" charset="0"/>
              </a:rPr>
              <a:t>OUTPUT</a:t>
            </a:r>
            <a:r>
              <a:rPr lang="vi-VN" sz="2800">
                <a:latin typeface="Tahoma" panose="020B0604030504040204" pitchFamily="34" charset="0"/>
                <a:ea typeface="Tahoma" panose="020B0604030504040204" pitchFamily="34" charset="0"/>
                <a:cs typeface="Tahoma" panose="020B0604030504040204" pitchFamily="34" charset="0"/>
              </a:rPr>
              <a:t>: k cụm dữ liệu</a:t>
            </a:r>
          </a:p>
          <a:p>
            <a:pPr marL="354965" indent="-342265" algn="just">
              <a:lnSpc>
                <a:spcPct val="100000"/>
              </a:lnSpc>
              <a:spcBef>
                <a:spcPts val="620"/>
              </a:spcBef>
              <a:buFont typeface="Arial"/>
              <a:buChar char="•"/>
              <a:tabLst>
                <a:tab pos="354965" algn="l"/>
              </a:tabLst>
            </a:pPr>
            <a:r>
              <a:rPr lang="vi-VN" sz="2800" b="1" i="1">
                <a:latin typeface="Tahoma" panose="020B0604030504040204" pitchFamily="34" charset="0"/>
                <a:ea typeface="Tahoma" panose="020B0604030504040204" pitchFamily="34" charset="0"/>
                <a:cs typeface="Tahoma" panose="020B0604030504040204" pitchFamily="34" charset="0"/>
              </a:rPr>
              <a:t>Bước 1</a:t>
            </a:r>
            <a:r>
              <a:rPr lang="vi-VN" sz="2800" b="1">
                <a:latin typeface="Tahoma" panose="020B0604030504040204" pitchFamily="34" charset="0"/>
                <a:ea typeface="Tahoma" panose="020B0604030504040204" pitchFamily="34" charset="0"/>
                <a:cs typeface="Tahoma" panose="020B0604030504040204" pitchFamily="34" charset="0"/>
              </a:rPr>
              <a:t>: </a:t>
            </a:r>
            <a:r>
              <a:rPr lang="vi-VN" sz="2800">
                <a:latin typeface="Tahoma" panose="020B0604030504040204" pitchFamily="34" charset="0"/>
                <a:ea typeface="Tahoma" panose="020B0604030504040204" pitchFamily="34" charset="0"/>
                <a:cs typeface="Tahoma" panose="020B0604030504040204" pitchFamily="34" charset="0"/>
              </a:rPr>
              <a:t>Duyệt tất cả các đối tượng trong CSDL và</a:t>
            </a:r>
          </a:p>
          <a:p>
            <a:pPr marL="355600" marR="5080" algn="just">
              <a:lnSpc>
                <a:spcPct val="100000"/>
              </a:lnSpc>
              <a:spcBef>
                <a:spcPts val="20"/>
              </a:spcBef>
            </a:pPr>
            <a:r>
              <a:rPr lang="vi-VN" sz="2800">
                <a:latin typeface="Tahoma" panose="020B0604030504040204" pitchFamily="34" charset="0"/>
                <a:ea typeface="Tahoma" panose="020B0604030504040204" pitchFamily="34" charset="0"/>
                <a:cs typeface="Tahoma" panose="020B0604030504040204" pitchFamily="34" charset="0"/>
              </a:rPr>
              <a:t>xây dựng một cây CF khởi tạo. Một đối tượng được chèn vào nút lá gần nhất tạo thành cụm con. Nếu đường kính của cụm con này lớn hơn T thì nút lá được tách. Khi một đối tượng thích hợp được chèn vào nút lá, tất cả các nút trỏ tới gốc của cây được cập nhật với các thông tin cần thiết.</a:t>
            </a:r>
          </a:p>
          <a:p>
            <a:endParaRPr lang="en-US"/>
          </a:p>
        </p:txBody>
      </p:sp>
      <p:sp>
        <p:nvSpPr>
          <p:cNvPr id="4" name="object 4"/>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86</a:t>
            </a:fld>
            <a:endParaRPr 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365126"/>
            <a:ext cx="7886700" cy="1325563"/>
          </a:xfrm>
        </p:spPr>
        <p:txBody>
          <a:bodyPr vert="horz" wrap="square" lIns="0" tIns="207570" rIns="0" bIns="0" rtlCol="0">
            <a:spAutoFit/>
          </a:bodyPr>
          <a:lstStyle/>
          <a:p>
            <a:r>
              <a:rPr lang="en-US" dirty="0"/>
              <a:t>BIRCH</a:t>
            </a:r>
          </a:p>
        </p:txBody>
      </p:sp>
      <p:sp>
        <p:nvSpPr>
          <p:cNvPr id="7" name="Content Placeholder 6">
            <a:extLst>
              <a:ext uri="{FF2B5EF4-FFF2-40B4-BE49-F238E27FC236}">
                <a16:creationId xmlns:a16="http://schemas.microsoft.com/office/drawing/2014/main" id="{96CE3FC9-E6CB-4C71-0981-B3F3587929CA}"/>
              </a:ext>
            </a:extLst>
          </p:cNvPr>
          <p:cNvSpPr>
            <a:spLocks noGrp="1"/>
          </p:cNvSpPr>
          <p:nvPr>
            <p:ph idx="1"/>
          </p:nvPr>
        </p:nvSpPr>
        <p:spPr/>
        <p:txBody>
          <a:bodyPr/>
          <a:lstStyle/>
          <a:p>
            <a:pPr marL="354965" indent="-342265">
              <a:lnSpc>
                <a:spcPct val="100000"/>
              </a:lnSpc>
              <a:spcBef>
                <a:spcPts val="100"/>
              </a:spcBef>
              <a:buFont typeface="Arial"/>
              <a:buChar char="•"/>
              <a:tabLst>
                <a:tab pos="354965" algn="l"/>
              </a:tabLst>
            </a:pPr>
            <a:r>
              <a:rPr lang="vi-VN" sz="2400" b="1" i="1">
                <a:latin typeface="Gill Sans MT Bold Italic"/>
                <a:cs typeface="Gill Sans MT Bold Italic"/>
              </a:rPr>
              <a:t>B</a:t>
            </a:r>
            <a:r>
              <a:rPr lang="vi-VN" sz="2400" b="1" i="1">
                <a:latin typeface="Calibri"/>
                <a:cs typeface="Calibri"/>
              </a:rPr>
              <a:t>ướ</a:t>
            </a:r>
            <a:r>
              <a:rPr lang="vi-VN" sz="2400" b="1" i="1">
                <a:latin typeface="Gill Sans MT Bold Italic"/>
                <a:cs typeface="Gill Sans MT Bold Italic"/>
              </a:rPr>
              <a:t>c</a:t>
            </a:r>
            <a:r>
              <a:rPr lang="vi-VN" sz="2400" b="1" i="1" spc="-40">
                <a:latin typeface="Gill Sans MT Bold Italic"/>
                <a:cs typeface="Gill Sans MT Bold Italic"/>
              </a:rPr>
              <a:t> </a:t>
            </a:r>
            <a:r>
              <a:rPr lang="vi-VN" sz="2400" b="1" i="1">
                <a:latin typeface="Gill Sans MT Bold Italic"/>
                <a:cs typeface="Gill Sans MT Bold Italic"/>
              </a:rPr>
              <a:t>2:</a:t>
            </a:r>
            <a:r>
              <a:rPr lang="vi-VN" sz="2400" b="1" i="1" spc="-55">
                <a:latin typeface="Gill Sans MT Bold Italic"/>
                <a:cs typeface="Gill Sans MT Bold Italic"/>
              </a:rPr>
              <a:t> </a:t>
            </a:r>
            <a:r>
              <a:rPr lang="vi-VN" sz="2400">
                <a:latin typeface="Gill Sans MT"/>
                <a:cs typeface="Gill Sans MT"/>
              </a:rPr>
              <a:t>N</a:t>
            </a:r>
            <a:r>
              <a:rPr lang="vi-VN" sz="2400">
                <a:latin typeface="Calibri"/>
                <a:cs typeface="Calibri"/>
              </a:rPr>
              <a:t>ế</a:t>
            </a:r>
            <a:r>
              <a:rPr lang="vi-VN" sz="2400">
                <a:latin typeface="Gill Sans MT"/>
                <a:cs typeface="Gill Sans MT"/>
              </a:rPr>
              <a:t>u</a:t>
            </a:r>
            <a:r>
              <a:rPr lang="vi-VN" sz="2400" spc="-25">
                <a:latin typeface="Gill Sans MT"/>
                <a:cs typeface="Gill Sans MT"/>
              </a:rPr>
              <a:t> </a:t>
            </a:r>
            <a:r>
              <a:rPr lang="vi-VN" sz="2400">
                <a:latin typeface="Gill Sans MT"/>
                <a:cs typeface="Gill Sans MT"/>
              </a:rPr>
              <a:t>cây</a:t>
            </a:r>
            <a:r>
              <a:rPr lang="vi-VN" sz="2400" spc="-50">
                <a:latin typeface="Gill Sans MT"/>
                <a:cs typeface="Gill Sans MT"/>
              </a:rPr>
              <a:t> </a:t>
            </a:r>
            <a:r>
              <a:rPr lang="vi-VN" sz="2400">
                <a:latin typeface="Gill Sans MT"/>
                <a:cs typeface="Gill Sans MT"/>
              </a:rPr>
              <a:t>CF</a:t>
            </a:r>
            <a:r>
              <a:rPr lang="vi-VN" sz="2400" spc="-40">
                <a:latin typeface="Gill Sans MT"/>
                <a:cs typeface="Gill Sans MT"/>
              </a:rPr>
              <a:t> </a:t>
            </a:r>
            <a:r>
              <a:rPr lang="vi-VN" sz="2400">
                <a:latin typeface="Gill Sans MT"/>
                <a:cs typeface="Gill Sans MT"/>
              </a:rPr>
              <a:t>hi</a:t>
            </a:r>
            <a:r>
              <a:rPr lang="vi-VN" sz="2400">
                <a:latin typeface="Calibri"/>
                <a:cs typeface="Calibri"/>
              </a:rPr>
              <a:t>ệ</a:t>
            </a:r>
            <a:r>
              <a:rPr lang="vi-VN" sz="2400">
                <a:latin typeface="Gill Sans MT"/>
                <a:cs typeface="Gill Sans MT"/>
              </a:rPr>
              <a:t>n</a:t>
            </a:r>
            <a:r>
              <a:rPr lang="vi-VN" sz="2400" spc="-25">
                <a:latin typeface="Gill Sans MT"/>
                <a:cs typeface="Gill Sans MT"/>
              </a:rPr>
              <a:t> </a:t>
            </a:r>
            <a:r>
              <a:rPr lang="vi-VN" sz="2400">
                <a:latin typeface="Gill Sans MT"/>
                <a:cs typeface="Gill Sans MT"/>
              </a:rPr>
              <a:t>th</a:t>
            </a:r>
            <a:r>
              <a:rPr lang="vi-VN" sz="2400">
                <a:latin typeface="Calibri"/>
                <a:cs typeface="Calibri"/>
              </a:rPr>
              <a:t>ờ</a:t>
            </a:r>
            <a:r>
              <a:rPr lang="vi-VN" sz="2400">
                <a:latin typeface="Gill Sans MT"/>
                <a:cs typeface="Gill Sans MT"/>
              </a:rPr>
              <a:t>i</a:t>
            </a:r>
            <a:r>
              <a:rPr lang="vi-VN" sz="2400" spc="-40">
                <a:latin typeface="Gill Sans MT"/>
                <a:cs typeface="Gill Sans MT"/>
              </a:rPr>
              <a:t> </a:t>
            </a:r>
            <a:r>
              <a:rPr lang="vi-VN" sz="2400">
                <a:latin typeface="Gill Sans MT"/>
                <a:cs typeface="Gill Sans MT"/>
              </a:rPr>
              <a:t>không</a:t>
            </a:r>
            <a:r>
              <a:rPr lang="vi-VN" sz="2400" spc="70">
                <a:latin typeface="Gill Sans MT"/>
                <a:cs typeface="Gill Sans MT"/>
              </a:rPr>
              <a:t> </a:t>
            </a:r>
            <a:r>
              <a:rPr lang="vi-VN" sz="2400">
                <a:latin typeface="Gill Sans MT"/>
                <a:cs typeface="Gill Sans MT"/>
              </a:rPr>
              <a:t>có</a:t>
            </a:r>
            <a:r>
              <a:rPr lang="vi-VN" sz="2400" spc="-65">
                <a:latin typeface="Gill Sans MT"/>
                <a:cs typeface="Gill Sans MT"/>
              </a:rPr>
              <a:t> </a:t>
            </a:r>
            <a:r>
              <a:rPr lang="vi-VN" sz="2400" spc="-25">
                <a:latin typeface="Gill Sans MT"/>
                <a:cs typeface="Gill Sans MT"/>
              </a:rPr>
              <a:t>đ</a:t>
            </a:r>
            <a:r>
              <a:rPr lang="vi-VN" sz="2400" spc="-25">
                <a:latin typeface="Calibri"/>
                <a:cs typeface="Calibri"/>
              </a:rPr>
              <a:t>ủ</a:t>
            </a:r>
            <a:endParaRPr lang="vi-VN" sz="2400">
              <a:latin typeface="Calibri"/>
              <a:cs typeface="Calibri"/>
            </a:endParaRPr>
          </a:p>
          <a:p>
            <a:pPr marL="355600" marR="5080">
              <a:lnSpc>
                <a:spcPct val="100200"/>
              </a:lnSpc>
              <a:spcBef>
                <a:spcPts val="30"/>
              </a:spcBef>
              <a:tabLst>
                <a:tab pos="6946265" algn="l"/>
              </a:tabLst>
            </a:pPr>
            <a:r>
              <a:rPr lang="vi-VN" sz="2400">
                <a:latin typeface="Gill Sans MT"/>
                <a:cs typeface="Gill Sans MT"/>
              </a:rPr>
              <a:t>b</a:t>
            </a:r>
            <a:r>
              <a:rPr lang="vi-VN" sz="2400">
                <a:latin typeface="Calibri"/>
                <a:cs typeface="Calibri"/>
              </a:rPr>
              <a:t>ộ</a:t>
            </a:r>
            <a:r>
              <a:rPr lang="vi-VN" sz="2400" spc="135">
                <a:latin typeface="Calibri"/>
                <a:cs typeface="Calibri"/>
              </a:rPr>
              <a:t> </a:t>
            </a:r>
            <a:r>
              <a:rPr lang="vi-VN" sz="2400">
                <a:latin typeface="Gill Sans MT"/>
                <a:cs typeface="Gill Sans MT"/>
              </a:rPr>
              <a:t>nh</a:t>
            </a:r>
            <a:r>
              <a:rPr lang="vi-VN" sz="2400">
                <a:latin typeface="Calibri"/>
                <a:cs typeface="Calibri"/>
              </a:rPr>
              <a:t>ớ</a:t>
            </a:r>
            <a:r>
              <a:rPr lang="vi-VN" sz="2400" spc="95">
                <a:latin typeface="Calibri"/>
                <a:cs typeface="Calibri"/>
              </a:rPr>
              <a:t> </a:t>
            </a:r>
            <a:r>
              <a:rPr lang="vi-VN" sz="2400">
                <a:latin typeface="Gill Sans MT"/>
                <a:cs typeface="Gill Sans MT"/>
              </a:rPr>
              <a:t>trong</a:t>
            </a:r>
            <a:r>
              <a:rPr lang="vi-VN" sz="2400" spc="70">
                <a:latin typeface="Gill Sans MT"/>
                <a:cs typeface="Gill Sans MT"/>
              </a:rPr>
              <a:t> </a:t>
            </a:r>
            <a:r>
              <a:rPr lang="vi-VN" sz="2400">
                <a:latin typeface="Gill Sans MT"/>
                <a:cs typeface="Gill Sans MT"/>
              </a:rPr>
              <a:t>thì</a:t>
            </a:r>
            <a:r>
              <a:rPr lang="vi-VN" sz="2400" spc="-45">
                <a:latin typeface="Gill Sans MT"/>
                <a:cs typeface="Gill Sans MT"/>
              </a:rPr>
              <a:t> </a:t>
            </a:r>
            <a:r>
              <a:rPr lang="vi-VN" sz="2400">
                <a:latin typeface="Gill Sans MT"/>
                <a:cs typeface="Gill Sans MT"/>
              </a:rPr>
              <a:t>ti</a:t>
            </a:r>
            <a:r>
              <a:rPr lang="vi-VN" sz="2400">
                <a:latin typeface="Calibri"/>
                <a:cs typeface="Calibri"/>
              </a:rPr>
              <a:t>ế</a:t>
            </a:r>
            <a:r>
              <a:rPr lang="vi-VN" sz="2400">
                <a:latin typeface="Gill Sans MT"/>
                <a:cs typeface="Gill Sans MT"/>
              </a:rPr>
              <a:t>n</a:t>
            </a:r>
            <a:r>
              <a:rPr lang="vi-VN" sz="2400" spc="-30">
                <a:latin typeface="Gill Sans MT"/>
                <a:cs typeface="Gill Sans MT"/>
              </a:rPr>
              <a:t> </a:t>
            </a:r>
            <a:r>
              <a:rPr lang="vi-VN" sz="2400">
                <a:latin typeface="Gill Sans MT"/>
                <a:cs typeface="Gill Sans MT"/>
              </a:rPr>
              <a:t>hành</a:t>
            </a:r>
            <a:r>
              <a:rPr lang="vi-VN" sz="2400" spc="-30">
                <a:latin typeface="Gill Sans MT"/>
                <a:cs typeface="Gill Sans MT"/>
              </a:rPr>
              <a:t> </a:t>
            </a:r>
            <a:r>
              <a:rPr lang="vi-VN" sz="2400">
                <a:latin typeface="Gill Sans MT"/>
                <a:cs typeface="Gill Sans MT"/>
              </a:rPr>
              <a:t>xây</a:t>
            </a:r>
            <a:r>
              <a:rPr lang="vi-VN" sz="2400" spc="-60">
                <a:latin typeface="Gill Sans MT"/>
                <a:cs typeface="Gill Sans MT"/>
              </a:rPr>
              <a:t> </a:t>
            </a:r>
            <a:r>
              <a:rPr lang="vi-VN" sz="2400">
                <a:latin typeface="Gill Sans MT"/>
                <a:cs typeface="Gill Sans MT"/>
              </a:rPr>
              <a:t>d</a:t>
            </a:r>
            <a:r>
              <a:rPr lang="vi-VN" sz="2400">
                <a:latin typeface="Calibri"/>
                <a:cs typeface="Calibri"/>
              </a:rPr>
              <a:t>ự</a:t>
            </a:r>
            <a:r>
              <a:rPr lang="vi-VN" sz="2400">
                <a:latin typeface="Gill Sans MT"/>
                <a:cs typeface="Gill Sans MT"/>
              </a:rPr>
              <a:t>ng</a:t>
            </a:r>
            <a:r>
              <a:rPr lang="vi-VN" sz="2400" spc="-25">
                <a:latin typeface="Gill Sans MT"/>
                <a:cs typeface="Gill Sans MT"/>
              </a:rPr>
              <a:t> </a:t>
            </a:r>
            <a:r>
              <a:rPr lang="vi-VN" sz="2400">
                <a:latin typeface="Gill Sans MT"/>
                <a:cs typeface="Gill Sans MT"/>
              </a:rPr>
              <a:t>m</a:t>
            </a:r>
            <a:r>
              <a:rPr lang="vi-VN" sz="2400">
                <a:latin typeface="Calibri"/>
                <a:cs typeface="Calibri"/>
              </a:rPr>
              <a:t>ộ</a:t>
            </a:r>
            <a:r>
              <a:rPr lang="vi-VN" sz="2400">
                <a:latin typeface="Gill Sans MT"/>
                <a:cs typeface="Gill Sans MT"/>
              </a:rPr>
              <a:t>t</a:t>
            </a:r>
            <a:r>
              <a:rPr lang="vi-VN" sz="2400" spc="-155">
                <a:latin typeface="Gill Sans MT"/>
                <a:cs typeface="Gill Sans MT"/>
              </a:rPr>
              <a:t> </a:t>
            </a:r>
            <a:r>
              <a:rPr lang="vi-VN" sz="2400">
                <a:latin typeface="Gill Sans MT"/>
                <a:cs typeface="Gill Sans MT"/>
              </a:rPr>
              <a:t>cây</a:t>
            </a:r>
            <a:r>
              <a:rPr lang="vi-VN" sz="2400" spc="-60">
                <a:latin typeface="Gill Sans MT"/>
                <a:cs typeface="Gill Sans MT"/>
              </a:rPr>
              <a:t> </a:t>
            </a:r>
            <a:r>
              <a:rPr lang="vi-VN" sz="2400" spc="-25">
                <a:latin typeface="Gill Sans MT"/>
                <a:cs typeface="Gill Sans MT"/>
              </a:rPr>
              <a:t>CF </a:t>
            </a:r>
            <a:r>
              <a:rPr lang="vi-VN" sz="2400">
                <a:latin typeface="Gill Sans MT"/>
                <a:cs typeface="Gill Sans MT"/>
              </a:rPr>
              <a:t>nh</a:t>
            </a:r>
            <a:r>
              <a:rPr lang="vi-VN" sz="2400">
                <a:latin typeface="Calibri"/>
                <a:cs typeface="Calibri"/>
              </a:rPr>
              <a:t>ỏ</a:t>
            </a:r>
            <a:r>
              <a:rPr lang="vi-VN" sz="2400" spc="145">
                <a:latin typeface="Calibri"/>
                <a:cs typeface="Calibri"/>
              </a:rPr>
              <a:t> </a:t>
            </a:r>
            <a:r>
              <a:rPr lang="vi-VN" sz="2400">
                <a:latin typeface="Gill Sans MT"/>
                <a:cs typeface="Gill Sans MT"/>
              </a:rPr>
              <a:t>h</a:t>
            </a:r>
            <a:r>
              <a:rPr lang="vi-VN" sz="2400">
                <a:latin typeface="Calibri"/>
                <a:cs typeface="Calibri"/>
              </a:rPr>
              <a:t>ơ</a:t>
            </a:r>
            <a:r>
              <a:rPr lang="vi-VN" sz="2400">
                <a:latin typeface="Gill Sans MT"/>
                <a:cs typeface="Gill Sans MT"/>
              </a:rPr>
              <a:t>n</a:t>
            </a:r>
            <a:r>
              <a:rPr lang="vi-VN" sz="2400" spc="-25">
                <a:latin typeface="Gill Sans MT"/>
                <a:cs typeface="Gill Sans MT"/>
              </a:rPr>
              <a:t> </a:t>
            </a:r>
            <a:r>
              <a:rPr lang="vi-VN" sz="2400">
                <a:latin typeface="Gill Sans MT"/>
                <a:cs typeface="Gill Sans MT"/>
              </a:rPr>
              <a:t>b</a:t>
            </a:r>
            <a:r>
              <a:rPr lang="vi-VN" sz="2400">
                <a:latin typeface="Calibri"/>
                <a:cs typeface="Calibri"/>
              </a:rPr>
              <a:t>ằ</a:t>
            </a:r>
            <a:r>
              <a:rPr lang="vi-VN" sz="2400">
                <a:latin typeface="Gill Sans MT"/>
                <a:cs typeface="Gill Sans MT"/>
              </a:rPr>
              <a:t>ng</a:t>
            </a:r>
            <a:r>
              <a:rPr lang="vi-VN" sz="2400" spc="-15">
                <a:latin typeface="Gill Sans MT"/>
                <a:cs typeface="Gill Sans MT"/>
              </a:rPr>
              <a:t> </a:t>
            </a:r>
            <a:r>
              <a:rPr lang="vi-VN" sz="2400">
                <a:latin typeface="Gill Sans MT"/>
                <a:cs typeface="Gill Sans MT"/>
              </a:rPr>
              <a:t>cách</a:t>
            </a:r>
            <a:r>
              <a:rPr lang="vi-VN" sz="2400" spc="-20">
                <a:latin typeface="Gill Sans MT"/>
                <a:cs typeface="Gill Sans MT"/>
              </a:rPr>
              <a:t> </a:t>
            </a:r>
            <a:r>
              <a:rPr lang="vi-VN" sz="2400">
                <a:latin typeface="Gill Sans MT"/>
                <a:cs typeface="Gill Sans MT"/>
              </a:rPr>
              <a:t>đi</a:t>
            </a:r>
            <a:r>
              <a:rPr lang="vi-VN" sz="2400">
                <a:latin typeface="Calibri"/>
                <a:cs typeface="Calibri"/>
              </a:rPr>
              <a:t>ề</a:t>
            </a:r>
            <a:r>
              <a:rPr lang="vi-VN" sz="2400">
                <a:latin typeface="Gill Sans MT"/>
                <a:cs typeface="Gill Sans MT"/>
              </a:rPr>
              <a:t>u</a:t>
            </a:r>
            <a:r>
              <a:rPr lang="vi-VN" sz="2400" spc="-25">
                <a:latin typeface="Gill Sans MT"/>
                <a:cs typeface="Gill Sans MT"/>
              </a:rPr>
              <a:t> </a:t>
            </a:r>
            <a:r>
              <a:rPr lang="vi-VN" sz="2400">
                <a:latin typeface="Gill Sans MT"/>
                <a:cs typeface="Gill Sans MT"/>
              </a:rPr>
              <a:t>khi</a:t>
            </a:r>
            <a:r>
              <a:rPr lang="vi-VN" sz="2400">
                <a:latin typeface="Calibri"/>
                <a:cs typeface="Calibri"/>
              </a:rPr>
              <a:t>ể</a:t>
            </a:r>
            <a:r>
              <a:rPr lang="vi-VN" sz="2400">
                <a:latin typeface="Gill Sans MT"/>
                <a:cs typeface="Gill Sans MT"/>
              </a:rPr>
              <a:t>n</a:t>
            </a:r>
            <a:r>
              <a:rPr lang="vi-VN" sz="2400" spc="-20">
                <a:latin typeface="Gill Sans MT"/>
                <a:cs typeface="Gill Sans MT"/>
              </a:rPr>
              <a:t> </a:t>
            </a:r>
            <a:r>
              <a:rPr lang="vi-VN" sz="2400">
                <a:latin typeface="Gill Sans MT"/>
                <a:cs typeface="Gill Sans MT"/>
              </a:rPr>
              <a:t>b</a:t>
            </a:r>
            <a:r>
              <a:rPr lang="vi-VN" sz="2400">
                <a:latin typeface="Calibri"/>
                <a:cs typeface="Calibri"/>
              </a:rPr>
              <a:t>ở</a:t>
            </a:r>
            <a:r>
              <a:rPr lang="vi-VN" sz="2400">
                <a:latin typeface="Gill Sans MT"/>
                <a:cs typeface="Gill Sans MT"/>
              </a:rPr>
              <a:t>i</a:t>
            </a:r>
            <a:r>
              <a:rPr lang="vi-VN" sz="2400" spc="-35">
                <a:latin typeface="Gill Sans MT"/>
                <a:cs typeface="Gill Sans MT"/>
              </a:rPr>
              <a:t> </a:t>
            </a:r>
            <a:r>
              <a:rPr lang="vi-VN" sz="2400">
                <a:latin typeface="Gill Sans MT"/>
                <a:cs typeface="Gill Sans MT"/>
              </a:rPr>
              <a:t>tham</a:t>
            </a:r>
            <a:r>
              <a:rPr lang="vi-VN" sz="2400" spc="15">
                <a:latin typeface="Gill Sans MT"/>
                <a:cs typeface="Gill Sans MT"/>
              </a:rPr>
              <a:t> </a:t>
            </a:r>
            <a:r>
              <a:rPr lang="vi-VN" sz="2400">
                <a:latin typeface="Gill Sans MT"/>
                <a:cs typeface="Gill Sans MT"/>
              </a:rPr>
              <a:t>s</a:t>
            </a:r>
            <a:r>
              <a:rPr lang="vi-VN" sz="2400">
                <a:latin typeface="Calibri"/>
                <a:cs typeface="Calibri"/>
              </a:rPr>
              <a:t>ố</a:t>
            </a:r>
            <a:r>
              <a:rPr lang="vi-VN" sz="2400" spc="50">
                <a:latin typeface="Calibri"/>
                <a:cs typeface="Calibri"/>
              </a:rPr>
              <a:t> </a:t>
            </a:r>
            <a:r>
              <a:rPr lang="vi-VN" sz="2400" i="1" spc="-50">
                <a:latin typeface="Gill Sans MT Italic"/>
                <a:cs typeface="Gill Sans MT Italic"/>
              </a:rPr>
              <a:t>T </a:t>
            </a:r>
            <a:r>
              <a:rPr lang="vi-VN" sz="2400" spc="-25">
                <a:latin typeface="Gill Sans MT"/>
                <a:cs typeface="Gill Sans MT"/>
              </a:rPr>
              <a:t>(vì </a:t>
            </a:r>
            <a:r>
              <a:rPr lang="vi-VN" sz="2400" spc="-30">
                <a:latin typeface="Gill Sans MT"/>
                <a:cs typeface="Gill Sans MT"/>
              </a:rPr>
              <a:t>tăng</a:t>
            </a:r>
            <a:r>
              <a:rPr lang="vi-VN" sz="2400" spc="-275">
                <a:latin typeface="Gill Sans MT"/>
                <a:cs typeface="Gill Sans MT"/>
              </a:rPr>
              <a:t> </a:t>
            </a:r>
            <a:r>
              <a:rPr lang="vi-VN" sz="2400">
                <a:latin typeface="Gill Sans MT"/>
                <a:cs typeface="Gill Sans MT"/>
              </a:rPr>
              <a:t>T</a:t>
            </a:r>
            <a:r>
              <a:rPr lang="vi-VN" sz="2400" spc="-105">
                <a:latin typeface="Gill Sans MT"/>
                <a:cs typeface="Gill Sans MT"/>
              </a:rPr>
              <a:t> </a:t>
            </a:r>
            <a:r>
              <a:rPr lang="vi-VN" sz="2400">
                <a:latin typeface="Gill Sans MT"/>
                <a:cs typeface="Gill Sans MT"/>
              </a:rPr>
              <a:t>s</a:t>
            </a:r>
            <a:r>
              <a:rPr lang="vi-VN" sz="2400">
                <a:latin typeface="Calibri"/>
                <a:cs typeface="Calibri"/>
              </a:rPr>
              <a:t>ẽ</a:t>
            </a:r>
            <a:r>
              <a:rPr lang="vi-VN" sz="2400" spc="150">
                <a:latin typeface="Calibri"/>
                <a:cs typeface="Calibri"/>
              </a:rPr>
              <a:t> </a:t>
            </a:r>
            <a:r>
              <a:rPr lang="vi-VN" sz="2400">
                <a:latin typeface="Gill Sans MT"/>
                <a:cs typeface="Gill Sans MT"/>
              </a:rPr>
              <a:t>làm</a:t>
            </a:r>
            <a:r>
              <a:rPr lang="vi-VN" sz="2400" spc="-55">
                <a:latin typeface="Gill Sans MT"/>
                <a:cs typeface="Gill Sans MT"/>
              </a:rPr>
              <a:t> </a:t>
            </a:r>
            <a:r>
              <a:rPr lang="vi-VN" sz="2400">
                <a:latin typeface="Gill Sans MT"/>
                <a:cs typeface="Gill Sans MT"/>
              </a:rPr>
              <a:t>hoà</a:t>
            </a:r>
            <a:r>
              <a:rPr lang="vi-VN" sz="2400" spc="5">
                <a:latin typeface="Gill Sans MT"/>
                <a:cs typeface="Gill Sans MT"/>
              </a:rPr>
              <a:t> </a:t>
            </a:r>
            <a:r>
              <a:rPr lang="vi-VN" sz="2400">
                <a:latin typeface="Gill Sans MT"/>
                <a:cs typeface="Gill Sans MT"/>
              </a:rPr>
              <a:t>nh</a:t>
            </a:r>
            <a:r>
              <a:rPr lang="vi-VN" sz="2400">
                <a:latin typeface="Calibri"/>
                <a:cs typeface="Calibri"/>
              </a:rPr>
              <a:t>ậ</a:t>
            </a:r>
            <a:r>
              <a:rPr lang="vi-VN" sz="2400">
                <a:latin typeface="Gill Sans MT"/>
                <a:cs typeface="Gill Sans MT"/>
              </a:rPr>
              <a:t>p</a:t>
            </a:r>
            <a:r>
              <a:rPr lang="vi-VN" sz="2400" spc="95">
                <a:latin typeface="Gill Sans MT"/>
                <a:cs typeface="Gill Sans MT"/>
              </a:rPr>
              <a:t> </a:t>
            </a:r>
            <a:r>
              <a:rPr lang="vi-VN" sz="2400">
                <a:latin typeface="Gill Sans MT"/>
                <a:cs typeface="Gill Sans MT"/>
              </a:rPr>
              <a:t>m</a:t>
            </a:r>
            <a:r>
              <a:rPr lang="vi-VN" sz="2400">
                <a:latin typeface="Calibri"/>
                <a:cs typeface="Calibri"/>
              </a:rPr>
              <a:t>ộ</a:t>
            </a:r>
            <a:r>
              <a:rPr lang="vi-VN" sz="2400">
                <a:latin typeface="Gill Sans MT"/>
                <a:cs typeface="Gill Sans MT"/>
              </a:rPr>
              <a:t>t</a:t>
            </a:r>
            <a:r>
              <a:rPr lang="vi-VN" sz="2400" spc="-130">
                <a:latin typeface="Gill Sans MT"/>
                <a:cs typeface="Gill Sans MT"/>
              </a:rPr>
              <a:t> </a:t>
            </a:r>
            <a:r>
              <a:rPr lang="vi-VN" sz="2400">
                <a:latin typeface="Gill Sans MT"/>
                <a:cs typeface="Gill Sans MT"/>
              </a:rPr>
              <a:t>s</a:t>
            </a:r>
            <a:r>
              <a:rPr lang="vi-VN" sz="2400">
                <a:latin typeface="Calibri"/>
                <a:cs typeface="Calibri"/>
              </a:rPr>
              <a:t>ố</a:t>
            </a:r>
            <a:r>
              <a:rPr lang="vi-VN" sz="2400" spc="70">
                <a:latin typeface="Calibri"/>
                <a:cs typeface="Calibri"/>
              </a:rPr>
              <a:t> </a:t>
            </a:r>
            <a:r>
              <a:rPr lang="vi-VN" sz="2400">
                <a:latin typeface="Gill Sans MT"/>
                <a:cs typeface="Gill Sans MT"/>
              </a:rPr>
              <a:t>các</a:t>
            </a:r>
            <a:r>
              <a:rPr lang="vi-VN" sz="2400" spc="75">
                <a:latin typeface="Gill Sans MT"/>
                <a:cs typeface="Gill Sans MT"/>
              </a:rPr>
              <a:t> </a:t>
            </a:r>
            <a:r>
              <a:rPr lang="vi-VN" sz="2400">
                <a:latin typeface="Gill Sans MT"/>
                <a:cs typeface="Gill Sans MT"/>
              </a:rPr>
              <a:t>c</a:t>
            </a:r>
            <a:r>
              <a:rPr lang="vi-VN" sz="2400">
                <a:latin typeface="Calibri"/>
                <a:cs typeface="Calibri"/>
              </a:rPr>
              <a:t>ụ</a:t>
            </a:r>
            <a:r>
              <a:rPr lang="vi-VN" sz="2400">
                <a:latin typeface="Gill Sans MT"/>
                <a:cs typeface="Gill Sans MT"/>
              </a:rPr>
              <a:t>m</a:t>
            </a:r>
            <a:r>
              <a:rPr lang="vi-VN" sz="2400" spc="-60">
                <a:latin typeface="Gill Sans MT"/>
                <a:cs typeface="Gill Sans MT"/>
              </a:rPr>
              <a:t> </a:t>
            </a:r>
            <a:r>
              <a:rPr lang="vi-VN" sz="2400" spc="-25">
                <a:latin typeface="Gill Sans MT"/>
                <a:cs typeface="Gill Sans MT"/>
              </a:rPr>
              <a:t>con </a:t>
            </a:r>
            <a:r>
              <a:rPr lang="vi-VN" sz="2400">
                <a:latin typeface="Gill Sans MT"/>
                <a:cs typeface="Gill Sans MT"/>
              </a:rPr>
              <a:t>thành</a:t>
            </a:r>
            <a:r>
              <a:rPr lang="vi-VN" sz="2400" spc="-25">
                <a:latin typeface="Gill Sans MT"/>
                <a:cs typeface="Gill Sans MT"/>
              </a:rPr>
              <a:t> </a:t>
            </a:r>
            <a:r>
              <a:rPr lang="vi-VN" sz="2400">
                <a:latin typeface="Gill Sans MT"/>
                <a:cs typeface="Gill Sans MT"/>
              </a:rPr>
              <a:t>m</a:t>
            </a:r>
            <a:r>
              <a:rPr lang="vi-VN" sz="2400">
                <a:latin typeface="Calibri"/>
                <a:cs typeface="Calibri"/>
              </a:rPr>
              <a:t>ộ</a:t>
            </a:r>
            <a:r>
              <a:rPr lang="vi-VN" sz="2400">
                <a:latin typeface="Gill Sans MT"/>
                <a:cs typeface="Gill Sans MT"/>
              </a:rPr>
              <a:t>t</a:t>
            </a:r>
            <a:r>
              <a:rPr lang="vi-VN" sz="2400" spc="-40">
                <a:latin typeface="Gill Sans MT"/>
                <a:cs typeface="Gill Sans MT"/>
              </a:rPr>
              <a:t> </a:t>
            </a:r>
            <a:r>
              <a:rPr lang="vi-VN" sz="2400" spc="-10">
                <a:latin typeface="Gill Sans MT"/>
                <a:cs typeface="Gill Sans MT"/>
              </a:rPr>
              <a:t>c</a:t>
            </a:r>
            <a:r>
              <a:rPr lang="vi-VN" sz="2400" spc="-10">
                <a:latin typeface="Calibri"/>
                <a:cs typeface="Calibri"/>
              </a:rPr>
              <a:t>ụ</a:t>
            </a:r>
            <a:r>
              <a:rPr lang="vi-VN" sz="2400" spc="-10">
                <a:latin typeface="Gill Sans MT"/>
                <a:cs typeface="Gill Sans MT"/>
              </a:rPr>
              <a:t>m,</a:t>
            </a:r>
            <a:r>
              <a:rPr lang="vi-VN" sz="2400" spc="-395">
                <a:latin typeface="Gill Sans MT"/>
                <a:cs typeface="Gill Sans MT"/>
              </a:rPr>
              <a:t> </a:t>
            </a:r>
            <a:r>
              <a:rPr lang="vi-VN" sz="2400">
                <a:latin typeface="Gill Sans MT"/>
                <a:cs typeface="Gill Sans MT"/>
              </a:rPr>
              <a:t>đi</a:t>
            </a:r>
            <a:r>
              <a:rPr lang="vi-VN" sz="2400">
                <a:latin typeface="Calibri"/>
                <a:cs typeface="Calibri"/>
              </a:rPr>
              <a:t>ề</a:t>
            </a:r>
            <a:r>
              <a:rPr lang="vi-VN" sz="2400">
                <a:latin typeface="Gill Sans MT"/>
                <a:cs typeface="Gill Sans MT"/>
              </a:rPr>
              <a:t>u</a:t>
            </a:r>
            <a:r>
              <a:rPr lang="vi-VN" sz="2400" spc="-10">
                <a:latin typeface="Gill Sans MT"/>
                <a:cs typeface="Gill Sans MT"/>
              </a:rPr>
              <a:t> </a:t>
            </a:r>
            <a:r>
              <a:rPr lang="vi-VN" sz="2400">
                <a:latin typeface="Gill Sans MT"/>
                <a:cs typeface="Gill Sans MT"/>
              </a:rPr>
              <a:t>này</a:t>
            </a:r>
            <a:r>
              <a:rPr lang="vi-VN" sz="2400" spc="-30">
                <a:latin typeface="Gill Sans MT"/>
                <a:cs typeface="Gill Sans MT"/>
              </a:rPr>
              <a:t> </a:t>
            </a:r>
            <a:r>
              <a:rPr lang="vi-VN" sz="2400">
                <a:latin typeface="Gill Sans MT"/>
                <a:cs typeface="Gill Sans MT"/>
              </a:rPr>
              <a:t>làm</a:t>
            </a:r>
            <a:r>
              <a:rPr lang="vi-VN" sz="2400" spc="30">
                <a:latin typeface="Gill Sans MT"/>
                <a:cs typeface="Gill Sans MT"/>
              </a:rPr>
              <a:t> </a:t>
            </a:r>
            <a:r>
              <a:rPr lang="vi-VN" sz="2400">
                <a:latin typeface="Gill Sans MT"/>
                <a:cs typeface="Gill Sans MT"/>
              </a:rPr>
              <a:t>cho</a:t>
            </a:r>
            <a:r>
              <a:rPr lang="vi-VN" sz="2400" spc="-50">
                <a:latin typeface="Gill Sans MT"/>
                <a:cs typeface="Gill Sans MT"/>
              </a:rPr>
              <a:t> </a:t>
            </a:r>
            <a:r>
              <a:rPr lang="vi-VN" sz="2400">
                <a:latin typeface="Gill Sans MT"/>
                <a:cs typeface="Gill Sans MT"/>
              </a:rPr>
              <a:t>cây</a:t>
            </a:r>
            <a:r>
              <a:rPr lang="vi-VN" sz="2400" spc="55">
                <a:latin typeface="Gill Sans MT"/>
                <a:cs typeface="Gill Sans MT"/>
              </a:rPr>
              <a:t> </a:t>
            </a:r>
            <a:r>
              <a:rPr lang="vi-VN" sz="2400">
                <a:latin typeface="Gill Sans MT"/>
                <a:cs typeface="Gill Sans MT"/>
              </a:rPr>
              <a:t>CF</a:t>
            </a:r>
            <a:r>
              <a:rPr lang="vi-VN" sz="2400" spc="-114">
                <a:latin typeface="Gill Sans MT"/>
                <a:cs typeface="Gill Sans MT"/>
              </a:rPr>
              <a:t> </a:t>
            </a:r>
            <a:r>
              <a:rPr lang="vi-VN" sz="2400" spc="-25">
                <a:latin typeface="Gill Sans MT"/>
                <a:cs typeface="Gill Sans MT"/>
              </a:rPr>
              <a:t>nh</a:t>
            </a:r>
            <a:r>
              <a:rPr lang="vi-VN" sz="2400" spc="-25">
                <a:latin typeface="Calibri"/>
                <a:cs typeface="Calibri"/>
              </a:rPr>
              <a:t>ỏ </a:t>
            </a:r>
            <a:r>
              <a:rPr lang="vi-VN" sz="2400" spc="-20">
                <a:latin typeface="Gill Sans MT"/>
                <a:cs typeface="Gill Sans MT"/>
              </a:rPr>
              <a:t>h</a:t>
            </a:r>
            <a:r>
              <a:rPr lang="vi-VN" sz="2400" spc="-20">
                <a:latin typeface="Calibri"/>
                <a:cs typeface="Calibri"/>
              </a:rPr>
              <a:t>ơ</a:t>
            </a:r>
            <a:r>
              <a:rPr lang="vi-VN" sz="2400" spc="-20">
                <a:latin typeface="Gill Sans MT"/>
                <a:cs typeface="Gill Sans MT"/>
              </a:rPr>
              <a:t>n).</a:t>
            </a:r>
            <a:r>
              <a:rPr lang="vi-VN" sz="2400" spc="-295">
                <a:latin typeface="Gill Sans MT"/>
                <a:cs typeface="Gill Sans MT"/>
              </a:rPr>
              <a:t> </a:t>
            </a:r>
            <a:r>
              <a:rPr lang="vi-VN" sz="2400">
                <a:latin typeface="Gill Sans MT"/>
                <a:cs typeface="Gill Sans MT"/>
              </a:rPr>
              <a:t>B</a:t>
            </a:r>
            <a:r>
              <a:rPr lang="vi-VN" sz="2400">
                <a:latin typeface="Calibri"/>
                <a:cs typeface="Calibri"/>
              </a:rPr>
              <a:t>ướ</a:t>
            </a:r>
            <a:r>
              <a:rPr lang="vi-VN" sz="2400">
                <a:latin typeface="Gill Sans MT"/>
                <a:cs typeface="Gill Sans MT"/>
              </a:rPr>
              <a:t>c</a:t>
            </a:r>
            <a:r>
              <a:rPr lang="vi-VN" sz="2400" spc="-95">
                <a:latin typeface="Gill Sans MT"/>
                <a:cs typeface="Gill Sans MT"/>
              </a:rPr>
              <a:t> </a:t>
            </a:r>
            <a:r>
              <a:rPr lang="vi-VN" sz="2400">
                <a:latin typeface="Gill Sans MT"/>
                <a:cs typeface="Gill Sans MT"/>
              </a:rPr>
              <a:t>này</a:t>
            </a:r>
            <a:r>
              <a:rPr lang="vi-VN" sz="2400" spc="-65">
                <a:latin typeface="Gill Sans MT"/>
                <a:cs typeface="Gill Sans MT"/>
              </a:rPr>
              <a:t> </a:t>
            </a:r>
            <a:r>
              <a:rPr lang="vi-VN" sz="2400">
                <a:latin typeface="Gill Sans MT"/>
                <a:cs typeface="Gill Sans MT"/>
              </a:rPr>
              <a:t>không</a:t>
            </a:r>
            <a:r>
              <a:rPr lang="vi-VN" sz="2400" spc="65">
                <a:latin typeface="Gill Sans MT"/>
                <a:cs typeface="Gill Sans MT"/>
              </a:rPr>
              <a:t> </a:t>
            </a:r>
            <a:r>
              <a:rPr lang="vi-VN" sz="2400">
                <a:latin typeface="Gill Sans MT"/>
                <a:cs typeface="Gill Sans MT"/>
              </a:rPr>
              <a:t>c</a:t>
            </a:r>
            <a:r>
              <a:rPr lang="vi-VN" sz="2400">
                <a:latin typeface="Calibri"/>
                <a:cs typeface="Calibri"/>
              </a:rPr>
              <a:t>ầ</a:t>
            </a:r>
            <a:r>
              <a:rPr lang="vi-VN" sz="2400">
                <a:latin typeface="Gill Sans MT"/>
                <a:cs typeface="Gill Sans MT"/>
              </a:rPr>
              <a:t>n</a:t>
            </a:r>
            <a:r>
              <a:rPr lang="vi-VN" sz="2400" spc="-40">
                <a:latin typeface="Gill Sans MT"/>
                <a:cs typeface="Gill Sans MT"/>
              </a:rPr>
              <a:t> </a:t>
            </a:r>
            <a:r>
              <a:rPr lang="vi-VN" sz="2400">
                <a:latin typeface="Gill Sans MT"/>
                <a:cs typeface="Gill Sans MT"/>
              </a:rPr>
              <a:t>yêu</a:t>
            </a:r>
            <a:r>
              <a:rPr lang="vi-VN" sz="2400" spc="60">
                <a:latin typeface="Gill Sans MT"/>
                <a:cs typeface="Gill Sans MT"/>
              </a:rPr>
              <a:t> </a:t>
            </a:r>
            <a:r>
              <a:rPr lang="vi-VN" sz="2400">
                <a:latin typeface="Gill Sans MT"/>
                <a:cs typeface="Gill Sans MT"/>
              </a:rPr>
              <a:t>c</a:t>
            </a:r>
            <a:r>
              <a:rPr lang="vi-VN" sz="2400">
                <a:latin typeface="Calibri"/>
                <a:cs typeface="Calibri"/>
              </a:rPr>
              <a:t>ầ</a:t>
            </a:r>
            <a:r>
              <a:rPr lang="vi-VN" sz="2400">
                <a:latin typeface="Gill Sans MT"/>
                <a:cs typeface="Gill Sans MT"/>
              </a:rPr>
              <a:t>u</a:t>
            </a:r>
            <a:r>
              <a:rPr lang="vi-VN" sz="2400" spc="-35">
                <a:latin typeface="Gill Sans MT"/>
                <a:cs typeface="Gill Sans MT"/>
              </a:rPr>
              <a:t> </a:t>
            </a:r>
            <a:r>
              <a:rPr lang="vi-VN" sz="2400">
                <a:latin typeface="Gill Sans MT"/>
                <a:cs typeface="Gill Sans MT"/>
              </a:rPr>
              <a:t>b</a:t>
            </a:r>
            <a:r>
              <a:rPr lang="vi-VN" sz="2400">
                <a:latin typeface="Calibri"/>
                <a:cs typeface="Calibri"/>
              </a:rPr>
              <a:t>ắ</a:t>
            </a:r>
            <a:r>
              <a:rPr lang="vi-VN" sz="2400">
                <a:latin typeface="Gill Sans MT"/>
                <a:cs typeface="Gill Sans MT"/>
              </a:rPr>
              <a:t>t</a:t>
            </a:r>
            <a:r>
              <a:rPr lang="vi-VN" sz="2400" spc="-70">
                <a:latin typeface="Gill Sans MT"/>
                <a:cs typeface="Gill Sans MT"/>
              </a:rPr>
              <a:t> </a:t>
            </a:r>
            <a:r>
              <a:rPr lang="vi-VN" sz="2400">
                <a:latin typeface="Gill Sans MT"/>
                <a:cs typeface="Gill Sans MT"/>
              </a:rPr>
              <a:t>đ</a:t>
            </a:r>
            <a:r>
              <a:rPr lang="vi-VN" sz="2400">
                <a:latin typeface="Calibri"/>
                <a:cs typeface="Calibri"/>
              </a:rPr>
              <a:t>ầ</a:t>
            </a:r>
            <a:r>
              <a:rPr lang="vi-VN" sz="2400">
                <a:latin typeface="Gill Sans MT"/>
                <a:cs typeface="Gill Sans MT"/>
              </a:rPr>
              <a:t>u</a:t>
            </a:r>
            <a:r>
              <a:rPr lang="vi-VN" sz="2400" spc="55">
                <a:latin typeface="Gill Sans MT"/>
                <a:cs typeface="Gill Sans MT"/>
              </a:rPr>
              <a:t> </a:t>
            </a:r>
            <a:r>
              <a:rPr lang="vi-VN" sz="2400" spc="-195">
                <a:latin typeface="Gill Sans MT"/>
                <a:cs typeface="Gill Sans MT"/>
              </a:rPr>
              <a:t>đ</a:t>
            </a:r>
            <a:r>
              <a:rPr lang="vi-VN" sz="2400" spc="-195">
                <a:latin typeface="Calibri"/>
                <a:cs typeface="Calibri"/>
              </a:rPr>
              <a:t>ọ</a:t>
            </a:r>
            <a:r>
              <a:rPr lang="vi-VN" sz="2400" spc="-195">
                <a:latin typeface="Gill Sans MT"/>
                <a:cs typeface="Gill Sans MT"/>
              </a:rPr>
              <a:t>c </a:t>
            </a:r>
            <a:r>
              <a:rPr lang="vi-VN" sz="2400">
                <a:latin typeface="Gill Sans MT"/>
                <a:cs typeface="Gill Sans MT"/>
              </a:rPr>
              <a:t>d</a:t>
            </a:r>
            <a:r>
              <a:rPr lang="vi-VN" sz="2400">
                <a:latin typeface="Calibri"/>
                <a:cs typeface="Calibri"/>
              </a:rPr>
              <a:t>ữ</a:t>
            </a:r>
            <a:r>
              <a:rPr lang="vi-VN" sz="2400" spc="114">
                <a:latin typeface="Calibri"/>
                <a:cs typeface="Calibri"/>
              </a:rPr>
              <a:t> </a:t>
            </a:r>
            <a:r>
              <a:rPr lang="vi-VN" sz="2400">
                <a:latin typeface="Gill Sans MT"/>
                <a:cs typeface="Gill Sans MT"/>
              </a:rPr>
              <a:t>li</a:t>
            </a:r>
            <a:r>
              <a:rPr lang="vi-VN" sz="2400">
                <a:latin typeface="Calibri"/>
                <a:cs typeface="Calibri"/>
              </a:rPr>
              <a:t>ệ</a:t>
            </a:r>
            <a:r>
              <a:rPr lang="vi-VN" sz="2400">
                <a:latin typeface="Gill Sans MT"/>
                <a:cs typeface="Gill Sans MT"/>
              </a:rPr>
              <a:t>u</a:t>
            </a:r>
            <a:r>
              <a:rPr lang="vi-VN" sz="2400" spc="-30">
                <a:latin typeface="Gill Sans MT"/>
                <a:cs typeface="Gill Sans MT"/>
              </a:rPr>
              <a:t> </a:t>
            </a:r>
            <a:r>
              <a:rPr lang="vi-VN" sz="2400">
                <a:latin typeface="Gill Sans MT"/>
                <a:cs typeface="Gill Sans MT"/>
              </a:rPr>
              <a:t>l</a:t>
            </a:r>
            <a:r>
              <a:rPr lang="vi-VN" sz="2400">
                <a:latin typeface="Calibri"/>
                <a:cs typeface="Calibri"/>
              </a:rPr>
              <a:t>ạ</a:t>
            </a:r>
            <a:r>
              <a:rPr lang="vi-VN" sz="2400">
                <a:latin typeface="Gill Sans MT"/>
                <a:cs typeface="Gill Sans MT"/>
              </a:rPr>
              <a:t>i</a:t>
            </a:r>
            <a:r>
              <a:rPr lang="vi-VN" sz="2400" spc="-50">
                <a:latin typeface="Gill Sans MT"/>
                <a:cs typeface="Gill Sans MT"/>
              </a:rPr>
              <a:t> </a:t>
            </a:r>
            <a:r>
              <a:rPr lang="vi-VN" sz="2400">
                <a:latin typeface="Gill Sans MT"/>
                <a:cs typeface="Gill Sans MT"/>
              </a:rPr>
              <a:t>t</a:t>
            </a:r>
            <a:r>
              <a:rPr lang="vi-VN" sz="2400">
                <a:latin typeface="Calibri"/>
                <a:cs typeface="Calibri"/>
              </a:rPr>
              <a:t>ừ</a:t>
            </a:r>
            <a:r>
              <a:rPr lang="vi-VN" sz="2400" spc="120">
                <a:latin typeface="Calibri"/>
                <a:cs typeface="Calibri"/>
              </a:rPr>
              <a:t> </a:t>
            </a:r>
            <a:r>
              <a:rPr lang="vi-VN" sz="2400">
                <a:latin typeface="Gill Sans MT"/>
                <a:cs typeface="Gill Sans MT"/>
              </a:rPr>
              <a:t>đ</a:t>
            </a:r>
            <a:r>
              <a:rPr lang="vi-VN" sz="2400">
                <a:latin typeface="Calibri"/>
                <a:cs typeface="Calibri"/>
              </a:rPr>
              <a:t>ầ</a:t>
            </a:r>
            <a:r>
              <a:rPr lang="vi-VN" sz="2400">
                <a:latin typeface="Gill Sans MT"/>
                <a:cs typeface="Gill Sans MT"/>
              </a:rPr>
              <a:t>u</a:t>
            </a:r>
            <a:r>
              <a:rPr lang="vi-VN" sz="2400" spc="60">
                <a:latin typeface="Gill Sans MT"/>
                <a:cs typeface="Gill Sans MT"/>
              </a:rPr>
              <a:t> </a:t>
            </a:r>
            <a:r>
              <a:rPr lang="vi-VN" sz="2400">
                <a:latin typeface="Gill Sans MT"/>
                <a:cs typeface="Gill Sans MT"/>
              </a:rPr>
              <a:t>nh</a:t>
            </a:r>
            <a:r>
              <a:rPr lang="vi-VN" sz="2400">
                <a:latin typeface="Calibri"/>
                <a:cs typeface="Calibri"/>
              </a:rPr>
              <a:t>ư</a:t>
            </a:r>
            <a:r>
              <a:rPr lang="vi-VN" sz="2400">
                <a:latin typeface="Gill Sans MT"/>
                <a:cs typeface="Gill Sans MT"/>
              </a:rPr>
              <a:t>ng</a:t>
            </a:r>
            <a:r>
              <a:rPr lang="vi-VN" sz="2400" spc="-125">
                <a:latin typeface="Gill Sans MT"/>
                <a:cs typeface="Gill Sans MT"/>
              </a:rPr>
              <a:t> </a:t>
            </a:r>
            <a:r>
              <a:rPr lang="vi-VN" sz="2400">
                <a:latin typeface="Gill Sans MT"/>
                <a:cs typeface="Gill Sans MT"/>
              </a:rPr>
              <a:t>v</a:t>
            </a:r>
            <a:r>
              <a:rPr lang="vi-VN" sz="2400">
                <a:latin typeface="Calibri"/>
                <a:cs typeface="Calibri"/>
              </a:rPr>
              <a:t>ẫ</a:t>
            </a:r>
            <a:r>
              <a:rPr lang="vi-VN" sz="2400">
                <a:latin typeface="Gill Sans MT"/>
                <a:cs typeface="Gill Sans MT"/>
              </a:rPr>
              <a:t>n</a:t>
            </a:r>
            <a:r>
              <a:rPr lang="vi-VN" sz="2400" spc="60">
                <a:latin typeface="Gill Sans MT"/>
                <a:cs typeface="Gill Sans MT"/>
              </a:rPr>
              <a:t> </a:t>
            </a:r>
            <a:r>
              <a:rPr lang="vi-VN" sz="2400">
                <a:latin typeface="Gill Sans MT"/>
                <a:cs typeface="Gill Sans MT"/>
              </a:rPr>
              <a:t>đ</a:t>
            </a:r>
            <a:r>
              <a:rPr lang="vi-VN" sz="2400">
                <a:latin typeface="Calibri"/>
                <a:cs typeface="Calibri"/>
              </a:rPr>
              <a:t>ả</a:t>
            </a:r>
            <a:r>
              <a:rPr lang="vi-VN" sz="2400">
                <a:latin typeface="Gill Sans MT"/>
                <a:cs typeface="Gill Sans MT"/>
              </a:rPr>
              <a:t>m</a:t>
            </a:r>
            <a:r>
              <a:rPr lang="vi-VN" sz="2400" spc="5">
                <a:latin typeface="Gill Sans MT"/>
                <a:cs typeface="Gill Sans MT"/>
              </a:rPr>
              <a:t> </a:t>
            </a:r>
            <a:r>
              <a:rPr lang="vi-VN" sz="2400">
                <a:latin typeface="Gill Sans MT"/>
                <a:cs typeface="Gill Sans MT"/>
              </a:rPr>
              <a:t>b</a:t>
            </a:r>
            <a:r>
              <a:rPr lang="vi-VN" sz="2400">
                <a:latin typeface="Calibri"/>
                <a:cs typeface="Calibri"/>
              </a:rPr>
              <a:t>ả</a:t>
            </a:r>
            <a:r>
              <a:rPr lang="vi-VN" sz="2400">
                <a:latin typeface="Gill Sans MT"/>
                <a:cs typeface="Gill Sans MT"/>
              </a:rPr>
              <a:t>o</a:t>
            </a:r>
            <a:r>
              <a:rPr lang="vi-VN" sz="2400" spc="-75">
                <a:latin typeface="Gill Sans MT"/>
                <a:cs typeface="Gill Sans MT"/>
              </a:rPr>
              <a:t> </a:t>
            </a:r>
            <a:r>
              <a:rPr lang="vi-VN" sz="2400">
                <a:latin typeface="Gill Sans MT"/>
                <a:cs typeface="Gill Sans MT"/>
              </a:rPr>
              <a:t>hi</a:t>
            </a:r>
            <a:r>
              <a:rPr lang="vi-VN" sz="2400">
                <a:latin typeface="Calibri"/>
                <a:cs typeface="Calibri"/>
              </a:rPr>
              <a:t>ệ</a:t>
            </a:r>
            <a:r>
              <a:rPr lang="vi-VN" sz="2400">
                <a:latin typeface="Gill Sans MT"/>
                <a:cs typeface="Gill Sans MT"/>
              </a:rPr>
              <a:t>u</a:t>
            </a:r>
            <a:r>
              <a:rPr lang="vi-VN" sz="2400" spc="-35">
                <a:latin typeface="Gill Sans MT"/>
                <a:cs typeface="Gill Sans MT"/>
              </a:rPr>
              <a:t> </a:t>
            </a:r>
            <a:r>
              <a:rPr lang="vi-VN" sz="2400" spc="-570">
                <a:latin typeface="Gill Sans MT"/>
                <a:cs typeface="Gill Sans MT"/>
              </a:rPr>
              <a:t>ch</a:t>
            </a:r>
            <a:r>
              <a:rPr lang="vi-VN" sz="2400" spc="-570">
                <a:latin typeface="Calibri"/>
                <a:cs typeface="Calibri"/>
              </a:rPr>
              <a:t>ỉ</a:t>
            </a:r>
            <a:r>
              <a:rPr lang="vi-VN" sz="2400" spc="-570">
                <a:latin typeface="Gill Sans MT"/>
                <a:cs typeface="Gill Sans MT"/>
              </a:rPr>
              <a:t>nh </a:t>
            </a:r>
            <a:r>
              <a:rPr lang="vi-VN" sz="2400">
                <a:latin typeface="Gill Sans MT"/>
                <a:cs typeface="Gill Sans MT"/>
              </a:rPr>
              <a:t>cây</a:t>
            </a:r>
            <a:r>
              <a:rPr lang="vi-VN" sz="2400" spc="-40">
                <a:latin typeface="Gill Sans MT"/>
                <a:cs typeface="Gill Sans MT"/>
              </a:rPr>
              <a:t> </a:t>
            </a:r>
            <a:r>
              <a:rPr lang="vi-VN" sz="2400">
                <a:latin typeface="Gill Sans MT"/>
                <a:cs typeface="Gill Sans MT"/>
              </a:rPr>
              <a:t>d</a:t>
            </a:r>
            <a:r>
              <a:rPr lang="vi-VN" sz="2400">
                <a:latin typeface="Calibri"/>
                <a:cs typeface="Calibri"/>
              </a:rPr>
              <a:t>ữ</a:t>
            </a:r>
            <a:r>
              <a:rPr lang="vi-VN" sz="2400" spc="145">
                <a:latin typeface="Calibri"/>
                <a:cs typeface="Calibri"/>
              </a:rPr>
              <a:t> </a:t>
            </a:r>
            <a:r>
              <a:rPr lang="vi-VN" sz="2400">
                <a:latin typeface="Gill Sans MT"/>
                <a:cs typeface="Gill Sans MT"/>
              </a:rPr>
              <a:t>li</a:t>
            </a:r>
            <a:r>
              <a:rPr lang="vi-VN" sz="2400">
                <a:latin typeface="Calibri"/>
                <a:cs typeface="Calibri"/>
              </a:rPr>
              <a:t>ệ</a:t>
            </a:r>
            <a:r>
              <a:rPr lang="vi-VN" sz="2400">
                <a:latin typeface="Gill Sans MT"/>
                <a:cs typeface="Gill Sans MT"/>
              </a:rPr>
              <a:t>u</a:t>
            </a:r>
            <a:r>
              <a:rPr lang="vi-VN" sz="2400" spc="-10">
                <a:latin typeface="Gill Sans MT"/>
                <a:cs typeface="Gill Sans MT"/>
              </a:rPr>
              <a:t> </a:t>
            </a:r>
            <a:r>
              <a:rPr lang="vi-VN" sz="2400">
                <a:latin typeface="Gill Sans MT"/>
                <a:cs typeface="Gill Sans MT"/>
              </a:rPr>
              <a:t>nh</a:t>
            </a:r>
            <a:r>
              <a:rPr lang="vi-VN" sz="2400">
                <a:latin typeface="Calibri"/>
                <a:cs typeface="Calibri"/>
              </a:rPr>
              <a:t>ỏ</a:t>
            </a:r>
            <a:r>
              <a:rPr lang="vi-VN" sz="2400" spc="155">
                <a:latin typeface="Calibri"/>
                <a:cs typeface="Calibri"/>
              </a:rPr>
              <a:t> </a:t>
            </a:r>
            <a:r>
              <a:rPr lang="vi-VN" sz="2400" spc="-20">
                <a:latin typeface="Gill Sans MT"/>
                <a:cs typeface="Gill Sans MT"/>
              </a:rPr>
              <a:t>h</a:t>
            </a:r>
            <a:r>
              <a:rPr lang="vi-VN" sz="2400" spc="-20">
                <a:latin typeface="Calibri"/>
                <a:cs typeface="Calibri"/>
              </a:rPr>
              <a:t>ơ</a:t>
            </a:r>
            <a:r>
              <a:rPr lang="vi-VN" sz="2400" spc="-20">
                <a:latin typeface="Gill Sans MT"/>
                <a:cs typeface="Gill Sans MT"/>
              </a:rPr>
              <a:t>n.</a:t>
            </a:r>
            <a:endParaRPr lang="vi-VN" sz="2400">
              <a:latin typeface="Gill Sans MT"/>
              <a:cs typeface="Gill Sans MT"/>
            </a:endParaRPr>
          </a:p>
          <a:p>
            <a:endParaRPr lang="en-US"/>
          </a:p>
        </p:txBody>
      </p:sp>
      <p:sp>
        <p:nvSpPr>
          <p:cNvPr id="4" name="object 4"/>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87</a:t>
            </a:fld>
            <a:endParaRPr lang="en-US"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365126"/>
            <a:ext cx="7886700" cy="1325563"/>
          </a:xfrm>
        </p:spPr>
        <p:txBody>
          <a:bodyPr vert="horz" wrap="square" lIns="0" tIns="207570" rIns="0" bIns="0" rtlCol="0">
            <a:spAutoFit/>
          </a:bodyPr>
          <a:lstStyle/>
          <a:p>
            <a:r>
              <a:rPr lang="en-US" dirty="0"/>
              <a:t>BIRCH</a:t>
            </a:r>
          </a:p>
        </p:txBody>
      </p:sp>
      <p:sp>
        <p:nvSpPr>
          <p:cNvPr id="7" name="Content Placeholder 6">
            <a:extLst>
              <a:ext uri="{FF2B5EF4-FFF2-40B4-BE49-F238E27FC236}">
                <a16:creationId xmlns:a16="http://schemas.microsoft.com/office/drawing/2014/main" id="{612490DC-D10E-8A9F-574B-A90D90717E9C}"/>
              </a:ext>
            </a:extLst>
          </p:cNvPr>
          <p:cNvSpPr>
            <a:spLocks noGrp="1"/>
          </p:cNvSpPr>
          <p:nvPr>
            <p:ph idx="1"/>
          </p:nvPr>
        </p:nvSpPr>
        <p:spPr/>
        <p:txBody>
          <a:bodyPr/>
          <a:lstStyle/>
          <a:p>
            <a:pPr marL="355600" marR="36195" indent="-342900">
              <a:lnSpc>
                <a:spcPct val="101200"/>
              </a:lnSpc>
              <a:spcBef>
                <a:spcPts val="60"/>
              </a:spcBef>
              <a:buFont typeface="Arial"/>
              <a:buChar char="•"/>
              <a:tabLst>
                <a:tab pos="355600" algn="l"/>
              </a:tabLst>
            </a:pPr>
            <a:r>
              <a:rPr lang="vi-VN" sz="2400" b="1" i="1">
                <a:latin typeface="Gill Sans MT Bold Italic"/>
                <a:cs typeface="Gill Sans MT Bold Italic"/>
              </a:rPr>
              <a:t>B</a:t>
            </a:r>
            <a:r>
              <a:rPr lang="vi-VN" sz="2400" b="1" i="1">
                <a:latin typeface="Calibri"/>
                <a:cs typeface="Calibri"/>
              </a:rPr>
              <a:t>ướ</a:t>
            </a:r>
            <a:r>
              <a:rPr lang="vi-VN" sz="2400" b="1" i="1">
                <a:latin typeface="Gill Sans MT Bold Italic"/>
                <a:cs typeface="Gill Sans MT Bold Italic"/>
              </a:rPr>
              <a:t>c</a:t>
            </a:r>
            <a:r>
              <a:rPr lang="vi-VN" sz="2400" b="1" i="1" spc="-35">
                <a:latin typeface="Gill Sans MT Bold Italic"/>
                <a:cs typeface="Gill Sans MT Bold Italic"/>
              </a:rPr>
              <a:t> </a:t>
            </a:r>
            <a:r>
              <a:rPr lang="vi-VN" sz="2400" b="1" i="1">
                <a:latin typeface="Gill Sans MT Bold Italic"/>
                <a:cs typeface="Gill Sans MT Bold Italic"/>
              </a:rPr>
              <a:t>3:</a:t>
            </a:r>
            <a:r>
              <a:rPr lang="vi-VN" sz="2400" b="1" i="1" spc="-310">
                <a:latin typeface="Gill Sans MT Bold Italic"/>
                <a:cs typeface="Gill Sans MT Bold Italic"/>
              </a:rPr>
              <a:t> </a:t>
            </a:r>
            <a:r>
              <a:rPr lang="vi-VN" sz="2400">
                <a:latin typeface="Gill Sans MT"/>
                <a:cs typeface="Gill Sans MT"/>
              </a:rPr>
              <a:t>Th</a:t>
            </a:r>
            <a:r>
              <a:rPr lang="vi-VN" sz="2400">
                <a:latin typeface="Calibri"/>
                <a:cs typeface="Calibri"/>
              </a:rPr>
              <a:t>ự</a:t>
            </a:r>
            <a:r>
              <a:rPr lang="vi-VN" sz="2400">
                <a:latin typeface="Gill Sans MT"/>
                <a:cs typeface="Gill Sans MT"/>
              </a:rPr>
              <a:t>c</a:t>
            </a:r>
            <a:r>
              <a:rPr lang="vi-VN" sz="2400" spc="-25">
                <a:latin typeface="Gill Sans MT"/>
                <a:cs typeface="Gill Sans MT"/>
              </a:rPr>
              <a:t> </a:t>
            </a:r>
            <a:r>
              <a:rPr lang="vi-VN" sz="2400">
                <a:latin typeface="Gill Sans MT"/>
                <a:cs typeface="Gill Sans MT"/>
              </a:rPr>
              <a:t>hi</a:t>
            </a:r>
            <a:r>
              <a:rPr lang="vi-VN" sz="2400">
                <a:latin typeface="Calibri"/>
                <a:cs typeface="Calibri"/>
              </a:rPr>
              <a:t>ệ</a:t>
            </a:r>
            <a:r>
              <a:rPr lang="vi-VN" sz="2400">
                <a:latin typeface="Gill Sans MT"/>
                <a:cs typeface="Gill Sans MT"/>
              </a:rPr>
              <a:t>n phân </a:t>
            </a:r>
            <a:r>
              <a:rPr lang="vi-VN" sz="2400" spc="-10">
                <a:latin typeface="Gill Sans MT"/>
                <a:cs typeface="Gill Sans MT"/>
              </a:rPr>
              <a:t>c</a:t>
            </a:r>
            <a:r>
              <a:rPr lang="vi-VN" sz="2400" spc="-10">
                <a:latin typeface="Calibri"/>
                <a:cs typeface="Calibri"/>
              </a:rPr>
              <a:t>ụ</a:t>
            </a:r>
            <a:r>
              <a:rPr lang="vi-VN" sz="2400" spc="-10">
                <a:latin typeface="Gill Sans MT"/>
                <a:cs typeface="Gill Sans MT"/>
              </a:rPr>
              <a:t>m:</a:t>
            </a:r>
            <a:r>
              <a:rPr lang="vi-VN" sz="2400" spc="-395">
                <a:latin typeface="Gill Sans MT"/>
                <a:cs typeface="Gill Sans MT"/>
              </a:rPr>
              <a:t> </a:t>
            </a:r>
            <a:r>
              <a:rPr lang="vi-VN" sz="2400">
                <a:latin typeface="Gill Sans MT"/>
                <a:cs typeface="Gill Sans MT"/>
              </a:rPr>
              <a:t>Các</a:t>
            </a:r>
            <a:r>
              <a:rPr lang="vi-VN" sz="2400" spc="-25">
                <a:latin typeface="Gill Sans MT"/>
                <a:cs typeface="Gill Sans MT"/>
              </a:rPr>
              <a:t> </a:t>
            </a:r>
            <a:r>
              <a:rPr lang="vi-VN" sz="2400">
                <a:latin typeface="Gill Sans MT"/>
                <a:cs typeface="Gill Sans MT"/>
              </a:rPr>
              <a:t>nút</a:t>
            </a:r>
            <a:r>
              <a:rPr lang="vi-VN" sz="2400" spc="-35">
                <a:latin typeface="Gill Sans MT"/>
                <a:cs typeface="Gill Sans MT"/>
              </a:rPr>
              <a:t> </a:t>
            </a:r>
            <a:r>
              <a:rPr lang="vi-VN" sz="2400">
                <a:latin typeface="Gill Sans MT"/>
                <a:cs typeface="Gill Sans MT"/>
              </a:rPr>
              <a:t>lá</a:t>
            </a:r>
            <a:r>
              <a:rPr lang="vi-VN" sz="2400" spc="5">
                <a:latin typeface="Gill Sans MT"/>
                <a:cs typeface="Gill Sans MT"/>
              </a:rPr>
              <a:t> </a:t>
            </a:r>
            <a:r>
              <a:rPr lang="vi-VN" sz="2400" spc="-25">
                <a:latin typeface="Gill Sans MT"/>
                <a:cs typeface="Gill Sans MT"/>
              </a:rPr>
              <a:t>c</a:t>
            </a:r>
            <a:r>
              <a:rPr lang="vi-VN" sz="2400" spc="-25">
                <a:latin typeface="Calibri"/>
                <a:cs typeface="Calibri"/>
              </a:rPr>
              <a:t>ủ</a:t>
            </a:r>
            <a:r>
              <a:rPr lang="vi-VN" sz="2400" spc="-25">
                <a:latin typeface="Gill Sans MT"/>
                <a:cs typeface="Gill Sans MT"/>
              </a:rPr>
              <a:t>a </a:t>
            </a:r>
            <a:r>
              <a:rPr lang="vi-VN" sz="2400">
                <a:latin typeface="Gill Sans MT"/>
                <a:cs typeface="Gill Sans MT"/>
              </a:rPr>
              <a:t>cây</a:t>
            </a:r>
            <a:r>
              <a:rPr lang="vi-VN" sz="2400" spc="-60">
                <a:latin typeface="Gill Sans MT"/>
                <a:cs typeface="Gill Sans MT"/>
              </a:rPr>
              <a:t> </a:t>
            </a:r>
            <a:r>
              <a:rPr lang="vi-VN" sz="2400">
                <a:latin typeface="Gill Sans MT"/>
                <a:cs typeface="Gill Sans MT"/>
              </a:rPr>
              <a:t>CF</a:t>
            </a:r>
            <a:r>
              <a:rPr lang="vi-VN" sz="2400" spc="-40">
                <a:latin typeface="Gill Sans MT"/>
                <a:cs typeface="Gill Sans MT"/>
              </a:rPr>
              <a:t> </a:t>
            </a:r>
            <a:r>
              <a:rPr lang="vi-VN" sz="2400">
                <a:latin typeface="Gill Sans MT"/>
                <a:cs typeface="Gill Sans MT"/>
              </a:rPr>
              <a:t>l</a:t>
            </a:r>
            <a:r>
              <a:rPr lang="vi-VN" sz="2400">
                <a:latin typeface="Calibri"/>
                <a:cs typeface="Calibri"/>
              </a:rPr>
              <a:t>ư</a:t>
            </a:r>
            <a:r>
              <a:rPr lang="vi-VN" sz="2400">
                <a:latin typeface="Gill Sans MT"/>
                <a:cs typeface="Gill Sans MT"/>
              </a:rPr>
              <a:t>u</a:t>
            </a:r>
            <a:r>
              <a:rPr lang="vi-VN" sz="2400" spc="-25">
                <a:latin typeface="Gill Sans MT"/>
                <a:cs typeface="Gill Sans MT"/>
              </a:rPr>
              <a:t> </a:t>
            </a:r>
            <a:r>
              <a:rPr lang="vi-VN" sz="2400">
                <a:latin typeface="Gill Sans MT"/>
                <a:cs typeface="Gill Sans MT"/>
              </a:rPr>
              <a:t>gi</a:t>
            </a:r>
            <a:r>
              <a:rPr lang="vi-VN" sz="2400">
                <a:latin typeface="Calibri"/>
                <a:cs typeface="Calibri"/>
              </a:rPr>
              <a:t>ữ</a:t>
            </a:r>
            <a:r>
              <a:rPr lang="vi-VN" sz="2400" spc="125">
                <a:latin typeface="Calibri"/>
                <a:cs typeface="Calibri"/>
              </a:rPr>
              <a:t> </a:t>
            </a:r>
            <a:r>
              <a:rPr lang="vi-VN" sz="2400">
                <a:latin typeface="Gill Sans MT"/>
                <a:cs typeface="Gill Sans MT"/>
              </a:rPr>
              <a:t>các</a:t>
            </a:r>
            <a:r>
              <a:rPr lang="vi-VN" sz="2400" spc="-55">
                <a:latin typeface="Gill Sans MT"/>
                <a:cs typeface="Gill Sans MT"/>
              </a:rPr>
              <a:t> </a:t>
            </a:r>
            <a:r>
              <a:rPr lang="vi-VN" sz="2400">
                <a:latin typeface="Gill Sans MT"/>
                <a:cs typeface="Gill Sans MT"/>
              </a:rPr>
              <a:t>đ</a:t>
            </a:r>
            <a:r>
              <a:rPr lang="vi-VN" sz="2400">
                <a:latin typeface="Calibri"/>
                <a:cs typeface="Calibri"/>
              </a:rPr>
              <a:t>ạ</a:t>
            </a:r>
            <a:r>
              <a:rPr lang="vi-VN" sz="2400">
                <a:latin typeface="Gill Sans MT"/>
                <a:cs typeface="Gill Sans MT"/>
              </a:rPr>
              <a:t>i</a:t>
            </a:r>
            <a:r>
              <a:rPr lang="vi-VN" sz="2400" spc="-45">
                <a:latin typeface="Gill Sans MT"/>
                <a:cs typeface="Gill Sans MT"/>
              </a:rPr>
              <a:t> </a:t>
            </a:r>
            <a:r>
              <a:rPr lang="vi-VN" sz="2400">
                <a:latin typeface="Gill Sans MT"/>
                <a:cs typeface="Gill Sans MT"/>
              </a:rPr>
              <a:t>l</a:t>
            </a:r>
            <a:r>
              <a:rPr lang="vi-VN" sz="2400">
                <a:latin typeface="Calibri"/>
                <a:cs typeface="Calibri"/>
              </a:rPr>
              <a:t>ượ</a:t>
            </a:r>
            <a:r>
              <a:rPr lang="vi-VN" sz="2400">
                <a:latin typeface="Gill Sans MT"/>
                <a:cs typeface="Gill Sans MT"/>
              </a:rPr>
              <a:t>ng</a:t>
            </a:r>
            <a:r>
              <a:rPr lang="vi-VN" sz="2400" spc="-20">
                <a:latin typeface="Gill Sans MT"/>
                <a:cs typeface="Gill Sans MT"/>
              </a:rPr>
              <a:t> </a:t>
            </a:r>
            <a:r>
              <a:rPr lang="vi-VN" sz="2400">
                <a:latin typeface="Gill Sans MT"/>
                <a:cs typeface="Gill Sans MT"/>
              </a:rPr>
              <a:t>th</a:t>
            </a:r>
            <a:r>
              <a:rPr lang="vi-VN" sz="2400">
                <a:latin typeface="Calibri"/>
                <a:cs typeface="Calibri"/>
              </a:rPr>
              <a:t>ố</a:t>
            </a:r>
            <a:r>
              <a:rPr lang="vi-VN" sz="2400">
                <a:latin typeface="Gill Sans MT"/>
                <a:cs typeface="Gill Sans MT"/>
              </a:rPr>
              <a:t>ng</a:t>
            </a:r>
            <a:r>
              <a:rPr lang="vi-VN" sz="2400" spc="-25">
                <a:latin typeface="Gill Sans MT"/>
                <a:cs typeface="Gill Sans MT"/>
              </a:rPr>
              <a:t> </a:t>
            </a:r>
            <a:r>
              <a:rPr lang="vi-VN" sz="2400">
                <a:latin typeface="Gill Sans MT"/>
                <a:cs typeface="Gill Sans MT"/>
              </a:rPr>
              <a:t>kê</a:t>
            </a:r>
            <a:r>
              <a:rPr lang="vi-VN" sz="2400" spc="30">
                <a:latin typeface="Gill Sans MT"/>
                <a:cs typeface="Gill Sans MT"/>
              </a:rPr>
              <a:t> </a:t>
            </a:r>
            <a:r>
              <a:rPr lang="vi-VN" sz="2400">
                <a:latin typeface="Gill Sans MT"/>
                <a:cs typeface="Gill Sans MT"/>
              </a:rPr>
              <a:t>c</a:t>
            </a:r>
            <a:r>
              <a:rPr lang="vi-VN" sz="2400">
                <a:latin typeface="Calibri"/>
                <a:cs typeface="Calibri"/>
              </a:rPr>
              <a:t>ủ</a:t>
            </a:r>
            <a:r>
              <a:rPr lang="vi-VN" sz="2400">
                <a:latin typeface="Gill Sans MT"/>
                <a:cs typeface="Gill Sans MT"/>
              </a:rPr>
              <a:t>a</a:t>
            </a:r>
            <a:r>
              <a:rPr lang="vi-VN" sz="2400" spc="-114">
                <a:latin typeface="Gill Sans MT"/>
                <a:cs typeface="Gill Sans MT"/>
              </a:rPr>
              <a:t> </a:t>
            </a:r>
            <a:r>
              <a:rPr lang="vi-VN" sz="2400" spc="-480">
                <a:latin typeface="Gill Sans MT"/>
                <a:cs typeface="Gill Sans MT"/>
              </a:rPr>
              <a:t>các </a:t>
            </a:r>
            <a:r>
              <a:rPr lang="vi-VN" sz="2400">
                <a:latin typeface="Gill Sans MT"/>
                <a:cs typeface="Gill Sans MT"/>
              </a:rPr>
              <a:t>c</a:t>
            </a:r>
            <a:r>
              <a:rPr lang="vi-VN" sz="2400">
                <a:latin typeface="Calibri"/>
                <a:cs typeface="Calibri"/>
              </a:rPr>
              <a:t>ụ</a:t>
            </a:r>
            <a:r>
              <a:rPr lang="vi-VN" sz="2400">
                <a:latin typeface="Gill Sans MT"/>
                <a:cs typeface="Gill Sans MT"/>
              </a:rPr>
              <a:t>m</a:t>
            </a:r>
            <a:r>
              <a:rPr lang="vi-VN" sz="2400" spc="-120">
                <a:latin typeface="Gill Sans MT"/>
                <a:cs typeface="Gill Sans MT"/>
              </a:rPr>
              <a:t> </a:t>
            </a:r>
            <a:r>
              <a:rPr lang="vi-VN" sz="2400" spc="-30">
                <a:latin typeface="Gill Sans MT"/>
                <a:cs typeface="Gill Sans MT"/>
              </a:rPr>
              <a:t>con.</a:t>
            </a:r>
            <a:r>
              <a:rPr lang="vi-VN" sz="2400" spc="-495">
                <a:latin typeface="Gill Sans MT"/>
                <a:cs typeface="Gill Sans MT"/>
              </a:rPr>
              <a:t> </a:t>
            </a:r>
            <a:r>
              <a:rPr lang="vi-VN" sz="2400" spc="-75">
                <a:latin typeface="Gill Sans MT"/>
                <a:cs typeface="Gill Sans MT"/>
              </a:rPr>
              <a:t>Trong</a:t>
            </a:r>
            <a:r>
              <a:rPr lang="vi-VN" sz="2400" spc="80">
                <a:latin typeface="Gill Sans MT"/>
                <a:cs typeface="Gill Sans MT"/>
              </a:rPr>
              <a:t> </a:t>
            </a:r>
            <a:r>
              <a:rPr lang="vi-VN" sz="2400">
                <a:latin typeface="Gill Sans MT"/>
                <a:cs typeface="Gill Sans MT"/>
              </a:rPr>
              <a:t>b</a:t>
            </a:r>
            <a:r>
              <a:rPr lang="vi-VN" sz="2400">
                <a:latin typeface="Calibri"/>
                <a:cs typeface="Calibri"/>
              </a:rPr>
              <a:t>ướ</a:t>
            </a:r>
            <a:r>
              <a:rPr lang="vi-VN" sz="2400">
                <a:latin typeface="Gill Sans MT"/>
                <a:cs typeface="Gill Sans MT"/>
              </a:rPr>
              <a:t>c</a:t>
            </a:r>
            <a:r>
              <a:rPr lang="vi-VN" sz="2400" spc="-45">
                <a:latin typeface="Gill Sans MT"/>
                <a:cs typeface="Gill Sans MT"/>
              </a:rPr>
              <a:t> </a:t>
            </a:r>
            <a:r>
              <a:rPr lang="vi-VN" sz="2400" spc="-70">
                <a:latin typeface="Gill Sans MT"/>
                <a:cs typeface="Gill Sans MT"/>
              </a:rPr>
              <a:t>này,</a:t>
            </a:r>
            <a:r>
              <a:rPr lang="vi-VN" sz="2400" spc="-295">
                <a:latin typeface="Gill Sans MT"/>
                <a:cs typeface="Gill Sans MT"/>
              </a:rPr>
              <a:t> </a:t>
            </a:r>
            <a:r>
              <a:rPr lang="vi-VN" sz="2400">
                <a:latin typeface="Gill Sans MT"/>
                <a:cs typeface="Gill Sans MT"/>
              </a:rPr>
              <a:t>BIRCH</a:t>
            </a:r>
            <a:r>
              <a:rPr lang="vi-VN" sz="2400" spc="-55">
                <a:latin typeface="Gill Sans MT"/>
                <a:cs typeface="Gill Sans MT"/>
              </a:rPr>
              <a:t> </a:t>
            </a:r>
            <a:r>
              <a:rPr lang="vi-VN" sz="2400">
                <a:latin typeface="Gill Sans MT"/>
                <a:cs typeface="Gill Sans MT"/>
              </a:rPr>
              <a:t>s</a:t>
            </a:r>
            <a:r>
              <a:rPr lang="vi-VN" sz="2400">
                <a:latin typeface="Calibri"/>
                <a:cs typeface="Calibri"/>
              </a:rPr>
              <a:t>ử</a:t>
            </a:r>
            <a:r>
              <a:rPr lang="vi-VN" sz="2400" spc="35">
                <a:latin typeface="Calibri"/>
                <a:cs typeface="Calibri"/>
              </a:rPr>
              <a:t> </a:t>
            </a:r>
            <a:r>
              <a:rPr lang="vi-VN" sz="2400" spc="-20">
                <a:latin typeface="Gill Sans MT"/>
                <a:cs typeface="Gill Sans MT"/>
              </a:rPr>
              <a:t>d</a:t>
            </a:r>
            <a:r>
              <a:rPr lang="vi-VN" sz="2400" spc="-20">
                <a:latin typeface="Calibri"/>
                <a:cs typeface="Calibri"/>
              </a:rPr>
              <a:t>ụ</a:t>
            </a:r>
            <a:r>
              <a:rPr lang="vi-VN" sz="2400" spc="-20">
                <a:latin typeface="Gill Sans MT"/>
                <a:cs typeface="Gill Sans MT"/>
              </a:rPr>
              <a:t>ng</a:t>
            </a:r>
            <a:endParaRPr lang="vi-VN" sz="2400">
              <a:latin typeface="Gill Sans MT"/>
              <a:cs typeface="Gill Sans MT"/>
            </a:endParaRPr>
          </a:p>
          <a:p>
            <a:pPr marL="355600">
              <a:lnSpc>
                <a:spcPts val="3300"/>
              </a:lnSpc>
            </a:pPr>
            <a:r>
              <a:rPr lang="vi-VN" sz="2400">
                <a:latin typeface="Gill Sans MT"/>
                <a:cs typeface="Gill Sans MT"/>
              </a:rPr>
              <a:t>các</a:t>
            </a:r>
            <a:r>
              <a:rPr lang="vi-VN" sz="2400" spc="-60">
                <a:latin typeface="Gill Sans MT"/>
                <a:cs typeface="Gill Sans MT"/>
              </a:rPr>
              <a:t> </a:t>
            </a:r>
            <a:r>
              <a:rPr lang="vi-VN" sz="2400">
                <a:latin typeface="Gill Sans MT"/>
                <a:cs typeface="Gill Sans MT"/>
              </a:rPr>
              <a:t>đ</a:t>
            </a:r>
            <a:r>
              <a:rPr lang="vi-VN" sz="2400">
                <a:latin typeface="Calibri"/>
                <a:cs typeface="Calibri"/>
              </a:rPr>
              <a:t>ạ</a:t>
            </a:r>
            <a:r>
              <a:rPr lang="vi-VN" sz="2400">
                <a:latin typeface="Gill Sans MT"/>
                <a:cs typeface="Gill Sans MT"/>
              </a:rPr>
              <a:t>i</a:t>
            </a:r>
            <a:r>
              <a:rPr lang="vi-VN" sz="2400" spc="55">
                <a:latin typeface="Gill Sans MT"/>
                <a:cs typeface="Gill Sans MT"/>
              </a:rPr>
              <a:t> </a:t>
            </a:r>
            <a:r>
              <a:rPr lang="vi-VN" sz="2400">
                <a:latin typeface="Gill Sans MT"/>
                <a:cs typeface="Gill Sans MT"/>
              </a:rPr>
              <a:t>l</a:t>
            </a:r>
            <a:r>
              <a:rPr lang="vi-VN" sz="2400">
                <a:latin typeface="Calibri"/>
                <a:cs typeface="Calibri"/>
              </a:rPr>
              <a:t>ượ</a:t>
            </a:r>
            <a:r>
              <a:rPr lang="vi-VN" sz="2400">
                <a:latin typeface="Gill Sans MT"/>
                <a:cs typeface="Gill Sans MT"/>
              </a:rPr>
              <a:t>ng</a:t>
            </a:r>
            <a:r>
              <a:rPr lang="vi-VN" sz="2400" spc="-25">
                <a:latin typeface="Gill Sans MT"/>
                <a:cs typeface="Gill Sans MT"/>
              </a:rPr>
              <a:t> </a:t>
            </a:r>
            <a:r>
              <a:rPr lang="vi-VN" sz="2400">
                <a:latin typeface="Gill Sans MT"/>
                <a:cs typeface="Gill Sans MT"/>
              </a:rPr>
              <a:t>th</a:t>
            </a:r>
            <a:r>
              <a:rPr lang="vi-VN" sz="2400">
                <a:latin typeface="Calibri"/>
                <a:cs typeface="Calibri"/>
              </a:rPr>
              <a:t>ố</a:t>
            </a:r>
            <a:r>
              <a:rPr lang="vi-VN" sz="2400">
                <a:latin typeface="Gill Sans MT"/>
                <a:cs typeface="Gill Sans MT"/>
              </a:rPr>
              <a:t>ng</a:t>
            </a:r>
            <a:r>
              <a:rPr lang="vi-VN" sz="2400" spc="-25">
                <a:latin typeface="Gill Sans MT"/>
                <a:cs typeface="Gill Sans MT"/>
              </a:rPr>
              <a:t> </a:t>
            </a:r>
            <a:r>
              <a:rPr lang="vi-VN" sz="2400">
                <a:latin typeface="Gill Sans MT"/>
                <a:cs typeface="Gill Sans MT"/>
              </a:rPr>
              <a:t>kê</a:t>
            </a:r>
            <a:r>
              <a:rPr lang="vi-VN" sz="2400" spc="-65">
                <a:latin typeface="Gill Sans MT"/>
                <a:cs typeface="Gill Sans MT"/>
              </a:rPr>
              <a:t> </a:t>
            </a:r>
            <a:r>
              <a:rPr lang="vi-VN" sz="2400">
                <a:latin typeface="Gill Sans MT"/>
                <a:cs typeface="Gill Sans MT"/>
              </a:rPr>
              <a:t>này</a:t>
            </a:r>
            <a:r>
              <a:rPr lang="vi-VN" sz="2400" spc="-55">
                <a:latin typeface="Gill Sans MT"/>
                <a:cs typeface="Gill Sans MT"/>
              </a:rPr>
              <a:t> </a:t>
            </a:r>
            <a:r>
              <a:rPr lang="vi-VN" sz="2400">
                <a:latin typeface="Gill Sans MT"/>
                <a:cs typeface="Gill Sans MT"/>
              </a:rPr>
              <a:t>đ</a:t>
            </a:r>
            <a:r>
              <a:rPr lang="vi-VN" sz="2400">
                <a:latin typeface="Calibri"/>
                <a:cs typeface="Calibri"/>
              </a:rPr>
              <a:t>ể</a:t>
            </a:r>
            <a:r>
              <a:rPr lang="vi-VN" sz="2400" spc="120">
                <a:latin typeface="Calibri"/>
                <a:cs typeface="Calibri"/>
              </a:rPr>
              <a:t> </a:t>
            </a:r>
            <a:r>
              <a:rPr lang="vi-VN" sz="2400">
                <a:latin typeface="Gill Sans MT"/>
                <a:cs typeface="Gill Sans MT"/>
              </a:rPr>
              <a:t>áp</a:t>
            </a:r>
            <a:r>
              <a:rPr lang="vi-VN" sz="2400" spc="-25">
                <a:latin typeface="Gill Sans MT"/>
                <a:cs typeface="Gill Sans MT"/>
              </a:rPr>
              <a:t> </a:t>
            </a:r>
            <a:r>
              <a:rPr lang="vi-VN" sz="2400">
                <a:latin typeface="Gill Sans MT"/>
                <a:cs typeface="Gill Sans MT"/>
              </a:rPr>
              <a:t>d</a:t>
            </a:r>
            <a:r>
              <a:rPr lang="vi-VN" sz="2400">
                <a:latin typeface="Calibri"/>
                <a:cs typeface="Calibri"/>
              </a:rPr>
              <a:t>ụ</a:t>
            </a:r>
            <a:r>
              <a:rPr lang="vi-VN" sz="2400">
                <a:latin typeface="Gill Sans MT"/>
                <a:cs typeface="Gill Sans MT"/>
              </a:rPr>
              <a:t>ng</a:t>
            </a:r>
            <a:r>
              <a:rPr lang="vi-VN" sz="2400" spc="-25">
                <a:latin typeface="Gill Sans MT"/>
                <a:cs typeface="Gill Sans MT"/>
              </a:rPr>
              <a:t> m</a:t>
            </a:r>
            <a:r>
              <a:rPr lang="vi-VN" sz="2400" spc="-25">
                <a:latin typeface="Calibri"/>
                <a:cs typeface="Calibri"/>
              </a:rPr>
              <a:t>ộ</a:t>
            </a:r>
            <a:r>
              <a:rPr lang="vi-VN" sz="2400" spc="-25">
                <a:latin typeface="Gill Sans MT"/>
                <a:cs typeface="Gill Sans MT"/>
              </a:rPr>
              <a:t>t</a:t>
            </a:r>
            <a:r>
              <a:rPr lang="vi-VN" sz="2400" spc="700">
                <a:latin typeface="Gill Sans MT"/>
                <a:cs typeface="Gill Sans MT"/>
              </a:rPr>
              <a:t> </a:t>
            </a:r>
            <a:r>
              <a:rPr lang="vi-VN" sz="2400" spc="-1350">
                <a:latin typeface="Gill Sans MT"/>
                <a:cs typeface="Gill Sans MT"/>
              </a:rPr>
              <a:t>s</a:t>
            </a:r>
            <a:r>
              <a:rPr lang="vi-VN" sz="2400" spc="-1350">
                <a:latin typeface="Calibri"/>
                <a:cs typeface="Calibri"/>
              </a:rPr>
              <a:t>ố</a:t>
            </a:r>
            <a:endParaRPr lang="vi-VN" sz="2400">
              <a:latin typeface="Calibri"/>
              <a:cs typeface="Calibri"/>
            </a:endParaRPr>
          </a:p>
          <a:p>
            <a:pPr marL="355600" marR="72390">
              <a:lnSpc>
                <a:spcPts val="3300"/>
              </a:lnSpc>
              <a:spcBef>
                <a:spcPts val="200"/>
              </a:spcBef>
            </a:pPr>
            <a:r>
              <a:rPr lang="vi-VN" sz="2400">
                <a:latin typeface="Gill Sans MT"/>
                <a:cs typeface="Gill Sans MT"/>
              </a:rPr>
              <a:t>k</a:t>
            </a:r>
            <a:r>
              <a:rPr lang="vi-VN" sz="2400">
                <a:latin typeface="Calibri"/>
                <a:cs typeface="Calibri"/>
              </a:rPr>
              <a:t>ỹ</a:t>
            </a:r>
            <a:r>
              <a:rPr lang="vi-VN" sz="2400" spc="145">
                <a:latin typeface="Calibri"/>
                <a:cs typeface="Calibri"/>
              </a:rPr>
              <a:t> </a:t>
            </a:r>
            <a:r>
              <a:rPr lang="vi-VN" sz="2400">
                <a:latin typeface="Gill Sans MT"/>
                <a:cs typeface="Gill Sans MT"/>
              </a:rPr>
              <a:t>thu</a:t>
            </a:r>
            <a:r>
              <a:rPr lang="vi-VN" sz="2400">
                <a:latin typeface="Calibri"/>
                <a:cs typeface="Calibri"/>
              </a:rPr>
              <a:t>ậ</a:t>
            </a:r>
            <a:r>
              <a:rPr lang="vi-VN" sz="2400">
                <a:latin typeface="Gill Sans MT"/>
                <a:cs typeface="Gill Sans MT"/>
              </a:rPr>
              <a:t>t</a:t>
            </a:r>
            <a:r>
              <a:rPr lang="vi-VN" sz="2400" spc="40">
                <a:latin typeface="Gill Sans MT"/>
                <a:cs typeface="Gill Sans MT"/>
              </a:rPr>
              <a:t> </a:t>
            </a:r>
            <a:r>
              <a:rPr lang="vi-VN" sz="2400">
                <a:latin typeface="Gill Sans MT"/>
                <a:cs typeface="Gill Sans MT"/>
              </a:rPr>
              <a:t>phân</a:t>
            </a:r>
            <a:r>
              <a:rPr lang="vi-VN" sz="2400" spc="-120">
                <a:latin typeface="Gill Sans MT"/>
                <a:cs typeface="Gill Sans MT"/>
              </a:rPr>
              <a:t> </a:t>
            </a:r>
            <a:r>
              <a:rPr lang="vi-VN" sz="2400">
                <a:latin typeface="Gill Sans MT"/>
                <a:cs typeface="Gill Sans MT"/>
              </a:rPr>
              <a:t>c</a:t>
            </a:r>
            <a:r>
              <a:rPr lang="vi-VN" sz="2400">
                <a:latin typeface="Calibri"/>
                <a:cs typeface="Calibri"/>
              </a:rPr>
              <a:t>ụ</a:t>
            </a:r>
            <a:r>
              <a:rPr lang="vi-VN" sz="2400">
                <a:latin typeface="Gill Sans MT"/>
                <a:cs typeface="Gill Sans MT"/>
              </a:rPr>
              <a:t>m</a:t>
            </a:r>
            <a:r>
              <a:rPr lang="vi-VN" sz="2400" spc="15">
                <a:latin typeface="Gill Sans MT"/>
                <a:cs typeface="Gill Sans MT"/>
              </a:rPr>
              <a:t> </a:t>
            </a:r>
            <a:r>
              <a:rPr lang="vi-VN" sz="2400">
                <a:latin typeface="Gill Sans MT"/>
                <a:cs typeface="Gill Sans MT"/>
              </a:rPr>
              <a:t>thí</a:t>
            </a:r>
            <a:r>
              <a:rPr lang="vi-VN" sz="2400" spc="-35">
                <a:latin typeface="Gill Sans MT"/>
                <a:cs typeface="Gill Sans MT"/>
              </a:rPr>
              <a:t> </a:t>
            </a:r>
            <a:r>
              <a:rPr lang="vi-VN" sz="2400">
                <a:latin typeface="Gill Sans MT"/>
                <a:cs typeface="Gill Sans MT"/>
              </a:rPr>
              <a:t>d</a:t>
            </a:r>
            <a:r>
              <a:rPr lang="vi-VN" sz="2400">
                <a:latin typeface="Calibri"/>
                <a:cs typeface="Calibri"/>
              </a:rPr>
              <a:t>ụ</a:t>
            </a:r>
            <a:r>
              <a:rPr lang="vi-VN" sz="2400" spc="150">
                <a:latin typeface="Calibri"/>
                <a:cs typeface="Calibri"/>
              </a:rPr>
              <a:t> </a:t>
            </a:r>
            <a:r>
              <a:rPr lang="vi-VN" sz="2400">
                <a:latin typeface="Gill Sans MT"/>
                <a:cs typeface="Gill Sans MT"/>
              </a:rPr>
              <a:t>nh</a:t>
            </a:r>
            <a:r>
              <a:rPr lang="vi-VN" sz="2400">
                <a:latin typeface="Calibri"/>
                <a:cs typeface="Calibri"/>
              </a:rPr>
              <a:t>ư</a:t>
            </a:r>
            <a:r>
              <a:rPr lang="vi-VN" sz="2400" spc="35">
                <a:latin typeface="Calibri"/>
                <a:cs typeface="Calibri"/>
              </a:rPr>
              <a:t> </a:t>
            </a:r>
            <a:r>
              <a:rPr lang="vi-VN" sz="2400" spc="-35">
                <a:latin typeface="Gill Sans MT"/>
                <a:cs typeface="Gill Sans MT"/>
              </a:rPr>
              <a:t>k-</a:t>
            </a:r>
            <a:r>
              <a:rPr lang="vi-VN" sz="2400">
                <a:latin typeface="Gill Sans MT"/>
                <a:cs typeface="Gill Sans MT"/>
              </a:rPr>
              <a:t>means</a:t>
            </a:r>
            <a:r>
              <a:rPr lang="vi-VN" sz="2400" spc="-5">
                <a:latin typeface="Gill Sans MT"/>
                <a:cs typeface="Gill Sans MT"/>
              </a:rPr>
              <a:t> </a:t>
            </a:r>
            <a:r>
              <a:rPr lang="vi-VN" sz="2400">
                <a:latin typeface="Gill Sans MT"/>
                <a:cs typeface="Gill Sans MT"/>
              </a:rPr>
              <a:t>và</a:t>
            </a:r>
            <a:r>
              <a:rPr lang="vi-VN" sz="2400" spc="-20">
                <a:latin typeface="Gill Sans MT"/>
                <a:cs typeface="Gill Sans MT"/>
              </a:rPr>
              <a:t> </a:t>
            </a:r>
            <a:r>
              <a:rPr lang="vi-VN" sz="2400" spc="-25">
                <a:latin typeface="Gill Sans MT"/>
                <a:cs typeface="Gill Sans MT"/>
              </a:rPr>
              <a:t>t</a:t>
            </a:r>
            <a:r>
              <a:rPr lang="vi-VN" sz="2400" spc="-25">
                <a:latin typeface="Calibri"/>
                <a:cs typeface="Calibri"/>
              </a:rPr>
              <a:t>ạ</a:t>
            </a:r>
            <a:r>
              <a:rPr lang="vi-VN" sz="2400" spc="-25">
                <a:latin typeface="Gill Sans MT"/>
                <a:cs typeface="Gill Sans MT"/>
              </a:rPr>
              <a:t>o </a:t>
            </a:r>
            <a:r>
              <a:rPr lang="vi-VN" sz="2400">
                <a:latin typeface="Gill Sans MT"/>
                <a:cs typeface="Gill Sans MT"/>
              </a:rPr>
              <a:t>ra</a:t>
            </a:r>
            <a:r>
              <a:rPr lang="vi-VN" sz="2400" spc="-25">
                <a:latin typeface="Gill Sans MT"/>
                <a:cs typeface="Gill Sans MT"/>
              </a:rPr>
              <a:t> </a:t>
            </a:r>
            <a:r>
              <a:rPr lang="vi-VN" sz="2400">
                <a:latin typeface="Gill Sans MT"/>
                <a:cs typeface="Gill Sans MT"/>
              </a:rPr>
              <a:t>m</a:t>
            </a:r>
            <a:r>
              <a:rPr lang="vi-VN" sz="2400">
                <a:latin typeface="Calibri"/>
                <a:cs typeface="Calibri"/>
              </a:rPr>
              <a:t>ộ</a:t>
            </a:r>
            <a:r>
              <a:rPr lang="vi-VN" sz="2400">
                <a:latin typeface="Gill Sans MT"/>
                <a:cs typeface="Gill Sans MT"/>
              </a:rPr>
              <a:t>t</a:t>
            </a:r>
            <a:r>
              <a:rPr lang="vi-VN" sz="2400" spc="-155">
                <a:latin typeface="Gill Sans MT"/>
                <a:cs typeface="Gill Sans MT"/>
              </a:rPr>
              <a:t> </a:t>
            </a:r>
            <a:r>
              <a:rPr lang="vi-VN" sz="2400">
                <a:latin typeface="Gill Sans MT"/>
                <a:cs typeface="Gill Sans MT"/>
              </a:rPr>
              <a:t>kh</a:t>
            </a:r>
            <a:r>
              <a:rPr lang="vi-VN" sz="2400">
                <a:latin typeface="Calibri"/>
                <a:cs typeface="Calibri"/>
              </a:rPr>
              <a:t>ở</a:t>
            </a:r>
            <a:r>
              <a:rPr lang="vi-VN" sz="2400">
                <a:latin typeface="Gill Sans MT"/>
                <a:cs typeface="Gill Sans MT"/>
              </a:rPr>
              <a:t>i</a:t>
            </a:r>
            <a:r>
              <a:rPr lang="vi-VN" sz="2400" spc="50">
                <a:latin typeface="Gill Sans MT"/>
                <a:cs typeface="Gill Sans MT"/>
              </a:rPr>
              <a:t> </a:t>
            </a:r>
            <a:r>
              <a:rPr lang="vi-VN" sz="2400">
                <a:latin typeface="Gill Sans MT"/>
                <a:cs typeface="Gill Sans MT"/>
              </a:rPr>
              <a:t>t</a:t>
            </a:r>
            <a:r>
              <a:rPr lang="vi-VN" sz="2400">
                <a:latin typeface="Calibri"/>
                <a:cs typeface="Calibri"/>
              </a:rPr>
              <a:t>ạ</a:t>
            </a:r>
            <a:r>
              <a:rPr lang="vi-VN" sz="2400">
                <a:latin typeface="Gill Sans MT"/>
                <a:cs typeface="Gill Sans MT"/>
              </a:rPr>
              <a:t>o</a:t>
            </a:r>
            <a:r>
              <a:rPr lang="vi-VN" sz="2400" spc="20">
                <a:latin typeface="Gill Sans MT"/>
                <a:cs typeface="Gill Sans MT"/>
              </a:rPr>
              <a:t> </a:t>
            </a:r>
            <a:r>
              <a:rPr lang="vi-VN" sz="2400">
                <a:latin typeface="Gill Sans MT"/>
                <a:cs typeface="Gill Sans MT"/>
              </a:rPr>
              <a:t>cho</a:t>
            </a:r>
            <a:r>
              <a:rPr lang="vi-VN" sz="2400" spc="-70">
                <a:latin typeface="Gill Sans MT"/>
                <a:cs typeface="Gill Sans MT"/>
              </a:rPr>
              <a:t> </a:t>
            </a:r>
            <a:r>
              <a:rPr lang="vi-VN" sz="2400">
                <a:latin typeface="Gill Sans MT"/>
                <a:cs typeface="Gill Sans MT"/>
              </a:rPr>
              <a:t>phân</a:t>
            </a:r>
            <a:r>
              <a:rPr lang="vi-VN" sz="2400" spc="-25">
                <a:latin typeface="Gill Sans MT"/>
                <a:cs typeface="Gill Sans MT"/>
              </a:rPr>
              <a:t> c</a:t>
            </a:r>
            <a:r>
              <a:rPr lang="vi-VN" sz="2400" spc="-25">
                <a:latin typeface="Calibri"/>
                <a:cs typeface="Calibri"/>
              </a:rPr>
              <a:t>ụ</a:t>
            </a:r>
            <a:r>
              <a:rPr lang="vi-VN" sz="2400" spc="-25">
                <a:latin typeface="Gill Sans MT"/>
                <a:cs typeface="Gill Sans MT"/>
              </a:rPr>
              <a:t>m</a:t>
            </a:r>
            <a:endParaRPr lang="vi-VN" sz="2400">
              <a:latin typeface="Gill Sans MT"/>
              <a:cs typeface="Gill Sans MT"/>
            </a:endParaRPr>
          </a:p>
          <a:p>
            <a:endParaRPr lang="en-US"/>
          </a:p>
        </p:txBody>
      </p:sp>
      <p:sp>
        <p:nvSpPr>
          <p:cNvPr id="4" name="object 4"/>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88</a:t>
            </a:fld>
            <a:endParaRPr lang="en-US"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365126"/>
            <a:ext cx="7886700" cy="1325563"/>
          </a:xfrm>
        </p:spPr>
        <p:txBody>
          <a:bodyPr vert="horz" wrap="square" lIns="0" tIns="207570" rIns="0" bIns="0" rtlCol="0">
            <a:spAutoFit/>
          </a:bodyPr>
          <a:lstStyle/>
          <a:p>
            <a:r>
              <a:rPr lang="en-US" dirty="0"/>
              <a:t>BIRCH</a:t>
            </a:r>
          </a:p>
        </p:txBody>
      </p:sp>
      <p:sp>
        <p:nvSpPr>
          <p:cNvPr id="7" name="Content Placeholder 6">
            <a:extLst>
              <a:ext uri="{FF2B5EF4-FFF2-40B4-BE49-F238E27FC236}">
                <a16:creationId xmlns:a16="http://schemas.microsoft.com/office/drawing/2014/main" id="{6DEFF2A4-01BF-00A5-A849-6929415145C4}"/>
              </a:ext>
            </a:extLst>
          </p:cNvPr>
          <p:cNvSpPr>
            <a:spLocks noGrp="1"/>
          </p:cNvSpPr>
          <p:nvPr>
            <p:ph idx="1"/>
          </p:nvPr>
        </p:nvSpPr>
        <p:spPr/>
        <p:txBody>
          <a:bodyPr/>
          <a:lstStyle/>
          <a:p>
            <a:pPr marL="355600" marR="5080" indent="-342900" algn="just">
              <a:lnSpc>
                <a:spcPct val="101200"/>
              </a:lnSpc>
              <a:spcBef>
                <a:spcPts val="60"/>
              </a:spcBef>
              <a:buFont typeface="Arial"/>
              <a:buChar char="•"/>
              <a:tabLst>
                <a:tab pos="355600" algn="l"/>
              </a:tabLst>
            </a:pPr>
            <a:r>
              <a:rPr lang="vi-VN" sz="2400" b="1" i="1">
                <a:latin typeface="Gill Sans MT Bold Italic"/>
                <a:cs typeface="Gill Sans MT Bold Italic"/>
              </a:rPr>
              <a:t>B</a:t>
            </a:r>
            <a:r>
              <a:rPr lang="vi-VN" sz="2400" b="1" i="1">
                <a:latin typeface="Calibri"/>
                <a:cs typeface="Calibri"/>
              </a:rPr>
              <a:t>ướ</a:t>
            </a:r>
            <a:r>
              <a:rPr lang="vi-VN" sz="2400" b="1" i="1">
                <a:latin typeface="Gill Sans MT Bold Italic"/>
                <a:cs typeface="Gill Sans MT Bold Italic"/>
              </a:rPr>
              <a:t>c 4: </a:t>
            </a:r>
            <a:r>
              <a:rPr lang="vi-VN" sz="2400">
                <a:latin typeface="Gill Sans MT"/>
                <a:cs typeface="Gill Sans MT"/>
              </a:rPr>
              <a:t>Phân ph</a:t>
            </a:r>
            <a:r>
              <a:rPr lang="vi-VN" sz="2400">
                <a:latin typeface="Calibri"/>
                <a:cs typeface="Calibri"/>
              </a:rPr>
              <a:t>ố</a:t>
            </a:r>
            <a:r>
              <a:rPr lang="vi-VN" sz="2400">
                <a:latin typeface="Gill Sans MT"/>
                <a:cs typeface="Gill Sans MT"/>
              </a:rPr>
              <a:t>i l</a:t>
            </a:r>
            <a:r>
              <a:rPr lang="vi-VN" sz="2400">
                <a:latin typeface="Calibri"/>
                <a:cs typeface="Calibri"/>
              </a:rPr>
              <a:t>ạ</a:t>
            </a:r>
            <a:r>
              <a:rPr lang="vi-VN" sz="2400">
                <a:latin typeface="Gill Sans MT"/>
                <a:cs typeface="Gill Sans MT"/>
              </a:rPr>
              <a:t>i các đ</a:t>
            </a:r>
            <a:r>
              <a:rPr lang="vi-VN" sz="2400">
                <a:latin typeface="Calibri"/>
                <a:cs typeface="Calibri"/>
              </a:rPr>
              <a:t>ố</a:t>
            </a:r>
            <a:r>
              <a:rPr lang="vi-VN" sz="2400">
                <a:latin typeface="Gill Sans MT"/>
                <a:cs typeface="Gill Sans MT"/>
              </a:rPr>
              <a:t>i t</a:t>
            </a:r>
            <a:r>
              <a:rPr lang="vi-VN" sz="2400">
                <a:latin typeface="Calibri"/>
                <a:cs typeface="Calibri"/>
              </a:rPr>
              <a:t>ượ</a:t>
            </a:r>
            <a:r>
              <a:rPr lang="vi-VN" sz="2400">
                <a:latin typeface="Gill Sans MT"/>
                <a:cs typeface="Gill Sans MT"/>
              </a:rPr>
              <a:t>ng d</a:t>
            </a:r>
            <a:r>
              <a:rPr lang="vi-VN" sz="2400">
                <a:latin typeface="Calibri"/>
                <a:cs typeface="Calibri"/>
              </a:rPr>
              <a:t>ữ </a:t>
            </a:r>
            <a:r>
              <a:rPr lang="vi-VN" sz="2400">
                <a:latin typeface="Gill Sans MT"/>
                <a:cs typeface="Gill Sans MT"/>
              </a:rPr>
              <a:t>li</a:t>
            </a:r>
            <a:r>
              <a:rPr lang="vi-VN" sz="2400">
                <a:latin typeface="Calibri"/>
                <a:cs typeface="Calibri"/>
              </a:rPr>
              <a:t>ệ</a:t>
            </a:r>
            <a:r>
              <a:rPr lang="vi-VN" sz="2400">
                <a:latin typeface="Gill Sans MT"/>
                <a:cs typeface="Gill Sans MT"/>
              </a:rPr>
              <a:t>u b</a:t>
            </a:r>
            <a:r>
              <a:rPr lang="vi-VN" sz="2400">
                <a:latin typeface="Calibri"/>
                <a:cs typeface="Calibri"/>
              </a:rPr>
              <a:t>ằ</a:t>
            </a:r>
            <a:r>
              <a:rPr lang="vi-VN" sz="2400">
                <a:latin typeface="Gill Sans MT"/>
                <a:cs typeface="Gill Sans MT"/>
              </a:rPr>
              <a:t>ng cách dùng các đ</a:t>
            </a:r>
            <a:r>
              <a:rPr lang="vi-VN" sz="2400">
                <a:latin typeface="Calibri"/>
                <a:cs typeface="Calibri"/>
              </a:rPr>
              <a:t>ố</a:t>
            </a:r>
            <a:r>
              <a:rPr lang="vi-VN" sz="2400">
                <a:latin typeface="Gill Sans MT"/>
                <a:cs typeface="Gill Sans MT"/>
              </a:rPr>
              <a:t>i t</a:t>
            </a:r>
            <a:r>
              <a:rPr lang="vi-VN" sz="2400">
                <a:latin typeface="Calibri"/>
                <a:cs typeface="Calibri"/>
              </a:rPr>
              <a:t>ượ</a:t>
            </a:r>
            <a:r>
              <a:rPr lang="vi-VN" sz="2400">
                <a:latin typeface="Gill Sans MT"/>
                <a:cs typeface="Gill Sans MT"/>
              </a:rPr>
              <a:t>ng tr</a:t>
            </a:r>
            <a:r>
              <a:rPr lang="vi-VN" sz="2400">
                <a:latin typeface="Calibri"/>
                <a:cs typeface="Calibri"/>
              </a:rPr>
              <a:t>ọ</a:t>
            </a:r>
            <a:r>
              <a:rPr lang="vi-VN" sz="2400">
                <a:latin typeface="Gill Sans MT"/>
                <a:cs typeface="Gill Sans MT"/>
              </a:rPr>
              <a:t>ng tâm cho các</a:t>
            </a:r>
          </a:p>
          <a:p>
            <a:pPr marL="355600" marR="233679" algn="just">
              <a:lnSpc>
                <a:spcPct val="100000"/>
              </a:lnSpc>
              <a:spcBef>
                <a:spcPts val="40"/>
              </a:spcBef>
            </a:pPr>
            <a:r>
              <a:rPr lang="vi-VN" sz="2400">
                <a:latin typeface="Gill Sans MT"/>
                <a:cs typeface="Gill Sans MT"/>
              </a:rPr>
              <a:t>c</a:t>
            </a:r>
            <a:r>
              <a:rPr lang="vi-VN" sz="2400">
                <a:latin typeface="Calibri"/>
                <a:cs typeface="Calibri"/>
              </a:rPr>
              <a:t>ụ</a:t>
            </a:r>
            <a:r>
              <a:rPr lang="vi-VN" sz="2400">
                <a:latin typeface="Gill Sans MT"/>
                <a:cs typeface="Gill Sans MT"/>
              </a:rPr>
              <a:t>m đã đ</a:t>
            </a:r>
            <a:r>
              <a:rPr lang="vi-VN" sz="2400">
                <a:latin typeface="Calibri"/>
                <a:cs typeface="Calibri"/>
              </a:rPr>
              <a:t>ượ</a:t>
            </a:r>
            <a:r>
              <a:rPr lang="vi-VN" sz="2400">
                <a:latin typeface="Gill Sans MT"/>
                <a:cs typeface="Gill Sans MT"/>
              </a:rPr>
              <a:t>c khám phá t</a:t>
            </a:r>
            <a:r>
              <a:rPr lang="vi-VN" sz="2400">
                <a:latin typeface="Calibri"/>
                <a:cs typeface="Calibri"/>
              </a:rPr>
              <a:t>ừ </a:t>
            </a:r>
            <a:r>
              <a:rPr lang="vi-VN" sz="2400">
                <a:latin typeface="Gill Sans MT"/>
                <a:cs typeface="Gill Sans MT"/>
              </a:rPr>
              <a:t>b</a:t>
            </a:r>
            <a:r>
              <a:rPr lang="vi-VN" sz="2400">
                <a:latin typeface="Calibri"/>
                <a:cs typeface="Calibri"/>
              </a:rPr>
              <a:t>ướ</a:t>
            </a:r>
            <a:r>
              <a:rPr lang="vi-VN" sz="2400">
                <a:latin typeface="Gill Sans MT"/>
                <a:cs typeface="Gill Sans MT"/>
              </a:rPr>
              <a:t>c 3: Đây là m</a:t>
            </a:r>
            <a:r>
              <a:rPr lang="vi-VN" sz="2400">
                <a:latin typeface="Calibri"/>
                <a:cs typeface="Calibri"/>
              </a:rPr>
              <a:t>ộ</a:t>
            </a:r>
            <a:r>
              <a:rPr lang="vi-VN" sz="2400">
                <a:latin typeface="Gill Sans MT"/>
                <a:cs typeface="Gill Sans MT"/>
              </a:rPr>
              <a:t>t b</a:t>
            </a:r>
            <a:r>
              <a:rPr lang="vi-VN" sz="2400">
                <a:latin typeface="Calibri"/>
                <a:cs typeface="Calibri"/>
              </a:rPr>
              <a:t>ướ</a:t>
            </a:r>
            <a:r>
              <a:rPr lang="vi-VN" sz="2400">
                <a:latin typeface="Gill Sans MT"/>
                <a:cs typeface="Gill Sans MT"/>
              </a:rPr>
              <a:t>c tu</a:t>
            </a:r>
            <a:r>
              <a:rPr lang="vi-VN" sz="2400">
                <a:latin typeface="Calibri"/>
                <a:cs typeface="Calibri"/>
              </a:rPr>
              <a:t>ỳ </a:t>
            </a:r>
            <a:r>
              <a:rPr lang="vi-VN" sz="2400">
                <a:latin typeface="Gill Sans MT"/>
                <a:cs typeface="Gill Sans MT"/>
              </a:rPr>
              <a:t>ch</a:t>
            </a:r>
            <a:r>
              <a:rPr lang="vi-VN" sz="2400">
                <a:latin typeface="Calibri"/>
                <a:cs typeface="Calibri"/>
              </a:rPr>
              <a:t>ọ</a:t>
            </a:r>
            <a:r>
              <a:rPr lang="vi-VN" sz="2400">
                <a:latin typeface="Gill Sans MT"/>
                <a:cs typeface="Gill Sans MT"/>
              </a:rPr>
              <a:t>n đ</a:t>
            </a:r>
            <a:r>
              <a:rPr lang="vi-VN" sz="2400">
                <a:latin typeface="Calibri"/>
                <a:cs typeface="Calibri"/>
              </a:rPr>
              <a:t>ể </a:t>
            </a:r>
            <a:r>
              <a:rPr lang="vi-VN" sz="2400">
                <a:latin typeface="Gill Sans MT"/>
                <a:cs typeface="Gill Sans MT"/>
              </a:rPr>
              <a:t>duy</a:t>
            </a:r>
            <a:r>
              <a:rPr lang="vi-VN" sz="2400">
                <a:latin typeface="Calibri"/>
                <a:cs typeface="Calibri"/>
              </a:rPr>
              <a:t>ệ</a:t>
            </a:r>
            <a:r>
              <a:rPr lang="vi-VN" sz="2400">
                <a:latin typeface="Gill Sans MT"/>
                <a:cs typeface="Gill Sans MT"/>
              </a:rPr>
              <a:t>t l</a:t>
            </a:r>
            <a:r>
              <a:rPr lang="vi-VN" sz="2400">
                <a:latin typeface="Calibri"/>
                <a:cs typeface="Calibri"/>
              </a:rPr>
              <a:t>ạ</a:t>
            </a:r>
            <a:r>
              <a:rPr lang="vi-VN" sz="2400">
                <a:latin typeface="Gill Sans MT"/>
                <a:cs typeface="Gill Sans MT"/>
              </a:rPr>
              <a:t>i t</a:t>
            </a:r>
            <a:r>
              <a:rPr lang="vi-VN" sz="2400">
                <a:latin typeface="Calibri"/>
                <a:cs typeface="Calibri"/>
              </a:rPr>
              <a:t>ậ</a:t>
            </a:r>
            <a:r>
              <a:rPr lang="vi-VN" sz="2400">
                <a:latin typeface="Gill Sans MT"/>
                <a:cs typeface="Gill Sans MT"/>
              </a:rPr>
              <a:t>p d</a:t>
            </a:r>
            <a:r>
              <a:rPr lang="vi-VN" sz="2400">
                <a:latin typeface="Calibri"/>
                <a:cs typeface="Calibri"/>
              </a:rPr>
              <a:t>ữ </a:t>
            </a:r>
            <a:r>
              <a:rPr lang="vi-VN" sz="2400">
                <a:latin typeface="Gill Sans MT"/>
                <a:cs typeface="Gill Sans MT"/>
              </a:rPr>
              <a:t>li</a:t>
            </a:r>
            <a:r>
              <a:rPr lang="vi-VN" sz="2400">
                <a:latin typeface="Calibri"/>
                <a:cs typeface="Calibri"/>
              </a:rPr>
              <a:t>ệ</a:t>
            </a:r>
            <a:r>
              <a:rPr lang="vi-VN" sz="2400">
                <a:latin typeface="Gill Sans MT"/>
                <a:cs typeface="Gill Sans MT"/>
              </a:rPr>
              <a:t>u và gán nhãn l</a:t>
            </a:r>
            <a:r>
              <a:rPr lang="vi-VN" sz="2400">
                <a:latin typeface="Calibri"/>
                <a:cs typeface="Calibri"/>
              </a:rPr>
              <a:t>ạ</a:t>
            </a:r>
            <a:r>
              <a:rPr lang="vi-VN" sz="2400">
                <a:latin typeface="Gill Sans MT"/>
                <a:cs typeface="Gill Sans MT"/>
              </a:rPr>
              <a:t>i cho các đ</a:t>
            </a:r>
            <a:r>
              <a:rPr lang="vi-VN" sz="2400">
                <a:latin typeface="Calibri"/>
                <a:cs typeface="Calibri"/>
              </a:rPr>
              <a:t>ố</a:t>
            </a:r>
            <a:r>
              <a:rPr lang="vi-VN" sz="2400">
                <a:latin typeface="Gill Sans MT"/>
                <a:cs typeface="Gill Sans MT"/>
              </a:rPr>
              <a:t>i t</a:t>
            </a:r>
            <a:r>
              <a:rPr lang="vi-VN" sz="2400">
                <a:latin typeface="Calibri"/>
                <a:cs typeface="Calibri"/>
              </a:rPr>
              <a:t>ượ</a:t>
            </a:r>
            <a:r>
              <a:rPr lang="vi-VN" sz="2400">
                <a:latin typeface="Gill Sans MT"/>
                <a:cs typeface="Gill Sans MT"/>
              </a:rPr>
              <a:t>ng d</a:t>
            </a:r>
            <a:r>
              <a:rPr lang="vi-VN" sz="2400">
                <a:latin typeface="Calibri"/>
                <a:cs typeface="Calibri"/>
              </a:rPr>
              <a:t>ữ </a:t>
            </a:r>
            <a:r>
              <a:rPr lang="vi-VN" sz="2400">
                <a:latin typeface="Gill Sans MT"/>
                <a:cs typeface="Gill Sans MT"/>
              </a:rPr>
              <a:t>li</a:t>
            </a:r>
            <a:r>
              <a:rPr lang="vi-VN" sz="2400">
                <a:latin typeface="Calibri"/>
                <a:cs typeface="Calibri"/>
              </a:rPr>
              <a:t>ệ</a:t>
            </a:r>
            <a:r>
              <a:rPr lang="vi-VN" sz="2400">
                <a:latin typeface="Gill Sans MT"/>
                <a:cs typeface="Gill Sans MT"/>
              </a:rPr>
              <a:t>u t</a:t>
            </a:r>
            <a:r>
              <a:rPr lang="vi-VN" sz="2400">
                <a:latin typeface="Calibri"/>
                <a:cs typeface="Calibri"/>
              </a:rPr>
              <a:t>ớ</a:t>
            </a:r>
            <a:r>
              <a:rPr lang="vi-VN" sz="2400">
                <a:latin typeface="Gill Sans MT"/>
                <a:cs typeface="Gill Sans MT"/>
              </a:rPr>
              <a:t>i các tr</a:t>
            </a:r>
            <a:r>
              <a:rPr lang="vi-VN" sz="2400">
                <a:latin typeface="Calibri"/>
                <a:cs typeface="Calibri"/>
              </a:rPr>
              <a:t>ọ</a:t>
            </a:r>
            <a:r>
              <a:rPr lang="vi-VN" sz="2400">
                <a:latin typeface="Gill Sans MT"/>
                <a:cs typeface="Gill Sans MT"/>
              </a:rPr>
              <a:t>ng tâm g</a:t>
            </a:r>
            <a:r>
              <a:rPr lang="vi-VN" sz="2400">
                <a:latin typeface="Calibri"/>
                <a:cs typeface="Calibri"/>
              </a:rPr>
              <a:t>ầ</a:t>
            </a:r>
            <a:r>
              <a:rPr lang="vi-VN" sz="2400">
                <a:latin typeface="Gill Sans MT"/>
                <a:cs typeface="Gill Sans MT"/>
              </a:rPr>
              <a:t>n nh</a:t>
            </a:r>
            <a:r>
              <a:rPr lang="vi-VN" sz="2400">
                <a:latin typeface="Calibri"/>
                <a:cs typeface="Calibri"/>
              </a:rPr>
              <a:t>ấ</a:t>
            </a:r>
            <a:r>
              <a:rPr lang="vi-VN" sz="2400">
                <a:latin typeface="Gill Sans MT"/>
                <a:cs typeface="Gill Sans MT"/>
              </a:rPr>
              <a:t>t. B</a:t>
            </a:r>
            <a:r>
              <a:rPr lang="vi-VN" sz="2400">
                <a:latin typeface="Calibri"/>
                <a:cs typeface="Calibri"/>
              </a:rPr>
              <a:t>ướ</a:t>
            </a:r>
            <a:r>
              <a:rPr lang="vi-VN" sz="2400">
                <a:latin typeface="Gill Sans MT"/>
                <a:cs typeface="Gill Sans MT"/>
              </a:rPr>
              <a:t>c này nh</a:t>
            </a:r>
            <a:r>
              <a:rPr lang="vi-VN" sz="2400">
                <a:latin typeface="Calibri"/>
                <a:cs typeface="Calibri"/>
              </a:rPr>
              <a:t>ằ</a:t>
            </a:r>
            <a:r>
              <a:rPr lang="vi-VN" sz="2400">
                <a:latin typeface="Gill Sans MT"/>
                <a:cs typeface="Gill Sans MT"/>
              </a:rPr>
              <a:t>m đ</a:t>
            </a:r>
            <a:r>
              <a:rPr lang="vi-VN" sz="2400">
                <a:latin typeface="Calibri"/>
                <a:cs typeface="Calibri"/>
              </a:rPr>
              <a:t>ể </a:t>
            </a:r>
            <a:r>
              <a:rPr lang="vi-VN" sz="2400">
                <a:latin typeface="Gill Sans MT"/>
                <a:cs typeface="Gill Sans MT"/>
              </a:rPr>
              <a:t>gán nhãn cho các d</a:t>
            </a:r>
            <a:r>
              <a:rPr lang="vi-VN" sz="2400">
                <a:latin typeface="Calibri"/>
                <a:cs typeface="Calibri"/>
              </a:rPr>
              <a:t>ữ </a:t>
            </a:r>
            <a:r>
              <a:rPr lang="vi-VN" sz="2400">
                <a:latin typeface="Gill Sans MT"/>
                <a:cs typeface="Gill Sans MT"/>
              </a:rPr>
              <a:t>li</a:t>
            </a:r>
            <a:r>
              <a:rPr lang="vi-VN" sz="2400">
                <a:latin typeface="Calibri"/>
                <a:cs typeface="Calibri"/>
              </a:rPr>
              <a:t>ệ</a:t>
            </a:r>
            <a:r>
              <a:rPr lang="vi-VN" sz="2400">
                <a:latin typeface="Gill Sans MT"/>
                <a:cs typeface="Gill Sans MT"/>
              </a:rPr>
              <a:t>u kh</a:t>
            </a:r>
            <a:r>
              <a:rPr lang="vi-VN" sz="2400">
                <a:latin typeface="Calibri"/>
                <a:cs typeface="Calibri"/>
              </a:rPr>
              <a:t>ở</a:t>
            </a:r>
            <a:r>
              <a:rPr lang="vi-VN" sz="2400">
                <a:latin typeface="Gill Sans MT"/>
                <a:cs typeface="Gill Sans MT"/>
              </a:rPr>
              <a:t>i t</a:t>
            </a:r>
            <a:r>
              <a:rPr lang="vi-VN" sz="2400">
                <a:latin typeface="Calibri"/>
                <a:cs typeface="Calibri"/>
              </a:rPr>
              <a:t>ạ</a:t>
            </a:r>
            <a:r>
              <a:rPr lang="vi-VN" sz="2400">
                <a:latin typeface="Gill Sans MT"/>
                <a:cs typeface="Gill Sans MT"/>
              </a:rPr>
              <a:t>o và lo</a:t>
            </a:r>
            <a:r>
              <a:rPr lang="vi-VN" sz="2400">
                <a:latin typeface="Calibri"/>
                <a:cs typeface="Calibri"/>
              </a:rPr>
              <a:t>ạ</a:t>
            </a:r>
            <a:r>
              <a:rPr lang="vi-VN" sz="2400">
                <a:latin typeface="Gill Sans MT"/>
                <a:cs typeface="Gill Sans MT"/>
              </a:rPr>
              <a:t>i b</a:t>
            </a:r>
            <a:r>
              <a:rPr lang="vi-VN" sz="2400">
                <a:latin typeface="Calibri"/>
                <a:cs typeface="Calibri"/>
              </a:rPr>
              <a:t>ỏ </a:t>
            </a:r>
            <a:r>
              <a:rPr lang="vi-VN" sz="2400">
                <a:latin typeface="Gill Sans MT"/>
                <a:cs typeface="Gill Sans MT"/>
              </a:rPr>
              <a:t>các đ</a:t>
            </a:r>
            <a:r>
              <a:rPr lang="vi-VN" sz="2400">
                <a:latin typeface="Calibri"/>
                <a:cs typeface="Calibri"/>
              </a:rPr>
              <a:t>ố</a:t>
            </a:r>
            <a:r>
              <a:rPr lang="vi-VN" sz="2400">
                <a:latin typeface="Gill Sans MT"/>
                <a:cs typeface="Gill Sans MT"/>
              </a:rPr>
              <a:t>i t</a:t>
            </a:r>
            <a:r>
              <a:rPr lang="vi-VN" sz="2400">
                <a:latin typeface="Calibri"/>
                <a:cs typeface="Calibri"/>
              </a:rPr>
              <a:t>ượ</a:t>
            </a:r>
            <a:r>
              <a:rPr lang="vi-VN" sz="2400">
                <a:latin typeface="Gill Sans MT"/>
                <a:cs typeface="Gill Sans MT"/>
              </a:rPr>
              <a:t>ng ngo</a:t>
            </a:r>
            <a:r>
              <a:rPr lang="vi-VN" sz="2400">
                <a:latin typeface="Calibri"/>
                <a:cs typeface="Calibri"/>
              </a:rPr>
              <a:t>ạ</a:t>
            </a:r>
            <a:r>
              <a:rPr lang="vi-VN" sz="2400">
                <a:latin typeface="Gill Sans MT"/>
                <a:cs typeface="Gill Sans MT"/>
              </a:rPr>
              <a:t>i lai</a:t>
            </a:r>
          </a:p>
          <a:p>
            <a:endParaRPr lang="en-US"/>
          </a:p>
        </p:txBody>
      </p:sp>
      <p:sp>
        <p:nvSpPr>
          <p:cNvPr id="4" name="object 4"/>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89</a:t>
            </a:fld>
            <a:endParaRPr lang="en-US"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669193"/>
            <a:ext cx="7886700" cy="717428"/>
          </a:xfrm>
          <a:prstGeom prst="rect">
            <a:avLst/>
          </a:prstGeom>
        </p:spPr>
        <p:txBody>
          <a:bodyPr vert="horz" wrap="square" lIns="0" tIns="207570" rIns="0" bIns="0" rtlCol="0">
            <a:spAutoFit/>
          </a:bodyPr>
          <a:lstStyle/>
          <a:p>
            <a:pPr marL="417195">
              <a:lnSpc>
                <a:spcPct val="100000"/>
              </a:lnSpc>
              <a:spcBef>
                <a:spcPts val="100"/>
              </a:spcBef>
            </a:pPr>
            <a:r>
              <a:rPr spc="-10" dirty="0"/>
              <a:t>BIRCH</a:t>
            </a:r>
          </a:p>
        </p:txBody>
      </p:sp>
      <p:sp>
        <p:nvSpPr>
          <p:cNvPr id="5" name="object 5"/>
          <p:cNvSpPr txBox="1">
            <a:spLocks noGrp="1"/>
          </p:cNvSpPr>
          <p:nvPr>
            <p:ph type="sldNum" sz="quarter" idx="12"/>
          </p:nvPr>
        </p:nvSpPr>
        <p:spPr>
          <a:prstGeom prst="rect">
            <a:avLst/>
          </a:prstGeom>
        </p:spPr>
        <p:txBody>
          <a:bodyPr vert="horz" wrap="square" lIns="0" tIns="3810" rIns="0" bIns="0" rtlCol="0">
            <a:spAutoFit/>
          </a:bodyPr>
          <a:lstStyle/>
          <a:p>
            <a:pPr marL="38100">
              <a:lnSpc>
                <a:spcPct val="100000"/>
              </a:lnSpc>
              <a:spcBef>
                <a:spcPts val="30"/>
              </a:spcBef>
            </a:pPr>
            <a:fld id="{81D60167-4931-47E6-BA6A-407CBD079E47}" type="slidenum">
              <a:rPr spc="-25" dirty="0"/>
              <a:t>90</a:t>
            </a:fld>
            <a:endParaRPr spc="-25" dirty="0"/>
          </a:p>
        </p:txBody>
      </p:sp>
      <p:sp>
        <p:nvSpPr>
          <p:cNvPr id="3" name="object 3"/>
          <p:cNvSpPr txBox="1"/>
          <p:nvPr/>
        </p:nvSpPr>
        <p:spPr>
          <a:xfrm>
            <a:off x="764540" y="1666240"/>
            <a:ext cx="7541260" cy="1890005"/>
          </a:xfrm>
          <a:prstGeom prst="rect">
            <a:avLst/>
          </a:prstGeom>
        </p:spPr>
        <p:txBody>
          <a:bodyPr vert="horz" wrap="square" lIns="0" tIns="12700" rIns="0" bIns="0" rtlCol="0">
            <a:spAutoFit/>
          </a:bodyPr>
          <a:lstStyle/>
          <a:p>
            <a:pPr marL="215900" marR="5080" indent="-203200">
              <a:lnSpc>
                <a:spcPct val="122000"/>
              </a:lnSpc>
              <a:spcBef>
                <a:spcPts val="100"/>
              </a:spcBef>
              <a:buChar char="•"/>
              <a:tabLst>
                <a:tab pos="215900" algn="l"/>
                <a:tab pos="354965" algn="l"/>
              </a:tabLst>
            </a:pPr>
            <a:r>
              <a:rPr sz="2800" dirty="0">
                <a:latin typeface="Arial"/>
                <a:cs typeface="Arial"/>
              </a:rPr>
              <a:t>	</a:t>
            </a:r>
            <a:r>
              <a:rPr sz="2800" dirty="0">
                <a:latin typeface="Gill Sans MT"/>
                <a:cs typeface="Gill Sans MT"/>
              </a:rPr>
              <a:t>Khi</a:t>
            </a:r>
            <a:r>
              <a:rPr sz="2800" spc="-45" dirty="0">
                <a:latin typeface="Gill Sans MT"/>
                <a:cs typeface="Gill Sans MT"/>
              </a:rPr>
              <a:t> </a:t>
            </a:r>
            <a:r>
              <a:rPr sz="2800" dirty="0">
                <a:latin typeface="Gill Sans MT"/>
                <a:cs typeface="Gill Sans MT"/>
              </a:rPr>
              <a:t>hòa</a:t>
            </a:r>
            <a:r>
              <a:rPr sz="2800" spc="70" dirty="0">
                <a:latin typeface="Gill Sans MT"/>
                <a:cs typeface="Gill Sans MT"/>
              </a:rPr>
              <a:t> </a:t>
            </a:r>
            <a:r>
              <a:rPr sz="2800" dirty="0">
                <a:latin typeface="Gill Sans MT"/>
                <a:cs typeface="Gill Sans MT"/>
              </a:rPr>
              <a:t>nh</a:t>
            </a:r>
            <a:r>
              <a:rPr sz="2800" dirty="0">
                <a:latin typeface="Calibri"/>
                <a:cs typeface="Calibri"/>
              </a:rPr>
              <a:t>ậ</a:t>
            </a:r>
            <a:r>
              <a:rPr sz="2800" dirty="0">
                <a:latin typeface="Gill Sans MT"/>
                <a:cs typeface="Gill Sans MT"/>
              </a:rPr>
              <a:t>p</a:t>
            </a:r>
            <a:r>
              <a:rPr sz="2800" spc="-30" dirty="0">
                <a:latin typeface="Gill Sans MT"/>
                <a:cs typeface="Gill Sans MT"/>
              </a:rPr>
              <a:t> </a:t>
            </a:r>
            <a:r>
              <a:rPr sz="2800" dirty="0">
                <a:latin typeface="Gill Sans MT"/>
                <a:cs typeface="Gill Sans MT"/>
              </a:rPr>
              <a:t>2</a:t>
            </a:r>
            <a:r>
              <a:rPr sz="2800" spc="-120" dirty="0">
                <a:latin typeface="Gill Sans MT"/>
                <a:cs typeface="Gill Sans MT"/>
              </a:rPr>
              <a:t> </a:t>
            </a:r>
            <a:r>
              <a:rPr sz="2800" dirty="0" err="1">
                <a:latin typeface="Gill Sans MT"/>
                <a:cs typeface="Gill Sans MT"/>
              </a:rPr>
              <a:t>c</a:t>
            </a:r>
            <a:r>
              <a:rPr sz="2800" dirty="0" err="1">
                <a:latin typeface="Calibri"/>
                <a:cs typeface="Calibri"/>
              </a:rPr>
              <a:t>ụ</a:t>
            </a:r>
            <a:r>
              <a:rPr sz="2800" dirty="0" err="1">
                <a:latin typeface="Gill Sans MT"/>
                <a:cs typeface="Gill Sans MT"/>
              </a:rPr>
              <a:t>m</a:t>
            </a:r>
            <a:r>
              <a:rPr sz="2800" spc="-50" dirty="0">
                <a:latin typeface="Gill Sans MT"/>
                <a:cs typeface="Gill Sans MT"/>
              </a:rPr>
              <a:t>: </a:t>
            </a:r>
            <a:r>
              <a:rPr sz="2800" spc="-10" dirty="0">
                <a:latin typeface="Gill Sans MT"/>
                <a:cs typeface="Gill Sans MT"/>
              </a:rPr>
              <a:t>CF=CF1+CF2=(n</a:t>
            </a:r>
            <a:r>
              <a:rPr lang="en-US" sz="2800" spc="-10" dirty="0">
                <a:latin typeface="Gill Sans MT"/>
                <a:cs typeface="Gill Sans MT"/>
              </a:rPr>
              <a:t>1</a:t>
            </a:r>
            <a:r>
              <a:rPr sz="2800" spc="-10" dirty="0">
                <a:latin typeface="Gill Sans MT"/>
                <a:cs typeface="Gill Sans MT"/>
              </a:rPr>
              <a:t>+n2</a:t>
            </a:r>
            <a:r>
              <a:rPr sz="2800" spc="25" dirty="0">
                <a:latin typeface="Gill Sans MT"/>
                <a:cs typeface="Gill Sans MT"/>
              </a:rPr>
              <a:t> </a:t>
            </a:r>
            <a:r>
              <a:rPr sz="2800" spc="-20" dirty="0">
                <a:latin typeface="Gill Sans MT"/>
                <a:cs typeface="Gill Sans MT"/>
              </a:rPr>
              <a:t>;LS1+LS2,</a:t>
            </a:r>
            <a:r>
              <a:rPr sz="2800" spc="-295" dirty="0">
                <a:latin typeface="Gill Sans MT"/>
                <a:cs typeface="Gill Sans MT"/>
              </a:rPr>
              <a:t> </a:t>
            </a:r>
            <a:r>
              <a:rPr sz="2800" spc="-10" dirty="0">
                <a:latin typeface="Gill Sans MT"/>
                <a:cs typeface="Gill Sans MT"/>
              </a:rPr>
              <a:t>SS1+SS2)</a:t>
            </a:r>
            <a:endParaRPr lang="en-US" sz="2800" spc="-10" dirty="0">
              <a:latin typeface="Gill Sans MT"/>
              <a:cs typeface="Gill Sans MT"/>
            </a:endParaRPr>
          </a:p>
          <a:p>
            <a:pPr marL="374904" indent="-338328" algn="l" rtl="0" eaLnBrk="1" fontAlgn="t" latinLnBrk="0" hangingPunct="1">
              <a:lnSpc>
                <a:spcPts val="3225"/>
              </a:lnSpc>
              <a:spcBef>
                <a:spcPts val="0"/>
              </a:spcBef>
              <a:spcAft>
                <a:spcPts val="0"/>
              </a:spcAft>
              <a:buClrTx/>
              <a:buSzPts val="2800"/>
              <a:buFont typeface="Arial" panose="020B0604020202020204" pitchFamily="34" charset="0"/>
              <a:buChar char="•"/>
              <a:tabLst>
                <a:tab pos="374015" algn="l"/>
              </a:tabLst>
            </a:pPr>
            <a:r>
              <a:rPr lang="en-US" sz="2800" kern="1200" spc="-10" dirty="0" err="1">
                <a:solidFill>
                  <a:srgbClr val="000000"/>
                </a:solidFill>
                <a:latin typeface="Gill Sans MT" panose="020B0502020104020203" pitchFamily="34" charset="0"/>
                <a:cs typeface="Gill Sans MT" panose="020B0502020104020203" pitchFamily="34" charset="0"/>
              </a:rPr>
              <a:t>Kho</a:t>
            </a:r>
            <a:r>
              <a:rPr lang="en-US" sz="2800" kern="1200" spc="-10" dirty="0" err="1">
                <a:solidFill>
                  <a:srgbClr val="000000"/>
                </a:solidFill>
                <a:latin typeface="Calibri" panose="020F0502020204030204" pitchFamily="34" charset="0"/>
                <a:cs typeface="Calibri" panose="020F0502020204030204" pitchFamily="34" charset="0"/>
              </a:rPr>
              <a:t>ả</a:t>
            </a:r>
            <a:r>
              <a:rPr lang="en-US" sz="2800" kern="1200" spc="-10" dirty="0" err="1">
                <a:solidFill>
                  <a:srgbClr val="000000"/>
                </a:solidFill>
                <a:latin typeface="Gill Sans MT" panose="020B0502020104020203" pitchFamily="34" charset="0"/>
                <a:cs typeface="Gill Sans MT" panose="020B0502020104020203" pitchFamily="34" charset="0"/>
              </a:rPr>
              <a:t>ng</a:t>
            </a:r>
            <a:r>
              <a:rPr lang="en-US" sz="2800" kern="1200" spc="-10" dirty="0">
                <a:solidFill>
                  <a:srgbClr val="000000"/>
                </a:solidFill>
                <a:latin typeface="Gill Sans MT" panose="020B0502020104020203" pitchFamily="34" charset="0"/>
                <a:cs typeface="Gill Sans MT" panose="020B0502020104020203" pitchFamily="34" charset="0"/>
              </a:rPr>
              <a:t> </a:t>
            </a:r>
            <a:r>
              <a:rPr lang="en-US" sz="2800" kern="1200" spc="-20" dirty="0" err="1">
                <a:solidFill>
                  <a:srgbClr val="000000"/>
                </a:solidFill>
                <a:latin typeface="Gill Sans MT" panose="020B0502020104020203" pitchFamily="34" charset="0"/>
                <a:cs typeface="Gill Sans MT" panose="020B0502020104020203" pitchFamily="34" charset="0"/>
              </a:rPr>
              <a:t>cách</a:t>
            </a:r>
            <a:r>
              <a:rPr lang="en-US" sz="2800" kern="1200" spc="-20" dirty="0">
                <a:solidFill>
                  <a:srgbClr val="000000"/>
                </a:solidFill>
                <a:latin typeface="Gill Sans MT" panose="020B0502020104020203" pitchFamily="34" charset="0"/>
                <a:cs typeface="Gill Sans MT" panose="020B0502020104020203" pitchFamily="34" charset="0"/>
              </a:rPr>
              <a:t> </a:t>
            </a:r>
            <a:r>
              <a:rPr lang="en-US" sz="2800" kern="1200" spc="-20" dirty="0" err="1">
                <a:solidFill>
                  <a:srgbClr val="000000"/>
                </a:solidFill>
                <a:latin typeface="Gill Sans MT" panose="020B0502020104020203" pitchFamily="34" charset="0"/>
                <a:cs typeface="Gill Sans MT" panose="020B0502020104020203" pitchFamily="34" charset="0"/>
              </a:rPr>
              <a:t>gi</a:t>
            </a:r>
            <a:r>
              <a:rPr lang="en-US" sz="2800" kern="1200" spc="-20" dirty="0" err="1">
                <a:solidFill>
                  <a:srgbClr val="000000"/>
                </a:solidFill>
                <a:latin typeface="Calibri" panose="020F0502020204030204" pitchFamily="34" charset="0"/>
                <a:cs typeface="Calibri" panose="020F0502020204030204" pitchFamily="34" charset="0"/>
              </a:rPr>
              <a:t>ữ</a:t>
            </a:r>
            <a:r>
              <a:rPr lang="en-US" sz="2800" kern="1200" spc="-20" dirty="0" err="1">
                <a:solidFill>
                  <a:srgbClr val="000000"/>
                </a:solidFill>
                <a:latin typeface="Gill Sans MT" panose="020B0502020104020203" pitchFamily="34" charset="0"/>
                <a:cs typeface="Gill Sans MT" panose="020B0502020104020203" pitchFamily="34" charset="0"/>
              </a:rPr>
              <a:t>a</a:t>
            </a:r>
            <a:r>
              <a:rPr lang="en-US" sz="2800" kern="1200" spc="-20" dirty="0">
                <a:solidFill>
                  <a:srgbClr val="000000"/>
                </a:solidFill>
                <a:latin typeface="Gill Sans MT" panose="020B0502020104020203" pitchFamily="34" charset="0"/>
                <a:cs typeface="Gill Sans MT" panose="020B0502020104020203" pitchFamily="34" charset="0"/>
              </a:rPr>
              <a:t> </a:t>
            </a:r>
            <a:r>
              <a:rPr lang="en-US" sz="2800" kern="1200" spc="-25" dirty="0" err="1">
                <a:solidFill>
                  <a:srgbClr val="000000"/>
                </a:solidFill>
                <a:latin typeface="Gill Sans MT" panose="020B0502020104020203" pitchFamily="34" charset="0"/>
                <a:cs typeface="Gill Sans MT" panose="020B0502020104020203" pitchFamily="34" charset="0"/>
              </a:rPr>
              <a:t>các</a:t>
            </a:r>
            <a:r>
              <a:rPr lang="en-US" sz="2800" kern="1200" spc="-25" dirty="0">
                <a:solidFill>
                  <a:srgbClr val="000000"/>
                </a:solidFill>
                <a:latin typeface="Gill Sans MT" panose="020B0502020104020203" pitchFamily="34" charset="0"/>
                <a:cs typeface="Gill Sans MT" panose="020B0502020104020203" pitchFamily="34" charset="0"/>
              </a:rPr>
              <a:t> </a:t>
            </a:r>
            <a:r>
              <a:rPr lang="en-US" sz="2800" kern="1200" spc="-25" dirty="0" err="1">
                <a:solidFill>
                  <a:srgbClr val="000000"/>
                </a:solidFill>
                <a:latin typeface="Gill Sans MT" panose="020B0502020104020203" pitchFamily="34" charset="0"/>
                <a:cs typeface="Gill Sans MT" panose="020B0502020104020203" pitchFamily="34" charset="0"/>
              </a:rPr>
              <a:t>c</a:t>
            </a:r>
            <a:r>
              <a:rPr lang="en-US" sz="2800" kern="1200" spc="-25" dirty="0" err="1">
                <a:solidFill>
                  <a:srgbClr val="000000"/>
                </a:solidFill>
                <a:latin typeface="Calibri" panose="020F0502020204030204" pitchFamily="34" charset="0"/>
                <a:cs typeface="Calibri" panose="020F0502020204030204" pitchFamily="34" charset="0"/>
              </a:rPr>
              <a:t>ụ</a:t>
            </a:r>
            <a:r>
              <a:rPr lang="en-US" sz="2800" kern="1200" spc="-25" dirty="0" err="1">
                <a:solidFill>
                  <a:srgbClr val="000000"/>
                </a:solidFill>
                <a:latin typeface="Gill Sans MT" panose="020B0502020104020203" pitchFamily="34" charset="0"/>
                <a:cs typeface="Gill Sans MT" panose="020B0502020104020203" pitchFamily="34" charset="0"/>
              </a:rPr>
              <a:t>m</a:t>
            </a:r>
            <a:r>
              <a:rPr lang="en-US" sz="2800" kern="1200" spc="-25" dirty="0">
                <a:solidFill>
                  <a:srgbClr val="000000"/>
                </a:solidFill>
                <a:latin typeface="Gill Sans MT" panose="020B0502020104020203" pitchFamily="34" charset="0"/>
                <a:cs typeface="Gill Sans MT" panose="020B0502020104020203" pitchFamily="34" charset="0"/>
              </a:rPr>
              <a:t> </a:t>
            </a:r>
            <a:r>
              <a:rPr lang="en-US" sz="2800" kern="1200" spc="-25" dirty="0" err="1">
                <a:solidFill>
                  <a:srgbClr val="000000"/>
                </a:solidFill>
                <a:latin typeface="Gill Sans MT" panose="020B0502020104020203" pitchFamily="34" charset="0"/>
                <a:cs typeface="Gill Sans MT" panose="020B0502020104020203" pitchFamily="34" charset="0"/>
              </a:rPr>
              <a:t>có</a:t>
            </a:r>
            <a:r>
              <a:rPr lang="en-US" sz="2800" kern="1200" spc="-25" dirty="0">
                <a:solidFill>
                  <a:srgbClr val="000000"/>
                </a:solidFill>
                <a:latin typeface="Gill Sans MT" panose="020B0502020104020203" pitchFamily="34" charset="0"/>
                <a:cs typeface="Gill Sans MT" panose="020B0502020104020203" pitchFamily="34" charset="0"/>
              </a:rPr>
              <a:t> </a:t>
            </a:r>
            <a:r>
              <a:rPr lang="en-US" sz="2800" kern="1200" spc="-25" dirty="0" err="1">
                <a:solidFill>
                  <a:srgbClr val="000000"/>
                </a:solidFill>
                <a:latin typeface="Gill Sans MT" panose="020B0502020104020203" pitchFamily="34" charset="0"/>
                <a:cs typeface="Gill Sans MT" panose="020B0502020104020203" pitchFamily="34" charset="0"/>
              </a:rPr>
              <a:t>th</a:t>
            </a:r>
            <a:r>
              <a:rPr lang="en-US" sz="2800" kern="1200" spc="-25" dirty="0" err="1">
                <a:solidFill>
                  <a:srgbClr val="000000"/>
                </a:solidFill>
                <a:latin typeface="Calibri" panose="020F0502020204030204" pitchFamily="34" charset="0"/>
                <a:cs typeface="Calibri" panose="020F0502020204030204" pitchFamily="34" charset="0"/>
              </a:rPr>
              <a:t>ể</a:t>
            </a:r>
            <a:r>
              <a:rPr lang="en-US" sz="2800" kern="1200" spc="-25" dirty="0">
                <a:solidFill>
                  <a:srgbClr val="000000"/>
                </a:solidFill>
                <a:latin typeface="Calibri" panose="020F0502020204030204" pitchFamily="34" charset="0"/>
                <a:cs typeface="Calibri" panose="020F0502020204030204" pitchFamily="34" charset="0"/>
              </a:rPr>
              <a:t> </a:t>
            </a:r>
            <a:r>
              <a:rPr lang="en-US" sz="2800" kern="1200" spc="-25" dirty="0" err="1">
                <a:solidFill>
                  <a:srgbClr val="000000"/>
                </a:solidFill>
                <a:latin typeface="Gill Sans MT" panose="020B0502020104020203" pitchFamily="34" charset="0"/>
                <a:cs typeface="Gill Sans MT" panose="020B0502020104020203" pitchFamily="34" charset="0"/>
              </a:rPr>
              <a:t>đo</a:t>
            </a:r>
            <a:r>
              <a:rPr lang="en-US" sz="2800" kern="1200" spc="-25" dirty="0">
                <a:solidFill>
                  <a:srgbClr val="000000"/>
                </a:solidFill>
                <a:latin typeface="Gill Sans MT" panose="020B0502020104020203" pitchFamily="34" charset="0"/>
                <a:cs typeface="Gill Sans MT" panose="020B0502020104020203" pitchFamily="34" charset="0"/>
              </a:rPr>
              <a:t> </a:t>
            </a:r>
            <a:r>
              <a:rPr lang="en-US" sz="2800" kern="1200" spc="-20" dirty="0" err="1">
                <a:solidFill>
                  <a:srgbClr val="000000"/>
                </a:solidFill>
                <a:latin typeface="Gill Sans MT" panose="020B0502020104020203" pitchFamily="34" charset="0"/>
                <a:cs typeface="Gill Sans MT" panose="020B0502020104020203" pitchFamily="34" charset="0"/>
              </a:rPr>
              <a:t>b</a:t>
            </a:r>
            <a:r>
              <a:rPr lang="en-US" sz="2800" kern="1200" spc="-20" dirty="0" err="1">
                <a:solidFill>
                  <a:srgbClr val="000000"/>
                </a:solidFill>
                <a:latin typeface="Calibri" panose="020F0502020204030204" pitchFamily="34" charset="0"/>
                <a:cs typeface="Calibri" panose="020F0502020204030204" pitchFamily="34" charset="0"/>
              </a:rPr>
              <a:t>ằ</a:t>
            </a:r>
            <a:r>
              <a:rPr lang="en-US" sz="2800" kern="1200" spc="-20" dirty="0" err="1">
                <a:solidFill>
                  <a:srgbClr val="000000"/>
                </a:solidFill>
                <a:latin typeface="Gill Sans MT" panose="020B0502020104020203" pitchFamily="34" charset="0"/>
                <a:cs typeface="Gill Sans MT" panose="020B0502020104020203" pitchFamily="34" charset="0"/>
              </a:rPr>
              <a:t>ng</a:t>
            </a:r>
            <a:r>
              <a:rPr lang="en-US" sz="2800" kern="1200" spc="-20" dirty="0">
                <a:solidFill>
                  <a:srgbClr val="000000"/>
                </a:solidFill>
                <a:latin typeface="Gill Sans MT" panose="020B0502020104020203" pitchFamily="34" charset="0"/>
                <a:cs typeface="Gill Sans MT" panose="020B0502020104020203" pitchFamily="34" charset="0"/>
              </a:rPr>
              <a:t> </a:t>
            </a:r>
            <a:r>
              <a:rPr lang="en-US" sz="2800" kern="1200" spc="-10" dirty="0" err="1">
                <a:solidFill>
                  <a:srgbClr val="000000"/>
                </a:solidFill>
                <a:latin typeface="Gill Sans MT" panose="020B0502020104020203" pitchFamily="34" charset="0"/>
                <a:cs typeface="Gill Sans MT" panose="020B0502020104020203" pitchFamily="34" charset="0"/>
              </a:rPr>
              <a:t>kho</a:t>
            </a:r>
            <a:r>
              <a:rPr lang="en-US" sz="2800" kern="1200" spc="-10" dirty="0" err="1">
                <a:solidFill>
                  <a:srgbClr val="000000"/>
                </a:solidFill>
                <a:latin typeface="Calibri" panose="020F0502020204030204" pitchFamily="34" charset="0"/>
                <a:cs typeface="Calibri" panose="020F0502020204030204" pitchFamily="34" charset="0"/>
              </a:rPr>
              <a:t>ả</a:t>
            </a:r>
            <a:r>
              <a:rPr lang="en-US" sz="2800" kern="1200" spc="-10" dirty="0" err="1">
                <a:solidFill>
                  <a:srgbClr val="000000"/>
                </a:solidFill>
                <a:latin typeface="Gill Sans MT" panose="020B0502020104020203" pitchFamily="34" charset="0"/>
                <a:cs typeface="Gill Sans MT" panose="020B0502020104020203" pitchFamily="34" charset="0"/>
              </a:rPr>
              <a:t>ng</a:t>
            </a:r>
            <a:r>
              <a:rPr lang="en-US" sz="2800" kern="1200" spc="-10" dirty="0">
                <a:solidFill>
                  <a:srgbClr val="000000"/>
                </a:solidFill>
                <a:latin typeface="Gill Sans MT" panose="020B0502020104020203" pitchFamily="34" charset="0"/>
                <a:cs typeface="Gill Sans MT" panose="020B0502020104020203" pitchFamily="34" charset="0"/>
              </a:rPr>
              <a:t> </a:t>
            </a:r>
            <a:r>
              <a:rPr lang="en-US" sz="2800" kern="1200" spc="-20" dirty="0" err="1">
                <a:solidFill>
                  <a:srgbClr val="000000"/>
                </a:solidFill>
                <a:latin typeface="Gill Sans MT" panose="020B0502020104020203" pitchFamily="34" charset="0"/>
                <a:cs typeface="Gill Sans MT" panose="020B0502020104020203" pitchFamily="34" charset="0"/>
              </a:rPr>
              <a:t>cách</a:t>
            </a:r>
            <a:r>
              <a:rPr lang="en-US" sz="2800" kern="1200" spc="-20" dirty="0">
                <a:solidFill>
                  <a:srgbClr val="000000"/>
                </a:solidFill>
                <a:latin typeface="Gill Sans MT" panose="020B0502020104020203" pitchFamily="34" charset="0"/>
                <a:cs typeface="Gill Sans MT" panose="020B0502020104020203" pitchFamily="34" charset="0"/>
              </a:rPr>
              <a:t> Euclid,</a:t>
            </a:r>
            <a:r>
              <a:rPr lang="en-US" sz="2800" kern="1200" spc="-145" dirty="0">
                <a:solidFill>
                  <a:srgbClr val="000000"/>
                </a:solidFill>
                <a:latin typeface="Gill Sans MT" panose="020B0502020104020203" pitchFamily="34" charset="0"/>
                <a:cs typeface="Gill Sans MT" panose="020B0502020104020203" pitchFamily="34" charset="0"/>
              </a:rPr>
              <a:t> </a:t>
            </a:r>
            <a:r>
              <a:rPr lang="en-US" sz="2800" kern="1200" spc="-10" dirty="0" err="1">
                <a:solidFill>
                  <a:srgbClr val="000000"/>
                </a:solidFill>
                <a:latin typeface="Gill Sans MT" panose="020B0502020104020203" pitchFamily="34" charset="0"/>
                <a:cs typeface="Gill Sans MT" panose="020B0502020104020203" pitchFamily="34" charset="0"/>
              </a:rPr>
              <a:t>Manhatta</a:t>
            </a:r>
            <a:r>
              <a:rPr lang="en-US" sz="2800" kern="1200" spc="-10" dirty="0">
                <a:solidFill>
                  <a:srgbClr val="000000"/>
                </a:solidFill>
                <a:latin typeface="Gill Sans MT" panose="020B0502020104020203" pitchFamily="34" charset="0"/>
                <a:cs typeface="Gill Sans MT" panose="020B0502020104020203" pitchFamily="34" charset="0"/>
              </a:rPr>
              <a:t>,....</a:t>
            </a:r>
            <a:endParaRPr lang="en-US" dirty="0">
              <a:latin typeface="Arial" panose="020B0604020202020204" pitchFamily="34" charset="0"/>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07570" rIns="0" bIns="0" rtlCol="0">
            <a:spAutoFit/>
          </a:bodyPr>
          <a:lstStyle/>
          <a:p>
            <a:pPr marL="417195">
              <a:lnSpc>
                <a:spcPct val="100000"/>
              </a:lnSpc>
              <a:spcBef>
                <a:spcPts val="100"/>
              </a:spcBef>
            </a:pPr>
            <a:r>
              <a:rPr dirty="0"/>
              <a:t>Thu</a:t>
            </a:r>
            <a:r>
              <a:rPr dirty="0">
                <a:latin typeface="Calibri"/>
                <a:cs typeface="Calibri"/>
              </a:rPr>
              <a:t>ậ</a:t>
            </a:r>
            <a:r>
              <a:rPr dirty="0"/>
              <a:t>t</a:t>
            </a:r>
            <a:r>
              <a:rPr spc="-100" dirty="0"/>
              <a:t> </a:t>
            </a:r>
            <a:r>
              <a:rPr dirty="0"/>
              <a:t>toán</a:t>
            </a:r>
            <a:r>
              <a:rPr spc="-35" dirty="0"/>
              <a:t> </a:t>
            </a:r>
            <a:r>
              <a:rPr spc="-10" dirty="0"/>
              <a:t>BIRCH…</a:t>
            </a:r>
          </a:p>
        </p:txBody>
      </p:sp>
      <p:sp>
        <p:nvSpPr>
          <p:cNvPr id="4" name="object 4"/>
          <p:cNvSpPr txBox="1">
            <a:spLocks noGrp="1"/>
          </p:cNvSpPr>
          <p:nvPr>
            <p:ph type="sldNum" sz="quarter" idx="12"/>
          </p:nvPr>
        </p:nvSpPr>
        <p:spPr>
          <a:prstGeom prst="rect">
            <a:avLst/>
          </a:prstGeom>
        </p:spPr>
        <p:txBody>
          <a:bodyPr vert="horz" wrap="square" lIns="0" tIns="3810" rIns="0" bIns="0" rtlCol="0">
            <a:spAutoFit/>
          </a:bodyPr>
          <a:lstStyle/>
          <a:p>
            <a:pPr marL="38100">
              <a:lnSpc>
                <a:spcPct val="100000"/>
              </a:lnSpc>
              <a:spcBef>
                <a:spcPts val="30"/>
              </a:spcBef>
            </a:pPr>
            <a:fld id="{81D60167-4931-47E6-BA6A-407CBD079E47}" type="slidenum">
              <a:rPr spc="-25" dirty="0"/>
              <a:t>91</a:t>
            </a:fld>
            <a:endParaRPr spc="-25" dirty="0"/>
          </a:p>
        </p:txBody>
      </p:sp>
      <p:pic>
        <p:nvPicPr>
          <p:cNvPr id="3" name="object 3"/>
          <p:cNvPicPr/>
          <p:nvPr/>
        </p:nvPicPr>
        <p:blipFill>
          <a:blip r:embed="rId2" cstate="print"/>
          <a:stretch>
            <a:fillRect/>
          </a:stretch>
        </p:blipFill>
        <p:spPr>
          <a:xfrm>
            <a:off x="432001" y="1981002"/>
            <a:ext cx="8068245" cy="2891849"/>
          </a:xfrm>
          <a:prstGeom prst="rect">
            <a:avLst/>
          </a:prstGeom>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07570" rIns="0" bIns="0" rtlCol="0">
            <a:spAutoFit/>
          </a:bodyPr>
          <a:lstStyle/>
          <a:p>
            <a:pPr marL="417195">
              <a:lnSpc>
                <a:spcPct val="100000"/>
              </a:lnSpc>
              <a:spcBef>
                <a:spcPts val="100"/>
              </a:spcBef>
            </a:pPr>
            <a:r>
              <a:rPr dirty="0"/>
              <a:t>Thu</a:t>
            </a:r>
            <a:r>
              <a:rPr dirty="0">
                <a:latin typeface="Calibri"/>
                <a:cs typeface="Calibri"/>
              </a:rPr>
              <a:t>ậ</a:t>
            </a:r>
            <a:r>
              <a:rPr dirty="0"/>
              <a:t>t</a:t>
            </a:r>
            <a:r>
              <a:rPr spc="-100" dirty="0"/>
              <a:t> </a:t>
            </a:r>
            <a:r>
              <a:rPr dirty="0"/>
              <a:t>toán</a:t>
            </a:r>
            <a:r>
              <a:rPr spc="-35" dirty="0"/>
              <a:t> </a:t>
            </a:r>
            <a:r>
              <a:rPr spc="-10" dirty="0"/>
              <a:t>BIRCH…</a:t>
            </a:r>
          </a:p>
        </p:txBody>
      </p:sp>
      <p:sp>
        <p:nvSpPr>
          <p:cNvPr id="4" name="object 4"/>
          <p:cNvSpPr txBox="1">
            <a:spLocks noGrp="1"/>
          </p:cNvSpPr>
          <p:nvPr>
            <p:ph type="sldNum" sz="quarter" idx="12"/>
          </p:nvPr>
        </p:nvSpPr>
        <p:spPr>
          <a:prstGeom prst="rect">
            <a:avLst/>
          </a:prstGeom>
        </p:spPr>
        <p:txBody>
          <a:bodyPr vert="horz" wrap="square" lIns="0" tIns="3810" rIns="0" bIns="0" rtlCol="0">
            <a:spAutoFit/>
          </a:bodyPr>
          <a:lstStyle/>
          <a:p>
            <a:pPr marL="38100">
              <a:lnSpc>
                <a:spcPct val="100000"/>
              </a:lnSpc>
              <a:spcBef>
                <a:spcPts val="30"/>
              </a:spcBef>
            </a:pPr>
            <a:fld id="{81D60167-4931-47E6-BA6A-407CBD079E47}" type="slidenum">
              <a:rPr spc="-25" dirty="0"/>
              <a:t>92</a:t>
            </a:fld>
            <a:endParaRPr spc="-25" dirty="0"/>
          </a:p>
        </p:txBody>
      </p:sp>
      <p:pic>
        <p:nvPicPr>
          <p:cNvPr id="3" name="object 3"/>
          <p:cNvPicPr/>
          <p:nvPr/>
        </p:nvPicPr>
        <p:blipFill>
          <a:blip r:embed="rId2" cstate="print"/>
          <a:stretch>
            <a:fillRect/>
          </a:stretch>
        </p:blipFill>
        <p:spPr>
          <a:xfrm>
            <a:off x="336141" y="2113464"/>
            <a:ext cx="8470232" cy="3057475"/>
          </a:xfrm>
          <a:prstGeom prst="rect">
            <a:avLst/>
          </a:prstGeom>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1600" y="1676400"/>
            <a:ext cx="8966201" cy="4419600"/>
          </a:xfrm>
          <a:prstGeom prst="rect">
            <a:avLst/>
          </a:prstGeom>
        </p:spPr>
      </p:pic>
      <p:sp>
        <p:nvSpPr>
          <p:cNvPr id="3" name="object 3"/>
          <p:cNvSpPr txBox="1">
            <a:spLocks noGrp="1"/>
          </p:cNvSpPr>
          <p:nvPr>
            <p:ph type="title"/>
          </p:nvPr>
        </p:nvSpPr>
        <p:spPr>
          <a:prstGeom prst="rect">
            <a:avLst/>
          </a:prstGeom>
        </p:spPr>
        <p:txBody>
          <a:bodyPr vert="horz" wrap="square" lIns="0" tIns="207570" rIns="0" bIns="0" rtlCol="0">
            <a:spAutoFit/>
          </a:bodyPr>
          <a:lstStyle/>
          <a:p>
            <a:pPr marL="417195">
              <a:lnSpc>
                <a:spcPct val="100000"/>
              </a:lnSpc>
              <a:spcBef>
                <a:spcPts val="100"/>
              </a:spcBef>
            </a:pPr>
            <a:r>
              <a:rPr dirty="0"/>
              <a:t>Thu</a:t>
            </a:r>
            <a:r>
              <a:rPr dirty="0">
                <a:latin typeface="Calibri"/>
                <a:cs typeface="Calibri"/>
              </a:rPr>
              <a:t>ậ</a:t>
            </a:r>
            <a:r>
              <a:rPr dirty="0"/>
              <a:t>t</a:t>
            </a:r>
            <a:r>
              <a:rPr spc="-100" dirty="0"/>
              <a:t> </a:t>
            </a:r>
            <a:r>
              <a:rPr dirty="0"/>
              <a:t>toán</a:t>
            </a:r>
            <a:r>
              <a:rPr spc="-35" dirty="0"/>
              <a:t> </a:t>
            </a:r>
            <a:r>
              <a:rPr spc="-10" dirty="0"/>
              <a:t>BIRCH…</a:t>
            </a:r>
          </a:p>
        </p:txBody>
      </p:sp>
      <p:sp>
        <p:nvSpPr>
          <p:cNvPr id="4" name="object 4"/>
          <p:cNvSpPr txBox="1">
            <a:spLocks noGrp="1"/>
          </p:cNvSpPr>
          <p:nvPr>
            <p:ph type="sldNum" sz="quarter" idx="12"/>
          </p:nvPr>
        </p:nvSpPr>
        <p:spPr>
          <a:prstGeom prst="rect">
            <a:avLst/>
          </a:prstGeom>
        </p:spPr>
        <p:txBody>
          <a:bodyPr vert="horz" wrap="square" lIns="0" tIns="3810" rIns="0" bIns="0" rtlCol="0">
            <a:spAutoFit/>
          </a:bodyPr>
          <a:lstStyle/>
          <a:p>
            <a:pPr marL="38100">
              <a:lnSpc>
                <a:spcPct val="100000"/>
              </a:lnSpc>
              <a:spcBef>
                <a:spcPts val="30"/>
              </a:spcBef>
            </a:pPr>
            <a:fld id="{81D60167-4931-47E6-BA6A-407CBD079E47}" type="slidenum">
              <a:rPr spc="-25" dirty="0"/>
              <a:t>93</a:t>
            </a:fld>
            <a:endParaRPr spc="-25"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07570" rIns="0" bIns="0" rtlCol="0">
            <a:spAutoFit/>
          </a:bodyPr>
          <a:lstStyle/>
          <a:p>
            <a:pPr marL="417195">
              <a:lnSpc>
                <a:spcPct val="100000"/>
              </a:lnSpc>
              <a:spcBef>
                <a:spcPts val="100"/>
              </a:spcBef>
            </a:pPr>
            <a:r>
              <a:rPr dirty="0"/>
              <a:t>Thu</a:t>
            </a:r>
            <a:r>
              <a:rPr dirty="0">
                <a:latin typeface="Calibri"/>
                <a:cs typeface="Calibri"/>
              </a:rPr>
              <a:t>ậ</a:t>
            </a:r>
            <a:r>
              <a:rPr dirty="0"/>
              <a:t>t</a:t>
            </a:r>
            <a:r>
              <a:rPr spc="-100" dirty="0"/>
              <a:t> </a:t>
            </a:r>
            <a:r>
              <a:rPr dirty="0"/>
              <a:t>toán</a:t>
            </a:r>
            <a:r>
              <a:rPr spc="-35" dirty="0"/>
              <a:t> </a:t>
            </a:r>
            <a:r>
              <a:rPr spc="-10" dirty="0"/>
              <a:t>BIRCH…</a:t>
            </a:r>
          </a:p>
        </p:txBody>
      </p:sp>
      <p:sp>
        <p:nvSpPr>
          <p:cNvPr id="4" name="object 4"/>
          <p:cNvSpPr txBox="1">
            <a:spLocks noGrp="1"/>
          </p:cNvSpPr>
          <p:nvPr>
            <p:ph type="sldNum" sz="quarter" idx="12"/>
          </p:nvPr>
        </p:nvSpPr>
        <p:spPr>
          <a:prstGeom prst="rect">
            <a:avLst/>
          </a:prstGeom>
        </p:spPr>
        <p:txBody>
          <a:bodyPr vert="horz" wrap="square" lIns="0" tIns="3810" rIns="0" bIns="0" rtlCol="0">
            <a:spAutoFit/>
          </a:bodyPr>
          <a:lstStyle/>
          <a:p>
            <a:pPr marL="38100">
              <a:lnSpc>
                <a:spcPct val="100000"/>
              </a:lnSpc>
              <a:spcBef>
                <a:spcPts val="30"/>
              </a:spcBef>
            </a:pPr>
            <a:fld id="{81D60167-4931-47E6-BA6A-407CBD079E47}" type="slidenum">
              <a:rPr spc="-25" dirty="0"/>
              <a:t>94</a:t>
            </a:fld>
            <a:endParaRPr spc="-25" dirty="0"/>
          </a:p>
        </p:txBody>
      </p:sp>
      <p:pic>
        <p:nvPicPr>
          <p:cNvPr id="3" name="object 3"/>
          <p:cNvPicPr/>
          <p:nvPr/>
        </p:nvPicPr>
        <p:blipFill>
          <a:blip r:embed="rId2" cstate="print"/>
          <a:stretch>
            <a:fillRect/>
          </a:stretch>
        </p:blipFill>
        <p:spPr>
          <a:xfrm>
            <a:off x="113837" y="1636536"/>
            <a:ext cx="8998643" cy="4105037"/>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04800" y="2044700"/>
            <a:ext cx="8559800" cy="3962400"/>
          </a:xfrm>
          <a:prstGeom prst="rect">
            <a:avLst/>
          </a:prstGeom>
        </p:spPr>
      </p:pic>
      <p:sp>
        <p:nvSpPr>
          <p:cNvPr id="3" name="object 3"/>
          <p:cNvSpPr txBox="1">
            <a:spLocks noGrp="1"/>
          </p:cNvSpPr>
          <p:nvPr>
            <p:ph type="title"/>
          </p:nvPr>
        </p:nvSpPr>
        <p:spPr>
          <a:xfrm>
            <a:off x="535940" y="417533"/>
            <a:ext cx="4483100" cy="520655"/>
          </a:xfrm>
          <a:prstGeom prst="rect">
            <a:avLst/>
          </a:prstGeom>
        </p:spPr>
        <p:txBody>
          <a:bodyPr vert="horz" wrap="square" lIns="0" tIns="12700" rIns="0" bIns="0" rtlCol="0">
            <a:spAutoFit/>
          </a:bodyPr>
          <a:lstStyle/>
          <a:p>
            <a:pPr marL="12700">
              <a:lnSpc>
                <a:spcPct val="100000"/>
              </a:lnSpc>
              <a:spcBef>
                <a:spcPts val="100"/>
              </a:spcBef>
            </a:pPr>
            <a:r>
              <a:rPr dirty="0"/>
              <a:t>Thu</a:t>
            </a:r>
            <a:r>
              <a:rPr dirty="0">
                <a:latin typeface="Calibri"/>
                <a:cs typeface="Calibri"/>
              </a:rPr>
              <a:t>ậ</a:t>
            </a:r>
            <a:r>
              <a:rPr dirty="0"/>
              <a:t>t</a:t>
            </a:r>
            <a:r>
              <a:rPr spc="-100" dirty="0"/>
              <a:t> </a:t>
            </a:r>
            <a:r>
              <a:t>toán</a:t>
            </a:r>
            <a:r>
              <a:rPr spc="-35"/>
              <a:t> </a:t>
            </a:r>
            <a:r>
              <a:rPr spc="-10"/>
              <a:t>BIRC</a:t>
            </a:r>
            <a:r>
              <a:rPr lang="en-US" spc="-10"/>
              <a:t>H</a:t>
            </a:r>
            <a:endParaRPr spc="-10" dirty="0"/>
          </a:p>
        </p:txBody>
      </p:sp>
      <p:sp>
        <p:nvSpPr>
          <p:cNvPr id="5" name="object 5"/>
          <p:cNvSpPr txBox="1">
            <a:spLocks noGrp="1"/>
          </p:cNvSpPr>
          <p:nvPr>
            <p:ph type="sldNum" sz="quarter" idx="12"/>
          </p:nvPr>
        </p:nvSpPr>
        <p:spPr>
          <a:prstGeom prst="rect">
            <a:avLst/>
          </a:prstGeom>
        </p:spPr>
        <p:txBody>
          <a:bodyPr vert="horz" wrap="square" lIns="0" tIns="3810" rIns="0" bIns="0" rtlCol="0">
            <a:spAutoFit/>
          </a:bodyPr>
          <a:lstStyle/>
          <a:p>
            <a:pPr marL="38100">
              <a:lnSpc>
                <a:spcPct val="100000"/>
              </a:lnSpc>
              <a:spcBef>
                <a:spcPts val="30"/>
              </a:spcBef>
            </a:pPr>
            <a:fld id="{81D60167-4931-47E6-BA6A-407CBD079E47}" type="slidenum">
              <a:rPr spc="-25" dirty="0"/>
              <a:t>95</a:t>
            </a:fld>
            <a:endParaRPr spc="-25" dirty="0"/>
          </a:p>
        </p:txBody>
      </p:sp>
      <p:sp>
        <p:nvSpPr>
          <p:cNvPr id="4" name="object 4"/>
          <p:cNvSpPr txBox="1"/>
          <p:nvPr/>
        </p:nvSpPr>
        <p:spPr>
          <a:xfrm>
            <a:off x="764540" y="1108149"/>
            <a:ext cx="7413625" cy="452120"/>
          </a:xfrm>
          <a:prstGeom prst="rect">
            <a:avLst/>
          </a:prstGeom>
        </p:spPr>
        <p:txBody>
          <a:bodyPr vert="horz" wrap="square" lIns="0" tIns="12700" rIns="0" bIns="0" rtlCol="0">
            <a:spAutoFit/>
          </a:bodyPr>
          <a:lstStyle/>
          <a:p>
            <a:pPr marL="354965" indent="-342265">
              <a:lnSpc>
                <a:spcPct val="100000"/>
              </a:lnSpc>
              <a:spcBef>
                <a:spcPts val="100"/>
              </a:spcBef>
              <a:buFont typeface="Arial"/>
              <a:buChar char="•"/>
              <a:tabLst>
                <a:tab pos="354965" algn="l"/>
              </a:tabLst>
            </a:pPr>
            <a:r>
              <a:rPr sz="2800" dirty="0">
                <a:latin typeface="Gill Sans MT"/>
                <a:cs typeface="Gill Sans MT"/>
              </a:rPr>
              <a:t>Ví</a:t>
            </a:r>
            <a:r>
              <a:rPr sz="2800" spc="-45" dirty="0">
                <a:latin typeface="Gill Sans MT"/>
                <a:cs typeface="Gill Sans MT"/>
              </a:rPr>
              <a:t> </a:t>
            </a:r>
            <a:r>
              <a:rPr sz="2800" dirty="0">
                <a:latin typeface="Gill Sans MT"/>
                <a:cs typeface="Gill Sans MT"/>
              </a:rPr>
              <a:t>d</a:t>
            </a:r>
            <a:r>
              <a:rPr sz="2800" dirty="0">
                <a:latin typeface="Calibri"/>
                <a:cs typeface="Calibri"/>
              </a:rPr>
              <a:t>ụ</a:t>
            </a:r>
            <a:r>
              <a:rPr sz="2800" spc="180" dirty="0">
                <a:latin typeface="Calibri"/>
                <a:cs typeface="Calibri"/>
              </a:rPr>
              <a:t> </a:t>
            </a:r>
            <a:r>
              <a:rPr sz="2800" dirty="0">
                <a:latin typeface="Gill Sans MT"/>
                <a:cs typeface="Gill Sans MT"/>
              </a:rPr>
              <a:t>CF</a:t>
            </a:r>
            <a:r>
              <a:rPr sz="2800" spc="-110" dirty="0">
                <a:latin typeface="Gill Sans MT"/>
                <a:cs typeface="Gill Sans MT"/>
              </a:rPr>
              <a:t> </a:t>
            </a:r>
            <a:r>
              <a:rPr sz="2800" dirty="0">
                <a:latin typeface="Gill Sans MT"/>
                <a:cs typeface="Gill Sans MT"/>
              </a:rPr>
              <a:t>=</a:t>
            </a:r>
            <a:r>
              <a:rPr sz="2800" spc="-30" dirty="0">
                <a:latin typeface="Gill Sans MT"/>
                <a:cs typeface="Gill Sans MT"/>
              </a:rPr>
              <a:t> </a:t>
            </a:r>
            <a:r>
              <a:rPr sz="2800" dirty="0">
                <a:latin typeface="Gill Sans MT"/>
                <a:cs typeface="Gill Sans MT"/>
              </a:rPr>
              <a:t>(n</a:t>
            </a:r>
            <a:r>
              <a:rPr sz="2800" spc="5" dirty="0">
                <a:latin typeface="Gill Sans MT"/>
                <a:cs typeface="Gill Sans MT"/>
              </a:rPr>
              <a:t> </a:t>
            </a:r>
            <a:r>
              <a:rPr sz="2800" dirty="0">
                <a:latin typeface="Gill Sans MT"/>
                <a:cs typeface="Gill Sans MT"/>
              </a:rPr>
              <a:t>,</a:t>
            </a:r>
            <a:r>
              <a:rPr sz="2800" spc="-295" dirty="0">
                <a:latin typeface="Gill Sans MT"/>
                <a:cs typeface="Gill Sans MT"/>
              </a:rPr>
              <a:t> </a:t>
            </a:r>
            <a:r>
              <a:rPr sz="2800" dirty="0">
                <a:latin typeface="Gill Sans MT"/>
                <a:cs typeface="Gill Sans MT"/>
              </a:rPr>
              <a:t>LS</a:t>
            </a:r>
            <a:r>
              <a:rPr sz="2800" spc="15" dirty="0">
                <a:latin typeface="Gill Sans MT"/>
                <a:cs typeface="Gill Sans MT"/>
              </a:rPr>
              <a:t> </a:t>
            </a:r>
            <a:r>
              <a:rPr sz="2800" dirty="0">
                <a:latin typeface="Gill Sans MT"/>
                <a:cs typeface="Gill Sans MT"/>
              </a:rPr>
              <a:t>,</a:t>
            </a:r>
            <a:r>
              <a:rPr sz="2800" spc="-295" dirty="0">
                <a:latin typeface="Gill Sans MT"/>
                <a:cs typeface="Gill Sans MT"/>
              </a:rPr>
              <a:t> </a:t>
            </a:r>
            <a:r>
              <a:rPr sz="2800" dirty="0">
                <a:latin typeface="Gill Sans MT"/>
                <a:cs typeface="Gill Sans MT"/>
              </a:rPr>
              <a:t>SS)</a:t>
            </a:r>
            <a:r>
              <a:rPr sz="2800" spc="-95" dirty="0">
                <a:latin typeface="Gill Sans MT"/>
                <a:cs typeface="Gill Sans MT"/>
              </a:rPr>
              <a:t> </a:t>
            </a:r>
            <a:r>
              <a:rPr sz="2800" dirty="0">
                <a:latin typeface="Gill Sans MT"/>
                <a:cs typeface="Gill Sans MT"/>
              </a:rPr>
              <a:t>,</a:t>
            </a:r>
            <a:r>
              <a:rPr sz="2800" spc="-295" dirty="0">
                <a:latin typeface="Gill Sans MT"/>
                <a:cs typeface="Gill Sans MT"/>
              </a:rPr>
              <a:t> </a:t>
            </a:r>
            <a:r>
              <a:rPr sz="2800" dirty="0">
                <a:latin typeface="Gill Sans MT"/>
                <a:cs typeface="Gill Sans MT"/>
              </a:rPr>
              <a:t>n là</a:t>
            </a:r>
            <a:r>
              <a:rPr sz="2800" spc="10" dirty="0">
                <a:latin typeface="Gill Sans MT"/>
                <a:cs typeface="Gill Sans MT"/>
              </a:rPr>
              <a:t> </a:t>
            </a:r>
            <a:r>
              <a:rPr sz="2800" dirty="0">
                <a:latin typeface="Gill Sans MT"/>
                <a:cs typeface="Gill Sans MT"/>
              </a:rPr>
              <a:t>s</a:t>
            </a:r>
            <a:r>
              <a:rPr sz="2800" dirty="0">
                <a:latin typeface="Calibri"/>
                <a:cs typeface="Calibri"/>
              </a:rPr>
              <a:t>ố</a:t>
            </a:r>
            <a:r>
              <a:rPr sz="2800" spc="75" dirty="0">
                <a:latin typeface="Calibri"/>
                <a:cs typeface="Calibri"/>
              </a:rPr>
              <a:t> </a:t>
            </a:r>
            <a:r>
              <a:rPr sz="2800" dirty="0">
                <a:latin typeface="Gill Sans MT"/>
                <a:cs typeface="Gill Sans MT"/>
              </a:rPr>
              <a:t>đ</a:t>
            </a:r>
            <a:r>
              <a:rPr sz="2800" dirty="0">
                <a:latin typeface="Calibri"/>
                <a:cs typeface="Calibri"/>
              </a:rPr>
              <a:t>ố</a:t>
            </a:r>
            <a:r>
              <a:rPr sz="2800" dirty="0">
                <a:latin typeface="Gill Sans MT"/>
                <a:cs typeface="Gill Sans MT"/>
              </a:rPr>
              <a:t>i</a:t>
            </a:r>
            <a:r>
              <a:rPr sz="2800" spc="-10" dirty="0">
                <a:latin typeface="Gill Sans MT"/>
                <a:cs typeface="Gill Sans MT"/>
              </a:rPr>
              <a:t> </a:t>
            </a:r>
            <a:r>
              <a:rPr sz="2800" dirty="0">
                <a:latin typeface="Gill Sans MT"/>
                <a:cs typeface="Gill Sans MT"/>
              </a:rPr>
              <a:t>t</a:t>
            </a:r>
            <a:r>
              <a:rPr sz="2800" dirty="0">
                <a:latin typeface="Calibri"/>
                <a:cs typeface="Calibri"/>
              </a:rPr>
              <a:t>ượ</a:t>
            </a:r>
            <a:r>
              <a:rPr sz="2800" dirty="0">
                <a:latin typeface="Gill Sans MT"/>
                <a:cs typeface="Gill Sans MT"/>
              </a:rPr>
              <a:t>ng</a:t>
            </a:r>
            <a:r>
              <a:rPr sz="2800" spc="5" dirty="0">
                <a:latin typeface="Gill Sans MT"/>
                <a:cs typeface="Gill Sans MT"/>
              </a:rPr>
              <a:t> </a:t>
            </a:r>
            <a:r>
              <a:rPr sz="2800" dirty="0">
                <a:latin typeface="Gill Sans MT"/>
                <a:cs typeface="Gill Sans MT"/>
              </a:rPr>
              <a:t>c</a:t>
            </a:r>
            <a:r>
              <a:rPr sz="2800" dirty="0">
                <a:latin typeface="Calibri"/>
                <a:cs typeface="Calibri"/>
              </a:rPr>
              <a:t>ủ</a:t>
            </a:r>
            <a:r>
              <a:rPr sz="2800" dirty="0">
                <a:latin typeface="Gill Sans MT"/>
                <a:cs typeface="Gill Sans MT"/>
              </a:rPr>
              <a:t>a</a:t>
            </a:r>
            <a:r>
              <a:rPr sz="2800" spc="10" dirty="0">
                <a:latin typeface="Gill Sans MT"/>
                <a:cs typeface="Gill Sans MT"/>
              </a:rPr>
              <a:t> </a:t>
            </a:r>
            <a:r>
              <a:rPr sz="2800" spc="-650" dirty="0">
                <a:latin typeface="Gill Sans MT"/>
                <a:cs typeface="Gill Sans MT"/>
              </a:rPr>
              <a:t>DL</a:t>
            </a:r>
            <a:endParaRPr sz="2800">
              <a:latin typeface="Gill Sans MT"/>
              <a:cs typeface="Gill Sans MT"/>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07570" rIns="0" bIns="0" rtlCol="0">
            <a:spAutoFit/>
          </a:bodyPr>
          <a:lstStyle/>
          <a:p>
            <a:pPr marL="417195">
              <a:lnSpc>
                <a:spcPct val="100000"/>
              </a:lnSpc>
              <a:spcBef>
                <a:spcPts val="100"/>
              </a:spcBef>
            </a:pPr>
            <a:r>
              <a:rPr dirty="0"/>
              <a:t>Thu</a:t>
            </a:r>
            <a:r>
              <a:rPr dirty="0">
                <a:latin typeface="Calibri"/>
                <a:cs typeface="Calibri"/>
              </a:rPr>
              <a:t>ậ</a:t>
            </a:r>
            <a:r>
              <a:rPr dirty="0"/>
              <a:t>t</a:t>
            </a:r>
            <a:r>
              <a:rPr spc="-100" dirty="0"/>
              <a:t> </a:t>
            </a:r>
            <a:r>
              <a:rPr dirty="0"/>
              <a:t>toán</a:t>
            </a:r>
            <a:r>
              <a:rPr spc="-35" dirty="0"/>
              <a:t> </a:t>
            </a:r>
            <a:r>
              <a:rPr spc="-10" dirty="0"/>
              <a:t>BIRCH…</a:t>
            </a:r>
          </a:p>
        </p:txBody>
      </p:sp>
      <p:sp>
        <p:nvSpPr>
          <p:cNvPr id="4" name="object 4"/>
          <p:cNvSpPr txBox="1">
            <a:spLocks noGrp="1"/>
          </p:cNvSpPr>
          <p:nvPr>
            <p:ph type="sldNum" sz="quarter" idx="12"/>
          </p:nvPr>
        </p:nvSpPr>
        <p:spPr>
          <a:prstGeom prst="rect">
            <a:avLst/>
          </a:prstGeom>
        </p:spPr>
        <p:txBody>
          <a:bodyPr vert="horz" wrap="square" lIns="0" tIns="3810" rIns="0" bIns="0" rtlCol="0">
            <a:spAutoFit/>
          </a:bodyPr>
          <a:lstStyle/>
          <a:p>
            <a:pPr marL="38100">
              <a:lnSpc>
                <a:spcPct val="100000"/>
              </a:lnSpc>
              <a:spcBef>
                <a:spcPts val="30"/>
              </a:spcBef>
            </a:pPr>
            <a:fld id="{81D60167-4931-47E6-BA6A-407CBD079E47}" type="slidenum">
              <a:rPr spc="-25" dirty="0"/>
              <a:t>96</a:t>
            </a:fld>
            <a:endParaRPr spc="-25" dirty="0"/>
          </a:p>
        </p:txBody>
      </p:sp>
      <p:pic>
        <p:nvPicPr>
          <p:cNvPr id="3" name="object 3"/>
          <p:cNvPicPr/>
          <p:nvPr/>
        </p:nvPicPr>
        <p:blipFill>
          <a:blip r:embed="rId2" cstate="print"/>
          <a:stretch>
            <a:fillRect/>
          </a:stretch>
        </p:blipFill>
        <p:spPr>
          <a:xfrm>
            <a:off x="152400" y="1583912"/>
            <a:ext cx="8487104" cy="4772439"/>
          </a:xfrm>
          <a:prstGeom prst="rect">
            <a:avLst/>
          </a:prstGeom>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365126"/>
            <a:ext cx="7886700" cy="1325563"/>
          </a:xfrm>
        </p:spPr>
        <p:txBody>
          <a:bodyPr vert="horz" wrap="square" lIns="0" tIns="207570" rIns="0" bIns="0" rtlCol="0">
            <a:spAutoFit/>
          </a:bodyPr>
          <a:lstStyle/>
          <a:p>
            <a:r>
              <a:rPr lang="en-US"/>
              <a:t>BIRCH</a:t>
            </a:r>
            <a:endParaRPr lang="en-US" dirty="0"/>
          </a:p>
        </p:txBody>
      </p:sp>
      <p:sp>
        <p:nvSpPr>
          <p:cNvPr id="4" name="object 4"/>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97</a:t>
            </a:fld>
            <a:endParaRPr lang="en-US" dirty="0"/>
          </a:p>
        </p:txBody>
      </p:sp>
      <p:pic>
        <p:nvPicPr>
          <p:cNvPr id="3" name="object 3"/>
          <p:cNvPicPr/>
          <p:nvPr/>
        </p:nvPicPr>
        <p:blipFill>
          <a:blip r:embed="rId2" cstate="print"/>
          <a:stretch>
            <a:fillRect/>
          </a:stretch>
        </p:blipFill>
        <p:spPr>
          <a:xfrm>
            <a:off x="556047" y="1333500"/>
            <a:ext cx="8145101" cy="4455099"/>
          </a:xfrm>
          <a:prstGeom prst="rect">
            <a:avLst/>
          </a:prstGeom>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669193"/>
            <a:ext cx="7886700" cy="717428"/>
          </a:xfrm>
          <a:prstGeom prst="rect">
            <a:avLst/>
          </a:prstGeom>
        </p:spPr>
        <p:txBody>
          <a:bodyPr vert="horz" wrap="square" lIns="0" tIns="207570" rIns="0" bIns="0" rtlCol="0">
            <a:spAutoFit/>
          </a:bodyPr>
          <a:lstStyle/>
          <a:p>
            <a:pPr marL="417195">
              <a:lnSpc>
                <a:spcPct val="100000"/>
              </a:lnSpc>
              <a:spcBef>
                <a:spcPts val="100"/>
              </a:spcBef>
            </a:pPr>
            <a:r>
              <a:rPr spc="-10"/>
              <a:t>BIRCH</a:t>
            </a:r>
            <a:endParaRPr spc="-10" dirty="0"/>
          </a:p>
        </p:txBody>
      </p:sp>
      <p:sp>
        <p:nvSpPr>
          <p:cNvPr id="4" name="object 4"/>
          <p:cNvSpPr txBox="1">
            <a:spLocks noGrp="1"/>
          </p:cNvSpPr>
          <p:nvPr>
            <p:ph type="sldNum" sz="quarter" idx="12"/>
          </p:nvPr>
        </p:nvSpPr>
        <p:spPr>
          <a:prstGeom prst="rect">
            <a:avLst/>
          </a:prstGeom>
        </p:spPr>
        <p:txBody>
          <a:bodyPr vert="horz" wrap="square" lIns="0" tIns="3810" rIns="0" bIns="0" rtlCol="0">
            <a:spAutoFit/>
          </a:bodyPr>
          <a:lstStyle/>
          <a:p>
            <a:pPr marL="38100">
              <a:lnSpc>
                <a:spcPct val="100000"/>
              </a:lnSpc>
              <a:spcBef>
                <a:spcPts val="30"/>
              </a:spcBef>
            </a:pPr>
            <a:fld id="{81D60167-4931-47E6-BA6A-407CBD079E47}" type="slidenum">
              <a:rPr spc="-25" dirty="0"/>
              <a:t>98</a:t>
            </a:fld>
            <a:endParaRPr spc="-25" dirty="0"/>
          </a:p>
        </p:txBody>
      </p:sp>
      <p:pic>
        <p:nvPicPr>
          <p:cNvPr id="3" name="object 3"/>
          <p:cNvPicPr/>
          <p:nvPr/>
        </p:nvPicPr>
        <p:blipFill>
          <a:blip r:embed="rId2" cstate="print"/>
          <a:stretch>
            <a:fillRect/>
          </a:stretch>
        </p:blipFill>
        <p:spPr>
          <a:xfrm>
            <a:off x="457200" y="1740799"/>
            <a:ext cx="8369774" cy="4565442"/>
          </a:xfrm>
          <a:prstGeom prst="rect">
            <a:avLst/>
          </a:prstGeom>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669193"/>
            <a:ext cx="7886700" cy="717428"/>
          </a:xfrm>
          <a:prstGeom prst="rect">
            <a:avLst/>
          </a:prstGeom>
        </p:spPr>
        <p:txBody>
          <a:bodyPr vert="horz" wrap="square" lIns="0" tIns="207570" rIns="0" bIns="0" rtlCol="0">
            <a:spAutoFit/>
          </a:bodyPr>
          <a:lstStyle/>
          <a:p>
            <a:pPr marL="417195">
              <a:lnSpc>
                <a:spcPct val="100000"/>
              </a:lnSpc>
              <a:spcBef>
                <a:spcPts val="100"/>
              </a:spcBef>
            </a:pPr>
            <a:r>
              <a:rPr spc="-10"/>
              <a:t>BIRCH</a:t>
            </a:r>
            <a:endParaRPr spc="-10" dirty="0"/>
          </a:p>
        </p:txBody>
      </p:sp>
      <p:sp>
        <p:nvSpPr>
          <p:cNvPr id="4" name="object 4"/>
          <p:cNvSpPr txBox="1">
            <a:spLocks noGrp="1"/>
          </p:cNvSpPr>
          <p:nvPr>
            <p:ph type="sldNum" sz="quarter" idx="12"/>
          </p:nvPr>
        </p:nvSpPr>
        <p:spPr>
          <a:prstGeom prst="rect">
            <a:avLst/>
          </a:prstGeom>
        </p:spPr>
        <p:txBody>
          <a:bodyPr vert="horz" wrap="square" lIns="0" tIns="3810" rIns="0" bIns="0" rtlCol="0">
            <a:spAutoFit/>
          </a:bodyPr>
          <a:lstStyle/>
          <a:p>
            <a:pPr marL="38100">
              <a:lnSpc>
                <a:spcPct val="100000"/>
              </a:lnSpc>
              <a:spcBef>
                <a:spcPts val="30"/>
              </a:spcBef>
            </a:pPr>
            <a:fld id="{81D60167-4931-47E6-BA6A-407CBD079E47}" type="slidenum">
              <a:rPr spc="-25" dirty="0"/>
              <a:t>99</a:t>
            </a:fld>
            <a:endParaRPr spc="-25" dirty="0"/>
          </a:p>
        </p:txBody>
      </p:sp>
      <p:pic>
        <p:nvPicPr>
          <p:cNvPr id="3" name="object 3"/>
          <p:cNvPicPr/>
          <p:nvPr/>
        </p:nvPicPr>
        <p:blipFill>
          <a:blip r:embed="rId2" cstate="print"/>
          <a:stretch>
            <a:fillRect/>
          </a:stretch>
        </p:blipFill>
        <p:spPr>
          <a:xfrm>
            <a:off x="505303" y="1346200"/>
            <a:ext cx="8369774" cy="4565442"/>
          </a:xfrm>
          <a:prstGeom prst="rect">
            <a:avLst/>
          </a:prstGeom>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365126"/>
            <a:ext cx="7886700" cy="1325563"/>
          </a:xfrm>
        </p:spPr>
        <p:txBody>
          <a:bodyPr vert="horz" wrap="square" lIns="0" tIns="207570" rIns="0" bIns="0" rtlCol="0">
            <a:spAutoFit/>
          </a:bodyPr>
          <a:lstStyle/>
          <a:p>
            <a:r>
              <a:rPr lang="en-US"/>
              <a:t>BIRCH</a:t>
            </a:r>
            <a:endParaRPr lang="en-US" dirty="0"/>
          </a:p>
        </p:txBody>
      </p:sp>
      <p:sp>
        <p:nvSpPr>
          <p:cNvPr id="7" name="Content Placeholder 6">
            <a:extLst>
              <a:ext uri="{FF2B5EF4-FFF2-40B4-BE49-F238E27FC236}">
                <a16:creationId xmlns:a16="http://schemas.microsoft.com/office/drawing/2014/main" id="{0A3EF7DE-79EF-D5E2-97AB-8BE3C4AB5BB5}"/>
              </a:ext>
            </a:extLst>
          </p:cNvPr>
          <p:cNvSpPr>
            <a:spLocks noGrp="1"/>
          </p:cNvSpPr>
          <p:nvPr>
            <p:ph idx="1"/>
          </p:nvPr>
        </p:nvSpPr>
        <p:spPr/>
        <p:txBody>
          <a:bodyPr/>
          <a:lstStyle/>
          <a:p>
            <a:pPr marL="354965" indent="-342265">
              <a:lnSpc>
                <a:spcPct val="100000"/>
              </a:lnSpc>
              <a:spcBef>
                <a:spcPts val="100"/>
              </a:spcBef>
              <a:buFont typeface="Arial"/>
              <a:buChar char="•"/>
              <a:tabLst>
                <a:tab pos="354965" algn="l"/>
              </a:tabLst>
            </a:pPr>
            <a:r>
              <a:rPr lang="vi-VN" sz="2400" spc="-25">
                <a:solidFill>
                  <a:srgbClr val="FF0066"/>
                </a:solidFill>
                <a:latin typeface="Calibri"/>
                <a:cs typeface="Calibri"/>
              </a:rPr>
              <a:t>Ư</a:t>
            </a:r>
            <a:r>
              <a:rPr lang="vi-VN" sz="2400" spc="-25">
                <a:solidFill>
                  <a:srgbClr val="FF0066"/>
                </a:solidFill>
                <a:latin typeface="Gill Sans MT"/>
                <a:cs typeface="Gill Sans MT"/>
              </a:rPr>
              <a:t>u:</a:t>
            </a:r>
            <a:endParaRPr lang="vi-VN" sz="2400">
              <a:latin typeface="Gill Sans MT"/>
              <a:cs typeface="Gill Sans MT"/>
            </a:endParaRPr>
          </a:p>
          <a:p>
            <a:pPr marL="761365" lvl="1" indent="-393065">
              <a:lnSpc>
                <a:spcPct val="100000"/>
              </a:lnSpc>
              <a:spcBef>
                <a:spcPts val="20"/>
              </a:spcBef>
              <a:buClr>
                <a:srgbClr val="558ED5"/>
              </a:buClr>
              <a:buSzPct val="75000"/>
              <a:buFont typeface="Arial"/>
              <a:buChar char="□"/>
              <a:tabLst>
                <a:tab pos="761365" algn="l"/>
              </a:tabLst>
            </a:pPr>
            <a:r>
              <a:rPr lang="vi-VN" sz="2000">
                <a:latin typeface="Gill Sans MT"/>
                <a:cs typeface="Gill Sans MT"/>
              </a:rPr>
              <a:t>V</a:t>
            </a:r>
            <a:r>
              <a:rPr lang="vi-VN" sz="2000">
                <a:latin typeface="Calibri"/>
                <a:cs typeface="Calibri"/>
              </a:rPr>
              <a:t>ớ</a:t>
            </a:r>
            <a:r>
              <a:rPr lang="vi-VN" sz="2000">
                <a:latin typeface="Gill Sans MT"/>
                <a:cs typeface="Gill Sans MT"/>
              </a:rPr>
              <a:t>i</a:t>
            </a:r>
            <a:r>
              <a:rPr lang="vi-VN" sz="2000" spc="5">
                <a:latin typeface="Gill Sans MT"/>
                <a:cs typeface="Gill Sans MT"/>
              </a:rPr>
              <a:t> </a:t>
            </a:r>
            <a:r>
              <a:rPr lang="vi-VN" sz="2000">
                <a:latin typeface="Gill Sans MT"/>
                <a:cs typeface="Gill Sans MT"/>
              </a:rPr>
              <a:t>c</a:t>
            </a:r>
            <a:r>
              <a:rPr lang="vi-VN" sz="2000">
                <a:latin typeface="Calibri"/>
                <a:cs typeface="Calibri"/>
              </a:rPr>
              <a:t>ấ</a:t>
            </a:r>
            <a:r>
              <a:rPr lang="vi-VN" sz="2000">
                <a:latin typeface="Gill Sans MT"/>
                <a:cs typeface="Gill Sans MT"/>
              </a:rPr>
              <a:t>u</a:t>
            </a:r>
            <a:r>
              <a:rPr lang="vi-VN" sz="2000" spc="-60">
                <a:latin typeface="Gill Sans MT"/>
                <a:cs typeface="Gill Sans MT"/>
              </a:rPr>
              <a:t> </a:t>
            </a:r>
            <a:r>
              <a:rPr lang="vi-VN" sz="2000">
                <a:latin typeface="Gill Sans MT"/>
                <a:cs typeface="Gill Sans MT"/>
              </a:rPr>
              <a:t>trúc</a:t>
            </a:r>
            <a:r>
              <a:rPr lang="vi-VN" sz="2000" spc="-130">
                <a:latin typeface="Gill Sans MT"/>
                <a:cs typeface="Gill Sans MT"/>
              </a:rPr>
              <a:t> </a:t>
            </a:r>
            <a:r>
              <a:rPr lang="vi-VN" sz="2000">
                <a:latin typeface="Gill Sans MT"/>
                <a:cs typeface="Gill Sans MT"/>
              </a:rPr>
              <a:t>cây</a:t>
            </a:r>
            <a:r>
              <a:rPr lang="vi-VN" sz="2000" spc="-35">
                <a:latin typeface="Gill Sans MT"/>
                <a:cs typeface="Gill Sans MT"/>
              </a:rPr>
              <a:t> </a:t>
            </a:r>
            <a:r>
              <a:rPr lang="vi-VN" sz="2000" spc="-120">
                <a:latin typeface="Gill Sans MT"/>
                <a:cs typeface="Gill Sans MT"/>
              </a:rPr>
              <a:t>CF,</a:t>
            </a:r>
            <a:r>
              <a:rPr lang="vi-VN" sz="2000" spc="-195">
                <a:latin typeface="Gill Sans MT"/>
                <a:cs typeface="Gill Sans MT"/>
              </a:rPr>
              <a:t> </a:t>
            </a:r>
            <a:r>
              <a:rPr lang="vi-VN" sz="2000">
                <a:latin typeface="Gill Sans MT"/>
                <a:cs typeface="Gill Sans MT"/>
              </a:rPr>
              <a:t>BIRCH</a:t>
            </a:r>
            <a:r>
              <a:rPr lang="vi-VN" sz="2000" spc="90">
                <a:latin typeface="Gill Sans MT"/>
                <a:cs typeface="Gill Sans MT"/>
              </a:rPr>
              <a:t> </a:t>
            </a:r>
            <a:r>
              <a:rPr lang="vi-VN" sz="2000">
                <a:latin typeface="Gill Sans MT"/>
                <a:cs typeface="Gill Sans MT"/>
              </a:rPr>
              <a:t>có</a:t>
            </a:r>
            <a:r>
              <a:rPr lang="vi-VN" sz="2000" spc="-60">
                <a:latin typeface="Gill Sans MT"/>
                <a:cs typeface="Gill Sans MT"/>
              </a:rPr>
              <a:t> </a:t>
            </a:r>
            <a:r>
              <a:rPr lang="vi-VN" sz="2000">
                <a:latin typeface="Gill Sans MT"/>
                <a:cs typeface="Gill Sans MT"/>
              </a:rPr>
              <a:t>t</a:t>
            </a:r>
            <a:r>
              <a:rPr lang="vi-VN" sz="2000">
                <a:latin typeface="Calibri"/>
                <a:cs typeface="Calibri"/>
              </a:rPr>
              <a:t>ố</a:t>
            </a:r>
            <a:r>
              <a:rPr lang="vi-VN" sz="2000">
                <a:latin typeface="Gill Sans MT"/>
                <a:cs typeface="Gill Sans MT"/>
              </a:rPr>
              <a:t>c</a:t>
            </a:r>
            <a:r>
              <a:rPr lang="vi-VN" sz="2000" spc="-30">
                <a:latin typeface="Gill Sans MT"/>
                <a:cs typeface="Gill Sans MT"/>
              </a:rPr>
              <a:t> </a:t>
            </a:r>
            <a:r>
              <a:rPr lang="vi-VN" sz="2000">
                <a:latin typeface="Gill Sans MT"/>
                <a:cs typeface="Gill Sans MT"/>
              </a:rPr>
              <a:t>đ</a:t>
            </a:r>
            <a:r>
              <a:rPr lang="vi-VN" sz="2000">
                <a:latin typeface="Calibri"/>
                <a:cs typeface="Calibri"/>
              </a:rPr>
              <a:t>ộ</a:t>
            </a:r>
            <a:r>
              <a:rPr lang="vi-VN" sz="2000" spc="90">
                <a:latin typeface="Calibri"/>
                <a:cs typeface="Calibri"/>
              </a:rPr>
              <a:t> </a:t>
            </a:r>
            <a:r>
              <a:rPr lang="vi-VN" sz="2000">
                <a:latin typeface="Gill Sans MT"/>
                <a:cs typeface="Gill Sans MT"/>
              </a:rPr>
              <a:t>th</a:t>
            </a:r>
            <a:r>
              <a:rPr lang="vi-VN" sz="2000">
                <a:latin typeface="Calibri"/>
                <a:cs typeface="Calibri"/>
              </a:rPr>
              <a:t>ự</a:t>
            </a:r>
            <a:r>
              <a:rPr lang="vi-VN" sz="2000">
                <a:latin typeface="Gill Sans MT"/>
                <a:cs typeface="Gill Sans MT"/>
              </a:rPr>
              <a:t>c</a:t>
            </a:r>
            <a:r>
              <a:rPr lang="vi-VN" sz="2000" spc="-30">
                <a:latin typeface="Gill Sans MT"/>
                <a:cs typeface="Gill Sans MT"/>
              </a:rPr>
              <a:t> </a:t>
            </a:r>
            <a:r>
              <a:rPr lang="vi-VN" sz="2000">
                <a:latin typeface="Gill Sans MT"/>
                <a:cs typeface="Gill Sans MT"/>
              </a:rPr>
              <a:t>hi</a:t>
            </a:r>
            <a:r>
              <a:rPr lang="vi-VN" sz="2000">
                <a:latin typeface="Calibri"/>
                <a:cs typeface="Calibri"/>
              </a:rPr>
              <a:t>ệ</a:t>
            </a:r>
            <a:r>
              <a:rPr lang="vi-VN" sz="2000">
                <a:latin typeface="Gill Sans MT"/>
                <a:cs typeface="Gill Sans MT"/>
              </a:rPr>
              <a:t>n</a:t>
            </a:r>
            <a:r>
              <a:rPr lang="vi-VN" sz="2000" spc="40">
                <a:latin typeface="Gill Sans MT"/>
                <a:cs typeface="Gill Sans MT"/>
              </a:rPr>
              <a:t> </a:t>
            </a:r>
            <a:r>
              <a:rPr lang="vi-VN" sz="2000">
                <a:latin typeface="Gill Sans MT"/>
                <a:cs typeface="Gill Sans MT"/>
              </a:rPr>
              <a:t>PCDL</a:t>
            </a:r>
            <a:r>
              <a:rPr lang="vi-VN" sz="2000" spc="-40">
                <a:latin typeface="Gill Sans MT"/>
                <a:cs typeface="Gill Sans MT"/>
              </a:rPr>
              <a:t> </a:t>
            </a:r>
            <a:r>
              <a:rPr lang="vi-VN" sz="2000" spc="-10">
                <a:latin typeface="Gill Sans MT"/>
                <a:cs typeface="Gill Sans MT"/>
              </a:rPr>
              <a:t>nhanh.</a:t>
            </a:r>
            <a:endParaRPr lang="vi-VN" sz="2000">
              <a:latin typeface="Gill Sans MT"/>
              <a:cs typeface="Gill Sans MT"/>
            </a:endParaRPr>
          </a:p>
          <a:p>
            <a:pPr marL="761365" lvl="1" indent="-393065">
              <a:lnSpc>
                <a:spcPct val="100000"/>
              </a:lnSpc>
              <a:buClr>
                <a:srgbClr val="558ED5"/>
              </a:buClr>
              <a:buSzPct val="75000"/>
              <a:buFont typeface="Arial"/>
              <a:buChar char="□"/>
              <a:tabLst>
                <a:tab pos="761365" algn="l"/>
              </a:tabLst>
            </a:pPr>
            <a:r>
              <a:rPr lang="vi-VN" sz="2000">
                <a:latin typeface="Gill Sans MT"/>
                <a:cs typeface="Gill Sans MT"/>
              </a:rPr>
              <a:t>T</a:t>
            </a:r>
            <a:r>
              <a:rPr lang="vi-VN" sz="2000">
                <a:latin typeface="Calibri"/>
                <a:cs typeface="Calibri"/>
              </a:rPr>
              <a:t>ố</a:t>
            </a:r>
            <a:r>
              <a:rPr lang="vi-VN" sz="2000">
                <a:latin typeface="Gill Sans MT"/>
                <a:cs typeface="Gill Sans MT"/>
              </a:rPr>
              <a:t>t</a:t>
            </a:r>
            <a:r>
              <a:rPr lang="vi-VN" sz="2000" spc="5">
                <a:latin typeface="Gill Sans MT"/>
                <a:cs typeface="Gill Sans MT"/>
              </a:rPr>
              <a:t> </a:t>
            </a:r>
            <a:r>
              <a:rPr lang="vi-VN" sz="2000">
                <a:latin typeface="Gill Sans MT"/>
                <a:cs typeface="Gill Sans MT"/>
              </a:rPr>
              <a:t>v</a:t>
            </a:r>
            <a:r>
              <a:rPr lang="vi-VN" sz="2000">
                <a:latin typeface="Calibri"/>
                <a:cs typeface="Calibri"/>
              </a:rPr>
              <a:t>ớ</a:t>
            </a:r>
            <a:r>
              <a:rPr lang="vi-VN" sz="2000">
                <a:latin typeface="Gill Sans MT"/>
                <a:cs typeface="Gill Sans MT"/>
              </a:rPr>
              <a:t>i</a:t>
            </a:r>
            <a:r>
              <a:rPr lang="vi-VN" sz="2000" spc="-65">
                <a:latin typeface="Gill Sans MT"/>
                <a:cs typeface="Gill Sans MT"/>
              </a:rPr>
              <a:t> </a:t>
            </a:r>
            <a:r>
              <a:rPr lang="vi-VN" sz="2000">
                <a:latin typeface="Gill Sans MT"/>
                <a:cs typeface="Gill Sans MT"/>
              </a:rPr>
              <a:t>t</a:t>
            </a:r>
            <a:r>
              <a:rPr lang="vi-VN" sz="2000">
                <a:latin typeface="Calibri"/>
                <a:cs typeface="Calibri"/>
              </a:rPr>
              <a:t>ậ</a:t>
            </a:r>
            <a:r>
              <a:rPr lang="vi-VN" sz="2000">
                <a:latin typeface="Gill Sans MT"/>
                <a:cs typeface="Gill Sans MT"/>
              </a:rPr>
              <a:t>p</a:t>
            </a:r>
            <a:r>
              <a:rPr lang="vi-VN" sz="2000" spc="-30">
                <a:latin typeface="Gill Sans MT"/>
                <a:cs typeface="Gill Sans MT"/>
              </a:rPr>
              <a:t> </a:t>
            </a:r>
            <a:r>
              <a:rPr lang="vi-VN" sz="2000">
                <a:latin typeface="Gill Sans MT"/>
                <a:cs typeface="Gill Sans MT"/>
              </a:rPr>
              <a:t>DL</a:t>
            </a:r>
            <a:r>
              <a:rPr lang="vi-VN" sz="2000" spc="-5">
                <a:latin typeface="Gill Sans MT"/>
                <a:cs typeface="Gill Sans MT"/>
              </a:rPr>
              <a:t> </a:t>
            </a:r>
            <a:r>
              <a:rPr lang="vi-VN" sz="2000" spc="-25">
                <a:latin typeface="Gill Sans MT"/>
                <a:cs typeface="Gill Sans MT"/>
              </a:rPr>
              <a:t>l</a:t>
            </a:r>
            <a:r>
              <a:rPr lang="vi-VN" sz="2000" spc="-25">
                <a:latin typeface="Calibri"/>
                <a:cs typeface="Calibri"/>
              </a:rPr>
              <a:t>ớ</a:t>
            </a:r>
            <a:r>
              <a:rPr lang="vi-VN" sz="2000" spc="-25">
                <a:latin typeface="Gill Sans MT"/>
                <a:cs typeface="Gill Sans MT"/>
              </a:rPr>
              <a:t>n</a:t>
            </a:r>
            <a:endParaRPr lang="vi-VN" sz="2000">
              <a:latin typeface="Gill Sans MT"/>
              <a:cs typeface="Gill Sans MT"/>
            </a:endParaRPr>
          </a:p>
          <a:p>
            <a:pPr marL="761365" lvl="1" indent="-393065">
              <a:lnSpc>
                <a:spcPct val="100000"/>
              </a:lnSpc>
              <a:buClr>
                <a:srgbClr val="558ED5"/>
              </a:buClr>
              <a:buSzPct val="75000"/>
              <a:buFont typeface="Arial"/>
              <a:buChar char="□"/>
              <a:tabLst>
                <a:tab pos="761365" algn="l"/>
              </a:tabLst>
            </a:pPr>
            <a:r>
              <a:rPr lang="vi-VN" sz="2000">
                <a:latin typeface="Gill Sans MT"/>
                <a:cs typeface="Gill Sans MT"/>
              </a:rPr>
              <a:t>Hi</a:t>
            </a:r>
            <a:r>
              <a:rPr lang="vi-VN" sz="2000">
                <a:latin typeface="Calibri"/>
                <a:cs typeface="Calibri"/>
              </a:rPr>
              <a:t>ệ</a:t>
            </a:r>
            <a:r>
              <a:rPr lang="vi-VN" sz="2000">
                <a:latin typeface="Gill Sans MT"/>
                <a:cs typeface="Gill Sans MT"/>
              </a:rPr>
              <a:t>u</a:t>
            </a:r>
            <a:r>
              <a:rPr lang="vi-VN" sz="2000" spc="75">
                <a:latin typeface="Gill Sans MT"/>
                <a:cs typeface="Gill Sans MT"/>
              </a:rPr>
              <a:t> </a:t>
            </a:r>
            <a:r>
              <a:rPr lang="vi-VN" sz="2000">
                <a:latin typeface="Gill Sans MT"/>
                <a:cs typeface="Gill Sans MT"/>
              </a:rPr>
              <a:t>qu</a:t>
            </a:r>
            <a:r>
              <a:rPr lang="vi-VN" sz="2000">
                <a:latin typeface="Calibri"/>
                <a:cs typeface="Calibri"/>
              </a:rPr>
              <a:t>ả</a:t>
            </a:r>
            <a:r>
              <a:rPr lang="vi-VN" sz="2000" spc="114">
                <a:latin typeface="Calibri"/>
                <a:cs typeface="Calibri"/>
              </a:rPr>
              <a:t> </a:t>
            </a:r>
            <a:r>
              <a:rPr lang="vi-VN" sz="2000">
                <a:latin typeface="Gill Sans MT"/>
                <a:cs typeface="Gill Sans MT"/>
              </a:rPr>
              <a:t>khi</a:t>
            </a:r>
            <a:r>
              <a:rPr lang="vi-VN" sz="2000" spc="-65">
                <a:latin typeface="Gill Sans MT"/>
                <a:cs typeface="Gill Sans MT"/>
              </a:rPr>
              <a:t> </a:t>
            </a:r>
            <a:r>
              <a:rPr lang="vi-VN" sz="2000">
                <a:latin typeface="Gill Sans MT"/>
                <a:cs typeface="Gill Sans MT"/>
              </a:rPr>
              <a:t>t</a:t>
            </a:r>
            <a:r>
              <a:rPr lang="vi-VN" sz="2000">
                <a:latin typeface="Calibri"/>
                <a:cs typeface="Calibri"/>
              </a:rPr>
              <a:t>ậ</a:t>
            </a:r>
            <a:r>
              <a:rPr lang="vi-VN" sz="2000">
                <a:latin typeface="Gill Sans MT"/>
                <a:cs typeface="Gill Sans MT"/>
              </a:rPr>
              <a:t>p</a:t>
            </a:r>
            <a:r>
              <a:rPr lang="vi-VN" sz="2000" spc="-30">
                <a:latin typeface="Gill Sans MT"/>
                <a:cs typeface="Gill Sans MT"/>
              </a:rPr>
              <a:t> </a:t>
            </a:r>
            <a:r>
              <a:rPr lang="vi-VN" sz="2000">
                <a:latin typeface="Gill Sans MT"/>
                <a:cs typeface="Gill Sans MT"/>
              </a:rPr>
              <a:t>DL</a:t>
            </a:r>
            <a:r>
              <a:rPr lang="vi-VN" sz="2000" spc="-10">
                <a:latin typeface="Gill Sans MT"/>
                <a:cs typeface="Gill Sans MT"/>
              </a:rPr>
              <a:t> </a:t>
            </a:r>
            <a:r>
              <a:rPr lang="vi-VN" sz="2000">
                <a:latin typeface="Gill Sans MT"/>
                <a:cs typeface="Gill Sans MT"/>
              </a:rPr>
              <a:t>tăng</a:t>
            </a:r>
            <a:r>
              <a:rPr lang="vi-VN" sz="2000" spc="-85">
                <a:latin typeface="Gill Sans MT"/>
                <a:cs typeface="Gill Sans MT"/>
              </a:rPr>
              <a:t> </a:t>
            </a:r>
            <a:r>
              <a:rPr lang="vi-VN" sz="2000">
                <a:latin typeface="Gill Sans MT"/>
                <a:cs typeface="Gill Sans MT"/>
              </a:rPr>
              <a:t>tr</a:t>
            </a:r>
            <a:r>
              <a:rPr lang="vi-VN" sz="2000">
                <a:latin typeface="Calibri"/>
                <a:cs typeface="Calibri"/>
              </a:rPr>
              <a:t>ưở</a:t>
            </a:r>
            <a:r>
              <a:rPr lang="vi-VN" sz="2000">
                <a:latin typeface="Gill Sans MT"/>
                <a:cs typeface="Gill Sans MT"/>
              </a:rPr>
              <a:t>ng</a:t>
            </a:r>
            <a:r>
              <a:rPr lang="vi-VN" sz="2000" spc="-85">
                <a:latin typeface="Gill Sans MT"/>
                <a:cs typeface="Gill Sans MT"/>
              </a:rPr>
              <a:t> </a:t>
            </a:r>
            <a:r>
              <a:rPr lang="vi-VN" sz="2000">
                <a:latin typeface="Gill Sans MT"/>
                <a:cs typeface="Gill Sans MT"/>
              </a:rPr>
              <a:t>theo</a:t>
            </a:r>
            <a:r>
              <a:rPr lang="vi-VN" sz="2000" spc="-30">
                <a:latin typeface="Gill Sans MT"/>
                <a:cs typeface="Gill Sans MT"/>
              </a:rPr>
              <a:t> </a:t>
            </a:r>
            <a:r>
              <a:rPr lang="vi-VN" sz="2000">
                <a:latin typeface="Gill Sans MT"/>
                <a:cs typeface="Gill Sans MT"/>
              </a:rPr>
              <a:t>th</a:t>
            </a:r>
            <a:r>
              <a:rPr lang="vi-VN" sz="2000">
                <a:latin typeface="Calibri"/>
                <a:cs typeface="Calibri"/>
              </a:rPr>
              <a:t>ờ</a:t>
            </a:r>
            <a:r>
              <a:rPr lang="vi-VN" sz="2000">
                <a:latin typeface="Gill Sans MT"/>
                <a:cs typeface="Gill Sans MT"/>
              </a:rPr>
              <a:t>i</a:t>
            </a:r>
            <a:r>
              <a:rPr lang="vi-VN" sz="2000" spc="-65">
                <a:latin typeface="Gill Sans MT"/>
                <a:cs typeface="Gill Sans MT"/>
              </a:rPr>
              <a:t> </a:t>
            </a:r>
            <a:r>
              <a:rPr lang="vi-VN" sz="2000" spc="-10">
                <a:latin typeface="Gill Sans MT"/>
                <a:cs typeface="Gill Sans MT"/>
              </a:rPr>
              <a:t>gian.</a:t>
            </a:r>
            <a:endParaRPr lang="vi-VN" sz="2000">
              <a:latin typeface="Gill Sans MT"/>
              <a:cs typeface="Gill Sans MT"/>
            </a:endParaRPr>
          </a:p>
          <a:p>
            <a:pPr marL="761365" lvl="1" indent="-393065">
              <a:lnSpc>
                <a:spcPct val="100000"/>
              </a:lnSpc>
              <a:buClr>
                <a:srgbClr val="558ED5"/>
              </a:buClr>
              <a:buSzPct val="75000"/>
              <a:buFont typeface="Arial"/>
              <a:buChar char="□"/>
              <a:tabLst>
                <a:tab pos="761365" algn="l"/>
              </a:tabLst>
            </a:pPr>
            <a:r>
              <a:rPr lang="vi-VN" sz="2000">
                <a:latin typeface="Gill Sans MT"/>
                <a:cs typeface="Gill Sans MT"/>
              </a:rPr>
              <a:t>Ch</a:t>
            </a:r>
            <a:r>
              <a:rPr lang="vi-VN" sz="2000">
                <a:latin typeface="Calibri"/>
                <a:cs typeface="Calibri"/>
              </a:rPr>
              <a:t>ỉ</a:t>
            </a:r>
            <a:r>
              <a:rPr lang="vi-VN" sz="2000" spc="85">
                <a:latin typeface="Calibri"/>
                <a:cs typeface="Calibri"/>
              </a:rPr>
              <a:t> </a:t>
            </a:r>
            <a:r>
              <a:rPr lang="vi-VN" sz="2000">
                <a:latin typeface="Gill Sans MT"/>
                <a:cs typeface="Gill Sans MT"/>
              </a:rPr>
              <a:t>duy</a:t>
            </a:r>
            <a:r>
              <a:rPr lang="vi-VN" sz="2000">
                <a:latin typeface="Calibri"/>
                <a:cs typeface="Calibri"/>
              </a:rPr>
              <a:t>ệ</a:t>
            </a:r>
            <a:r>
              <a:rPr lang="vi-VN" sz="2000">
                <a:latin typeface="Gill Sans MT"/>
                <a:cs typeface="Gill Sans MT"/>
              </a:rPr>
              <a:t>t</a:t>
            </a:r>
            <a:r>
              <a:rPr lang="vi-VN" sz="2000" spc="-15">
                <a:latin typeface="Gill Sans MT"/>
                <a:cs typeface="Gill Sans MT"/>
              </a:rPr>
              <a:t> </a:t>
            </a:r>
            <a:r>
              <a:rPr lang="vi-VN" sz="2000">
                <a:latin typeface="Gill Sans MT"/>
                <a:cs typeface="Gill Sans MT"/>
              </a:rPr>
              <a:t>toàn</a:t>
            </a:r>
            <a:r>
              <a:rPr lang="vi-VN" sz="2000" spc="-50">
                <a:latin typeface="Gill Sans MT"/>
                <a:cs typeface="Gill Sans MT"/>
              </a:rPr>
              <a:t> </a:t>
            </a:r>
            <a:r>
              <a:rPr lang="vi-VN" sz="2000">
                <a:latin typeface="Gill Sans MT"/>
                <a:cs typeface="Gill Sans MT"/>
              </a:rPr>
              <a:t>b</a:t>
            </a:r>
            <a:r>
              <a:rPr lang="vi-VN" sz="2000">
                <a:latin typeface="Calibri"/>
                <a:cs typeface="Calibri"/>
              </a:rPr>
              <a:t>ộ</a:t>
            </a:r>
            <a:r>
              <a:rPr lang="vi-VN" sz="2000" spc="100">
                <a:latin typeface="Calibri"/>
                <a:cs typeface="Calibri"/>
              </a:rPr>
              <a:t> </a:t>
            </a:r>
            <a:r>
              <a:rPr lang="vi-VN" sz="2000">
                <a:latin typeface="Gill Sans MT"/>
                <a:cs typeface="Gill Sans MT"/>
              </a:rPr>
              <a:t>DL</a:t>
            </a:r>
            <a:r>
              <a:rPr lang="vi-VN" sz="2000" spc="-30">
                <a:latin typeface="Gill Sans MT"/>
                <a:cs typeface="Gill Sans MT"/>
              </a:rPr>
              <a:t> </a:t>
            </a:r>
            <a:r>
              <a:rPr lang="vi-VN" sz="2000">
                <a:latin typeface="Gill Sans MT"/>
                <a:cs typeface="Gill Sans MT"/>
              </a:rPr>
              <a:t>m</a:t>
            </a:r>
            <a:r>
              <a:rPr lang="vi-VN" sz="2000">
                <a:latin typeface="Calibri"/>
                <a:cs typeface="Calibri"/>
              </a:rPr>
              <a:t>ộ</a:t>
            </a:r>
            <a:r>
              <a:rPr lang="vi-VN" sz="2000">
                <a:latin typeface="Gill Sans MT"/>
                <a:cs typeface="Gill Sans MT"/>
              </a:rPr>
              <a:t>t</a:t>
            </a:r>
            <a:r>
              <a:rPr lang="vi-VN" sz="2000" spc="-15">
                <a:latin typeface="Gill Sans MT"/>
                <a:cs typeface="Gill Sans MT"/>
              </a:rPr>
              <a:t> </a:t>
            </a:r>
            <a:r>
              <a:rPr lang="vi-VN" sz="2000">
                <a:latin typeface="Gill Sans MT"/>
                <a:cs typeface="Gill Sans MT"/>
              </a:rPr>
              <a:t>l</a:t>
            </a:r>
            <a:r>
              <a:rPr lang="vi-VN" sz="2000">
                <a:latin typeface="Calibri"/>
                <a:cs typeface="Calibri"/>
              </a:rPr>
              <a:t>ầ</a:t>
            </a:r>
            <a:r>
              <a:rPr lang="vi-VN" sz="2000">
                <a:latin typeface="Gill Sans MT"/>
                <a:cs typeface="Gill Sans MT"/>
              </a:rPr>
              <a:t>n</a:t>
            </a:r>
            <a:r>
              <a:rPr lang="vi-VN" sz="2000" spc="55">
                <a:latin typeface="Gill Sans MT"/>
                <a:cs typeface="Gill Sans MT"/>
              </a:rPr>
              <a:t> </a:t>
            </a:r>
            <a:r>
              <a:rPr lang="vi-VN" sz="2000">
                <a:latin typeface="Gill Sans MT"/>
                <a:cs typeface="Gill Sans MT"/>
              </a:rPr>
              <a:t>v</a:t>
            </a:r>
            <a:r>
              <a:rPr lang="vi-VN" sz="2000">
                <a:latin typeface="Calibri"/>
                <a:cs typeface="Calibri"/>
              </a:rPr>
              <a:t>ớ</a:t>
            </a:r>
            <a:r>
              <a:rPr lang="vi-VN" sz="2000">
                <a:latin typeface="Gill Sans MT"/>
                <a:cs typeface="Gill Sans MT"/>
              </a:rPr>
              <a:t>i</a:t>
            </a:r>
            <a:r>
              <a:rPr lang="vi-VN" sz="2000" spc="-85">
                <a:latin typeface="Gill Sans MT"/>
                <a:cs typeface="Gill Sans MT"/>
              </a:rPr>
              <a:t> </a:t>
            </a:r>
            <a:r>
              <a:rPr lang="vi-VN" sz="2000">
                <a:latin typeface="Gill Sans MT"/>
                <a:cs typeface="Gill Sans MT"/>
              </a:rPr>
              <a:t>m</a:t>
            </a:r>
            <a:r>
              <a:rPr lang="vi-VN" sz="2000">
                <a:latin typeface="Calibri"/>
                <a:cs typeface="Calibri"/>
              </a:rPr>
              <a:t>ộ</a:t>
            </a:r>
            <a:r>
              <a:rPr lang="vi-VN" sz="2000">
                <a:latin typeface="Gill Sans MT"/>
                <a:cs typeface="Gill Sans MT"/>
              </a:rPr>
              <a:t>t</a:t>
            </a:r>
            <a:r>
              <a:rPr lang="vi-VN" sz="2000" spc="-15">
                <a:latin typeface="Gill Sans MT"/>
                <a:cs typeface="Gill Sans MT"/>
              </a:rPr>
              <a:t> </a:t>
            </a:r>
            <a:r>
              <a:rPr lang="vi-VN" sz="2000">
                <a:latin typeface="Gill Sans MT"/>
                <a:cs typeface="Gill Sans MT"/>
              </a:rPr>
              <a:t>l</a:t>
            </a:r>
            <a:r>
              <a:rPr lang="vi-VN" sz="2000">
                <a:latin typeface="Calibri"/>
                <a:cs typeface="Calibri"/>
              </a:rPr>
              <a:t>ầ</a:t>
            </a:r>
            <a:r>
              <a:rPr lang="vi-VN" sz="2000">
                <a:latin typeface="Gill Sans MT"/>
                <a:cs typeface="Gill Sans MT"/>
              </a:rPr>
              <a:t>n</a:t>
            </a:r>
            <a:r>
              <a:rPr lang="vi-VN" sz="2000" spc="50">
                <a:latin typeface="Gill Sans MT"/>
                <a:cs typeface="Gill Sans MT"/>
              </a:rPr>
              <a:t> </a:t>
            </a:r>
            <a:r>
              <a:rPr lang="vi-VN" sz="2000">
                <a:latin typeface="Gill Sans MT"/>
                <a:cs typeface="Gill Sans MT"/>
              </a:rPr>
              <a:t>quét</a:t>
            </a:r>
            <a:r>
              <a:rPr lang="vi-VN" sz="2000" spc="-114">
                <a:latin typeface="Gill Sans MT"/>
                <a:cs typeface="Gill Sans MT"/>
              </a:rPr>
              <a:t> </a:t>
            </a:r>
            <a:r>
              <a:rPr lang="vi-VN" sz="2000">
                <a:latin typeface="Gill Sans MT"/>
                <a:cs typeface="Gill Sans MT"/>
              </a:rPr>
              <a:t>thêm</a:t>
            </a:r>
            <a:r>
              <a:rPr lang="vi-VN" sz="2000" spc="-90">
                <a:latin typeface="Gill Sans MT"/>
                <a:cs typeface="Gill Sans MT"/>
              </a:rPr>
              <a:t> </a:t>
            </a:r>
            <a:r>
              <a:rPr lang="vi-VN" sz="2000">
                <a:latin typeface="Gill Sans MT"/>
                <a:cs typeface="Gill Sans MT"/>
              </a:rPr>
              <a:t>tu</a:t>
            </a:r>
            <a:r>
              <a:rPr lang="vi-VN" sz="2000">
                <a:latin typeface="Calibri"/>
                <a:cs typeface="Calibri"/>
              </a:rPr>
              <a:t>ỳ</a:t>
            </a:r>
            <a:r>
              <a:rPr lang="vi-VN" sz="2000" spc="155">
                <a:latin typeface="Calibri"/>
                <a:cs typeface="Calibri"/>
              </a:rPr>
              <a:t> </a:t>
            </a:r>
            <a:r>
              <a:rPr lang="vi-VN" sz="2000" spc="-10">
                <a:latin typeface="Gill Sans MT"/>
                <a:cs typeface="Gill Sans MT"/>
              </a:rPr>
              <a:t>ch</a:t>
            </a:r>
            <a:r>
              <a:rPr lang="vi-VN" sz="2000" spc="-10">
                <a:latin typeface="Calibri"/>
                <a:cs typeface="Calibri"/>
              </a:rPr>
              <a:t>ọ</a:t>
            </a:r>
            <a:r>
              <a:rPr lang="vi-VN" sz="2000" spc="-10">
                <a:latin typeface="Gill Sans MT"/>
                <a:cs typeface="Gill Sans MT"/>
              </a:rPr>
              <a:t>n.</a:t>
            </a:r>
            <a:endParaRPr lang="vi-VN" sz="2000">
              <a:latin typeface="Gill Sans MT"/>
              <a:cs typeface="Gill Sans MT"/>
            </a:endParaRPr>
          </a:p>
          <a:p>
            <a:pPr marL="761365" lvl="1" indent="-393065">
              <a:lnSpc>
                <a:spcPct val="100000"/>
              </a:lnSpc>
              <a:buClr>
                <a:srgbClr val="558ED5"/>
              </a:buClr>
              <a:buSzPct val="75000"/>
              <a:buFont typeface="Arial"/>
              <a:buChar char="□"/>
              <a:tabLst>
                <a:tab pos="761365" algn="l"/>
              </a:tabLst>
            </a:pPr>
            <a:r>
              <a:rPr lang="vi-VN" sz="2000">
                <a:solidFill>
                  <a:srgbClr val="C0504D"/>
                </a:solidFill>
                <a:latin typeface="Gill Sans MT"/>
                <a:cs typeface="Gill Sans MT"/>
              </a:rPr>
              <a:t>Đ</a:t>
            </a:r>
            <a:r>
              <a:rPr lang="vi-VN" sz="2000">
                <a:solidFill>
                  <a:srgbClr val="C0504D"/>
                </a:solidFill>
                <a:latin typeface="Calibri"/>
                <a:cs typeface="Calibri"/>
              </a:rPr>
              <a:t>ộ</a:t>
            </a:r>
            <a:r>
              <a:rPr lang="vi-VN" sz="2000" spc="85">
                <a:solidFill>
                  <a:srgbClr val="C0504D"/>
                </a:solidFill>
                <a:latin typeface="Calibri"/>
                <a:cs typeface="Calibri"/>
              </a:rPr>
              <a:t> </a:t>
            </a:r>
            <a:r>
              <a:rPr lang="vi-VN" sz="2000">
                <a:solidFill>
                  <a:srgbClr val="C0504D"/>
                </a:solidFill>
                <a:latin typeface="Gill Sans MT"/>
                <a:cs typeface="Gill Sans MT"/>
              </a:rPr>
              <a:t>ph</a:t>
            </a:r>
            <a:r>
              <a:rPr lang="vi-VN" sz="2000">
                <a:solidFill>
                  <a:srgbClr val="C0504D"/>
                </a:solidFill>
                <a:latin typeface="Calibri"/>
                <a:cs typeface="Calibri"/>
              </a:rPr>
              <a:t>ứ</a:t>
            </a:r>
            <a:r>
              <a:rPr lang="vi-VN" sz="2000">
                <a:solidFill>
                  <a:srgbClr val="C0504D"/>
                </a:solidFill>
                <a:latin typeface="Gill Sans MT"/>
                <a:cs typeface="Gill Sans MT"/>
              </a:rPr>
              <a:t>c</a:t>
            </a:r>
            <a:r>
              <a:rPr lang="vi-VN" sz="2000" spc="-35">
                <a:solidFill>
                  <a:srgbClr val="C0504D"/>
                </a:solidFill>
                <a:latin typeface="Gill Sans MT"/>
                <a:cs typeface="Gill Sans MT"/>
              </a:rPr>
              <a:t> </a:t>
            </a:r>
            <a:r>
              <a:rPr lang="vi-VN" sz="2000">
                <a:solidFill>
                  <a:srgbClr val="C0504D"/>
                </a:solidFill>
                <a:latin typeface="Gill Sans MT"/>
                <a:cs typeface="Gill Sans MT"/>
              </a:rPr>
              <a:t>t</a:t>
            </a:r>
            <a:r>
              <a:rPr lang="vi-VN" sz="2000">
                <a:solidFill>
                  <a:srgbClr val="C0504D"/>
                </a:solidFill>
                <a:latin typeface="Calibri"/>
                <a:cs typeface="Calibri"/>
              </a:rPr>
              <a:t>ạ</a:t>
            </a:r>
            <a:r>
              <a:rPr lang="vi-VN" sz="2000">
                <a:solidFill>
                  <a:srgbClr val="C0504D"/>
                </a:solidFill>
                <a:latin typeface="Gill Sans MT"/>
                <a:cs typeface="Gill Sans MT"/>
              </a:rPr>
              <a:t>p</a:t>
            </a:r>
            <a:r>
              <a:rPr lang="vi-VN" sz="2000" spc="-60">
                <a:solidFill>
                  <a:srgbClr val="C0504D"/>
                </a:solidFill>
                <a:latin typeface="Gill Sans MT"/>
                <a:cs typeface="Gill Sans MT"/>
              </a:rPr>
              <a:t> </a:t>
            </a:r>
            <a:r>
              <a:rPr lang="vi-VN" sz="2000">
                <a:solidFill>
                  <a:srgbClr val="C0504D"/>
                </a:solidFill>
                <a:latin typeface="Gill Sans MT"/>
                <a:cs typeface="Gill Sans MT"/>
              </a:rPr>
              <a:t>là</a:t>
            </a:r>
            <a:r>
              <a:rPr lang="vi-VN" sz="2000" spc="-20">
                <a:solidFill>
                  <a:srgbClr val="C0504D"/>
                </a:solidFill>
                <a:latin typeface="Gill Sans MT"/>
                <a:cs typeface="Gill Sans MT"/>
              </a:rPr>
              <a:t> O(n),</a:t>
            </a:r>
            <a:r>
              <a:rPr lang="vi-VN" sz="2000" spc="5">
                <a:solidFill>
                  <a:srgbClr val="C0504D"/>
                </a:solidFill>
                <a:latin typeface="Gill Sans MT"/>
                <a:cs typeface="Gill Sans MT"/>
              </a:rPr>
              <a:t> </a:t>
            </a:r>
            <a:r>
              <a:rPr lang="vi-VN" sz="2000">
                <a:latin typeface="Gill Sans MT"/>
                <a:cs typeface="Gill Sans MT"/>
              </a:rPr>
              <a:t>v</a:t>
            </a:r>
            <a:r>
              <a:rPr lang="vi-VN" sz="2000">
                <a:latin typeface="Calibri"/>
                <a:cs typeface="Calibri"/>
              </a:rPr>
              <a:t>ớ</a:t>
            </a:r>
            <a:r>
              <a:rPr lang="vi-VN" sz="2000">
                <a:latin typeface="Gill Sans MT"/>
                <a:cs typeface="Gill Sans MT"/>
              </a:rPr>
              <a:t>i</a:t>
            </a:r>
            <a:r>
              <a:rPr lang="vi-VN" sz="2000" spc="-95">
                <a:latin typeface="Gill Sans MT"/>
                <a:cs typeface="Gill Sans MT"/>
              </a:rPr>
              <a:t> </a:t>
            </a:r>
            <a:r>
              <a:rPr lang="vi-VN" sz="2000">
                <a:latin typeface="Gill Sans MT"/>
                <a:cs typeface="Gill Sans MT"/>
              </a:rPr>
              <a:t>n</a:t>
            </a:r>
            <a:r>
              <a:rPr lang="vi-VN" sz="2000" spc="35">
                <a:latin typeface="Gill Sans MT"/>
                <a:cs typeface="Gill Sans MT"/>
              </a:rPr>
              <a:t> </a:t>
            </a:r>
            <a:r>
              <a:rPr lang="vi-VN" sz="2000">
                <a:latin typeface="Gill Sans MT"/>
                <a:cs typeface="Gill Sans MT"/>
              </a:rPr>
              <a:t>là</a:t>
            </a:r>
            <a:r>
              <a:rPr lang="vi-VN" sz="2000" spc="-15">
                <a:latin typeface="Gill Sans MT"/>
                <a:cs typeface="Gill Sans MT"/>
              </a:rPr>
              <a:t> </a:t>
            </a:r>
            <a:r>
              <a:rPr lang="vi-VN" sz="2000">
                <a:latin typeface="Gill Sans MT"/>
                <a:cs typeface="Gill Sans MT"/>
              </a:rPr>
              <a:t>s</a:t>
            </a:r>
            <a:r>
              <a:rPr lang="vi-VN" sz="2000">
                <a:latin typeface="Calibri"/>
                <a:cs typeface="Calibri"/>
              </a:rPr>
              <a:t>ố</a:t>
            </a:r>
            <a:r>
              <a:rPr lang="vi-VN" sz="2000" spc="90">
                <a:latin typeface="Calibri"/>
                <a:cs typeface="Calibri"/>
              </a:rPr>
              <a:t> </a:t>
            </a:r>
            <a:r>
              <a:rPr lang="vi-VN" sz="2000">
                <a:latin typeface="Gill Sans MT"/>
                <a:cs typeface="Gill Sans MT"/>
              </a:rPr>
              <a:t>đ</a:t>
            </a:r>
            <a:r>
              <a:rPr lang="vi-VN" sz="2000">
                <a:latin typeface="Calibri"/>
                <a:cs typeface="Calibri"/>
              </a:rPr>
              <a:t>ố</a:t>
            </a:r>
            <a:r>
              <a:rPr lang="vi-VN" sz="2000">
                <a:latin typeface="Gill Sans MT"/>
                <a:cs typeface="Gill Sans MT"/>
              </a:rPr>
              <a:t>i</a:t>
            </a:r>
            <a:r>
              <a:rPr lang="vi-VN" sz="2000" spc="-100">
                <a:latin typeface="Gill Sans MT"/>
                <a:cs typeface="Gill Sans MT"/>
              </a:rPr>
              <a:t> </a:t>
            </a:r>
            <a:r>
              <a:rPr lang="vi-VN" sz="2000">
                <a:latin typeface="Gill Sans MT"/>
                <a:cs typeface="Gill Sans MT"/>
              </a:rPr>
              <a:t>t</a:t>
            </a:r>
            <a:r>
              <a:rPr lang="vi-VN" sz="2000">
                <a:latin typeface="Calibri"/>
                <a:cs typeface="Calibri"/>
              </a:rPr>
              <a:t>ượ</a:t>
            </a:r>
            <a:r>
              <a:rPr lang="vi-VN" sz="2000">
                <a:latin typeface="Gill Sans MT"/>
                <a:cs typeface="Gill Sans MT"/>
              </a:rPr>
              <a:t>ng</a:t>
            </a:r>
            <a:r>
              <a:rPr lang="vi-VN" sz="2000" spc="-10">
                <a:latin typeface="Gill Sans MT"/>
                <a:cs typeface="Gill Sans MT"/>
              </a:rPr>
              <a:t> </a:t>
            </a:r>
            <a:r>
              <a:rPr lang="vi-VN" sz="2000" spc="-25">
                <a:latin typeface="Gill Sans MT"/>
                <a:cs typeface="Gill Sans MT"/>
              </a:rPr>
              <a:t>DL.</a:t>
            </a:r>
            <a:endParaRPr lang="vi-VN" sz="2000">
              <a:latin typeface="Gill Sans MT"/>
              <a:cs typeface="Gill Sans MT"/>
            </a:endParaRPr>
          </a:p>
          <a:p>
            <a:pPr marL="354965" indent="-342265">
              <a:lnSpc>
                <a:spcPct val="100000"/>
              </a:lnSpc>
              <a:buFont typeface="Arial"/>
              <a:buChar char="•"/>
              <a:tabLst>
                <a:tab pos="354965" algn="l"/>
              </a:tabLst>
            </a:pPr>
            <a:r>
              <a:rPr lang="vi-VN" sz="2400" spc="-10">
                <a:solidFill>
                  <a:srgbClr val="FF0066"/>
                </a:solidFill>
                <a:latin typeface="Gill Sans MT"/>
                <a:cs typeface="Gill Sans MT"/>
              </a:rPr>
              <a:t>Nh</a:t>
            </a:r>
            <a:r>
              <a:rPr lang="vi-VN" sz="2400" spc="-10">
                <a:solidFill>
                  <a:srgbClr val="FF0066"/>
                </a:solidFill>
                <a:latin typeface="Calibri"/>
                <a:cs typeface="Calibri"/>
              </a:rPr>
              <a:t>ượ</a:t>
            </a:r>
            <a:r>
              <a:rPr lang="vi-VN" sz="2400" spc="-10">
                <a:solidFill>
                  <a:srgbClr val="FF0066"/>
                </a:solidFill>
                <a:latin typeface="Gill Sans MT"/>
                <a:cs typeface="Gill Sans MT"/>
              </a:rPr>
              <a:t>c</a:t>
            </a:r>
            <a:r>
              <a:rPr lang="vi-VN" sz="2400" spc="-10">
                <a:latin typeface="Gill Sans MT"/>
                <a:cs typeface="Gill Sans MT"/>
              </a:rPr>
              <a:t>:</a:t>
            </a:r>
            <a:endParaRPr lang="vi-VN" sz="2400">
              <a:latin typeface="Gill Sans MT"/>
              <a:cs typeface="Gill Sans MT"/>
            </a:endParaRPr>
          </a:p>
          <a:p>
            <a:pPr marL="368300">
              <a:lnSpc>
                <a:spcPct val="100000"/>
              </a:lnSpc>
              <a:spcBef>
                <a:spcPts val="20"/>
              </a:spcBef>
              <a:tabLst>
                <a:tab pos="761365" algn="l"/>
              </a:tabLst>
            </a:pPr>
            <a:r>
              <a:rPr lang="vi-VN" sz="1500" spc="380">
                <a:solidFill>
                  <a:srgbClr val="558ED5"/>
                </a:solidFill>
                <a:latin typeface="Arial"/>
                <a:cs typeface="Arial"/>
              </a:rPr>
              <a:t>□</a:t>
            </a:r>
            <a:r>
              <a:rPr lang="vi-VN" sz="1500">
                <a:solidFill>
                  <a:srgbClr val="558ED5"/>
                </a:solidFill>
                <a:latin typeface="Arial"/>
                <a:cs typeface="Arial"/>
              </a:rPr>
              <a:t>	</a:t>
            </a:r>
            <a:r>
              <a:rPr lang="vi-VN" sz="2000">
                <a:latin typeface="Gill Sans MT"/>
                <a:cs typeface="Gill Sans MT"/>
              </a:rPr>
              <a:t>Ch</a:t>
            </a:r>
            <a:r>
              <a:rPr lang="vi-VN" sz="2000">
                <a:latin typeface="Calibri"/>
                <a:cs typeface="Calibri"/>
              </a:rPr>
              <a:t>ấ</a:t>
            </a:r>
            <a:r>
              <a:rPr lang="vi-VN" sz="2000">
                <a:latin typeface="Gill Sans MT"/>
                <a:cs typeface="Gill Sans MT"/>
              </a:rPr>
              <a:t>t</a:t>
            </a:r>
            <a:r>
              <a:rPr lang="vi-VN" sz="2000" spc="-5">
                <a:latin typeface="Gill Sans MT"/>
                <a:cs typeface="Gill Sans MT"/>
              </a:rPr>
              <a:t> </a:t>
            </a:r>
            <a:r>
              <a:rPr lang="vi-VN" sz="2000">
                <a:latin typeface="Gill Sans MT"/>
                <a:cs typeface="Gill Sans MT"/>
              </a:rPr>
              <a:t>l</a:t>
            </a:r>
            <a:r>
              <a:rPr lang="vi-VN" sz="2000">
                <a:latin typeface="Calibri"/>
                <a:cs typeface="Calibri"/>
              </a:rPr>
              <a:t>ượ</a:t>
            </a:r>
            <a:r>
              <a:rPr lang="vi-VN" sz="2000">
                <a:latin typeface="Gill Sans MT"/>
                <a:cs typeface="Gill Sans MT"/>
              </a:rPr>
              <a:t>ng</a:t>
            </a:r>
            <a:r>
              <a:rPr lang="vi-VN" sz="2000" spc="15">
                <a:latin typeface="Gill Sans MT"/>
                <a:cs typeface="Gill Sans MT"/>
              </a:rPr>
              <a:t> </a:t>
            </a:r>
            <a:r>
              <a:rPr lang="vi-VN" sz="2000">
                <a:latin typeface="Gill Sans MT"/>
                <a:cs typeface="Gill Sans MT"/>
              </a:rPr>
              <a:t>c</a:t>
            </a:r>
            <a:r>
              <a:rPr lang="vi-VN" sz="2000">
                <a:latin typeface="Calibri"/>
                <a:cs typeface="Calibri"/>
              </a:rPr>
              <a:t>ủ</a:t>
            </a:r>
            <a:r>
              <a:rPr lang="vi-VN" sz="2000">
                <a:latin typeface="Gill Sans MT"/>
                <a:cs typeface="Gill Sans MT"/>
              </a:rPr>
              <a:t>a</a:t>
            </a:r>
            <a:r>
              <a:rPr lang="vi-VN" sz="2000" spc="-90">
                <a:latin typeface="Gill Sans MT"/>
                <a:cs typeface="Gill Sans MT"/>
              </a:rPr>
              <a:t> </a:t>
            </a:r>
            <a:r>
              <a:rPr lang="vi-VN" sz="2000">
                <a:latin typeface="Gill Sans MT"/>
                <a:cs typeface="Gill Sans MT"/>
              </a:rPr>
              <a:t>các</a:t>
            </a:r>
            <a:r>
              <a:rPr lang="vi-VN" sz="2000" spc="-10">
                <a:latin typeface="Gill Sans MT"/>
                <a:cs typeface="Gill Sans MT"/>
              </a:rPr>
              <a:t> </a:t>
            </a:r>
            <a:r>
              <a:rPr lang="vi-VN" sz="2000">
                <a:latin typeface="Gill Sans MT"/>
                <a:cs typeface="Gill Sans MT"/>
              </a:rPr>
              <a:t>c</a:t>
            </a:r>
            <a:r>
              <a:rPr lang="vi-VN" sz="2000">
                <a:latin typeface="Calibri"/>
                <a:cs typeface="Calibri"/>
              </a:rPr>
              <a:t>ụ</a:t>
            </a:r>
            <a:r>
              <a:rPr lang="vi-VN" sz="2000">
                <a:latin typeface="Gill Sans MT"/>
                <a:cs typeface="Gill Sans MT"/>
              </a:rPr>
              <a:t>m</a:t>
            </a:r>
            <a:r>
              <a:rPr lang="vi-VN" sz="2000" spc="-80">
                <a:latin typeface="Gill Sans MT"/>
                <a:cs typeface="Gill Sans MT"/>
              </a:rPr>
              <a:t> </a:t>
            </a:r>
            <a:r>
              <a:rPr lang="vi-VN" sz="2000">
                <a:latin typeface="Gill Sans MT"/>
                <a:cs typeface="Gill Sans MT"/>
              </a:rPr>
              <a:t>không</a:t>
            </a:r>
            <a:r>
              <a:rPr lang="vi-VN" sz="2000" spc="-95">
                <a:latin typeface="Gill Sans MT"/>
                <a:cs typeface="Gill Sans MT"/>
              </a:rPr>
              <a:t> </a:t>
            </a:r>
            <a:r>
              <a:rPr lang="vi-VN" sz="2000">
                <a:latin typeface="Gill Sans MT"/>
                <a:cs typeface="Gill Sans MT"/>
              </a:rPr>
              <a:t>đ</a:t>
            </a:r>
            <a:r>
              <a:rPr lang="vi-VN" sz="2000">
                <a:latin typeface="Calibri"/>
                <a:cs typeface="Calibri"/>
              </a:rPr>
              <a:t>ượ</a:t>
            </a:r>
            <a:r>
              <a:rPr lang="vi-VN" sz="2000">
                <a:latin typeface="Gill Sans MT"/>
                <a:cs typeface="Gill Sans MT"/>
              </a:rPr>
              <a:t>c</a:t>
            </a:r>
            <a:r>
              <a:rPr lang="vi-VN" sz="2000" spc="90">
                <a:latin typeface="Gill Sans MT"/>
                <a:cs typeface="Gill Sans MT"/>
              </a:rPr>
              <a:t> </a:t>
            </a:r>
            <a:r>
              <a:rPr lang="vi-VN" sz="2000" spc="-20">
                <a:latin typeface="Gill Sans MT"/>
                <a:cs typeface="Gill Sans MT"/>
              </a:rPr>
              <a:t>t</a:t>
            </a:r>
            <a:r>
              <a:rPr lang="vi-VN" sz="2000" spc="-20">
                <a:latin typeface="Calibri"/>
                <a:cs typeface="Calibri"/>
              </a:rPr>
              <a:t>ố</a:t>
            </a:r>
            <a:r>
              <a:rPr lang="vi-VN" sz="2000" spc="-20">
                <a:latin typeface="Gill Sans MT"/>
                <a:cs typeface="Gill Sans MT"/>
              </a:rPr>
              <a:t>t.</a:t>
            </a:r>
            <a:endParaRPr lang="vi-VN" sz="2000">
              <a:latin typeface="Gill Sans MT"/>
              <a:cs typeface="Gill Sans MT"/>
            </a:endParaRPr>
          </a:p>
          <a:p>
            <a:pPr marL="761365" lvl="1" indent="-393065">
              <a:lnSpc>
                <a:spcPct val="100000"/>
              </a:lnSpc>
              <a:buClr>
                <a:srgbClr val="558ED5"/>
              </a:buClr>
              <a:buSzPct val="75000"/>
              <a:buFont typeface="Arial"/>
              <a:buChar char="□"/>
              <a:tabLst>
                <a:tab pos="761365" algn="l"/>
              </a:tabLst>
            </a:pPr>
            <a:r>
              <a:rPr lang="vi-VN" sz="2000">
                <a:latin typeface="Gill Sans MT"/>
                <a:cs typeface="Gill Sans MT"/>
              </a:rPr>
              <a:t>N</a:t>
            </a:r>
            <a:r>
              <a:rPr lang="vi-VN" sz="2000">
                <a:latin typeface="Calibri"/>
                <a:cs typeface="Calibri"/>
              </a:rPr>
              <a:t>ế</a:t>
            </a:r>
            <a:r>
              <a:rPr lang="vi-VN" sz="2000">
                <a:latin typeface="Gill Sans MT"/>
                <a:cs typeface="Gill Sans MT"/>
              </a:rPr>
              <a:t>u</a:t>
            </a:r>
            <a:r>
              <a:rPr lang="vi-VN" sz="2000" spc="-30">
                <a:latin typeface="Gill Sans MT"/>
                <a:cs typeface="Gill Sans MT"/>
              </a:rPr>
              <a:t> </a:t>
            </a:r>
            <a:r>
              <a:rPr lang="vi-VN" sz="2000">
                <a:latin typeface="Gill Sans MT"/>
                <a:cs typeface="Gill Sans MT"/>
              </a:rPr>
              <a:t>dùng</a:t>
            </a:r>
            <a:r>
              <a:rPr lang="vi-VN" sz="2000" spc="20">
                <a:latin typeface="Gill Sans MT"/>
                <a:cs typeface="Gill Sans MT"/>
              </a:rPr>
              <a:t> </a:t>
            </a:r>
            <a:r>
              <a:rPr lang="vi-VN" sz="2000">
                <a:latin typeface="Gill Sans MT"/>
                <a:cs typeface="Gill Sans MT"/>
              </a:rPr>
              <a:t>kho</a:t>
            </a:r>
            <a:r>
              <a:rPr lang="vi-VN" sz="2000">
                <a:latin typeface="Calibri"/>
                <a:cs typeface="Calibri"/>
              </a:rPr>
              <a:t>ả</a:t>
            </a:r>
            <a:r>
              <a:rPr lang="vi-VN" sz="2000">
                <a:latin typeface="Gill Sans MT"/>
                <a:cs typeface="Gill Sans MT"/>
              </a:rPr>
              <a:t>ng</a:t>
            </a:r>
            <a:r>
              <a:rPr lang="vi-VN" sz="2000" spc="20">
                <a:latin typeface="Gill Sans MT"/>
                <a:cs typeface="Gill Sans MT"/>
              </a:rPr>
              <a:t> </a:t>
            </a:r>
            <a:r>
              <a:rPr lang="vi-VN" sz="2000">
                <a:latin typeface="Gill Sans MT"/>
                <a:cs typeface="Gill Sans MT"/>
              </a:rPr>
              <a:t>cách</a:t>
            </a:r>
            <a:r>
              <a:rPr lang="vi-VN" sz="2000" spc="-135">
                <a:latin typeface="Gill Sans MT"/>
                <a:cs typeface="Gill Sans MT"/>
              </a:rPr>
              <a:t> </a:t>
            </a:r>
            <a:r>
              <a:rPr lang="vi-VN" sz="2000" spc="-10">
                <a:latin typeface="Gill Sans MT"/>
                <a:cs typeface="Gill Sans MT"/>
              </a:rPr>
              <a:t>Euclide,</a:t>
            </a:r>
            <a:r>
              <a:rPr lang="vi-VN" sz="2000" spc="-65">
                <a:latin typeface="Gill Sans MT"/>
                <a:cs typeface="Gill Sans MT"/>
              </a:rPr>
              <a:t> </a:t>
            </a:r>
            <a:r>
              <a:rPr lang="vi-VN" sz="2000">
                <a:latin typeface="Gill Sans MT"/>
                <a:cs typeface="Gill Sans MT"/>
              </a:rPr>
              <a:t>nó</a:t>
            </a:r>
            <a:r>
              <a:rPr lang="vi-VN" sz="2000" spc="-30">
                <a:latin typeface="Gill Sans MT"/>
                <a:cs typeface="Gill Sans MT"/>
              </a:rPr>
              <a:t> </a:t>
            </a:r>
            <a:r>
              <a:rPr lang="vi-VN" sz="2000">
                <a:latin typeface="Gill Sans MT"/>
                <a:cs typeface="Gill Sans MT"/>
              </a:rPr>
              <a:t>ch</a:t>
            </a:r>
            <a:r>
              <a:rPr lang="vi-VN" sz="2000">
                <a:latin typeface="Calibri"/>
                <a:cs typeface="Calibri"/>
              </a:rPr>
              <a:t>ỉ</a:t>
            </a:r>
            <a:r>
              <a:rPr lang="vi-VN" sz="2000" spc="120">
                <a:latin typeface="Calibri"/>
                <a:cs typeface="Calibri"/>
              </a:rPr>
              <a:t> </a:t>
            </a:r>
            <a:r>
              <a:rPr lang="vi-VN" sz="2000">
                <a:latin typeface="Gill Sans MT"/>
                <a:cs typeface="Gill Sans MT"/>
              </a:rPr>
              <a:t>t</a:t>
            </a:r>
            <a:r>
              <a:rPr lang="vi-VN" sz="2000">
                <a:latin typeface="Calibri"/>
                <a:cs typeface="Calibri"/>
              </a:rPr>
              <a:t>ố</a:t>
            </a:r>
            <a:r>
              <a:rPr lang="vi-VN" sz="2000">
                <a:latin typeface="Gill Sans MT"/>
                <a:cs typeface="Gill Sans MT"/>
              </a:rPr>
              <a:t>t</a:t>
            </a:r>
            <a:r>
              <a:rPr lang="vi-VN" sz="2000" spc="-100">
                <a:latin typeface="Gill Sans MT"/>
                <a:cs typeface="Gill Sans MT"/>
              </a:rPr>
              <a:t> </a:t>
            </a:r>
            <a:r>
              <a:rPr lang="vi-VN" sz="2000">
                <a:latin typeface="Gill Sans MT"/>
                <a:cs typeface="Gill Sans MT"/>
              </a:rPr>
              <a:t>v</a:t>
            </a:r>
            <a:r>
              <a:rPr lang="vi-VN" sz="2000">
                <a:latin typeface="Calibri"/>
                <a:cs typeface="Calibri"/>
              </a:rPr>
              <a:t>ớ</a:t>
            </a:r>
            <a:r>
              <a:rPr lang="vi-VN" sz="2000">
                <a:latin typeface="Gill Sans MT"/>
                <a:cs typeface="Gill Sans MT"/>
              </a:rPr>
              <a:t>i</a:t>
            </a:r>
            <a:r>
              <a:rPr lang="vi-VN" sz="2000" spc="45">
                <a:latin typeface="Gill Sans MT"/>
                <a:cs typeface="Gill Sans MT"/>
              </a:rPr>
              <a:t> </a:t>
            </a:r>
            <a:r>
              <a:rPr lang="vi-VN" sz="2000">
                <a:latin typeface="Gill Sans MT"/>
                <a:cs typeface="Gill Sans MT"/>
              </a:rPr>
              <a:t>các</a:t>
            </a:r>
            <a:r>
              <a:rPr lang="vi-VN" sz="2000" spc="-110">
                <a:latin typeface="Gill Sans MT"/>
                <a:cs typeface="Gill Sans MT"/>
              </a:rPr>
              <a:t> </a:t>
            </a:r>
            <a:r>
              <a:rPr lang="vi-VN" sz="2000">
                <a:latin typeface="Gill Sans MT"/>
                <a:cs typeface="Gill Sans MT"/>
              </a:rPr>
              <a:t>DL</a:t>
            </a:r>
            <a:r>
              <a:rPr lang="vi-VN" sz="2000" spc="-10">
                <a:latin typeface="Gill Sans MT"/>
                <a:cs typeface="Gill Sans MT"/>
              </a:rPr>
              <a:t> </a:t>
            </a:r>
            <a:r>
              <a:rPr lang="vi-VN" sz="2000" spc="-25">
                <a:latin typeface="Gill Sans MT"/>
                <a:cs typeface="Gill Sans MT"/>
              </a:rPr>
              <a:t>s</a:t>
            </a:r>
            <a:r>
              <a:rPr lang="vi-VN" sz="2000" spc="-25">
                <a:latin typeface="Calibri"/>
                <a:cs typeface="Calibri"/>
              </a:rPr>
              <a:t>ố</a:t>
            </a:r>
            <a:r>
              <a:rPr lang="vi-VN" sz="2000" spc="-25">
                <a:latin typeface="Gill Sans MT"/>
                <a:cs typeface="Gill Sans MT"/>
              </a:rPr>
              <a:t>.</a:t>
            </a:r>
            <a:endParaRPr lang="vi-VN" sz="2000">
              <a:latin typeface="Gill Sans MT"/>
              <a:cs typeface="Gill Sans MT"/>
            </a:endParaRPr>
          </a:p>
          <a:p>
            <a:pPr marL="761365" marR="5080" lvl="1" indent="-393700">
              <a:lnSpc>
                <a:spcPct val="79200"/>
              </a:lnSpc>
              <a:spcBef>
                <a:spcPts val="500"/>
              </a:spcBef>
              <a:buClr>
                <a:srgbClr val="558ED5"/>
              </a:buClr>
              <a:buSzPct val="75000"/>
              <a:buFont typeface="Arial"/>
              <a:buChar char="□"/>
              <a:tabLst>
                <a:tab pos="761365" algn="l"/>
              </a:tabLst>
            </a:pPr>
            <a:r>
              <a:rPr lang="vi-VN" sz="2000">
                <a:latin typeface="Gill Sans MT"/>
                <a:cs typeface="Gill Sans MT"/>
              </a:rPr>
              <a:t>Tham</a:t>
            </a:r>
            <a:r>
              <a:rPr lang="vi-VN" sz="2000" spc="20">
                <a:latin typeface="Gill Sans MT"/>
                <a:cs typeface="Gill Sans MT"/>
              </a:rPr>
              <a:t> </a:t>
            </a:r>
            <a:r>
              <a:rPr lang="vi-VN" sz="2000">
                <a:latin typeface="Gill Sans MT"/>
                <a:cs typeface="Gill Sans MT"/>
              </a:rPr>
              <a:t>s</a:t>
            </a:r>
            <a:r>
              <a:rPr lang="vi-VN" sz="2000">
                <a:latin typeface="Calibri"/>
                <a:cs typeface="Calibri"/>
              </a:rPr>
              <a:t>ố</a:t>
            </a:r>
            <a:r>
              <a:rPr lang="vi-VN" sz="2000" spc="-204">
                <a:latin typeface="Calibri"/>
                <a:cs typeface="Calibri"/>
              </a:rPr>
              <a:t> </a:t>
            </a:r>
            <a:r>
              <a:rPr lang="vi-VN" sz="2000">
                <a:latin typeface="Gill Sans MT"/>
                <a:cs typeface="Gill Sans MT"/>
              </a:rPr>
              <a:t>T</a:t>
            </a:r>
            <a:r>
              <a:rPr lang="vi-VN" sz="2000" spc="-45">
                <a:latin typeface="Gill Sans MT"/>
                <a:cs typeface="Gill Sans MT"/>
              </a:rPr>
              <a:t> </a:t>
            </a:r>
            <a:r>
              <a:rPr lang="vi-VN" sz="2000">
                <a:latin typeface="Gill Sans MT"/>
                <a:cs typeface="Gill Sans MT"/>
              </a:rPr>
              <a:t>có</a:t>
            </a:r>
            <a:r>
              <a:rPr lang="vi-VN" sz="2000" spc="60">
                <a:latin typeface="Gill Sans MT"/>
                <a:cs typeface="Gill Sans MT"/>
              </a:rPr>
              <a:t> </a:t>
            </a:r>
            <a:r>
              <a:rPr lang="vi-VN" sz="2000">
                <a:latin typeface="Calibri"/>
                <a:cs typeface="Calibri"/>
              </a:rPr>
              <a:t>ả</a:t>
            </a:r>
            <a:r>
              <a:rPr lang="vi-VN" sz="2000">
                <a:latin typeface="Gill Sans MT"/>
                <a:cs typeface="Gill Sans MT"/>
              </a:rPr>
              <a:t>nh</a:t>
            </a:r>
            <a:r>
              <a:rPr lang="vi-VN" sz="2000" spc="-40">
                <a:latin typeface="Gill Sans MT"/>
                <a:cs typeface="Gill Sans MT"/>
              </a:rPr>
              <a:t> </a:t>
            </a:r>
            <a:r>
              <a:rPr lang="vi-VN" sz="2000">
                <a:latin typeface="Gill Sans MT"/>
                <a:cs typeface="Gill Sans MT"/>
              </a:rPr>
              <a:t>h</a:t>
            </a:r>
            <a:r>
              <a:rPr lang="vi-VN" sz="2000">
                <a:latin typeface="Calibri"/>
                <a:cs typeface="Calibri"/>
              </a:rPr>
              <a:t>ưở</a:t>
            </a:r>
            <a:r>
              <a:rPr lang="vi-VN" sz="2000">
                <a:latin typeface="Gill Sans MT"/>
                <a:cs typeface="Gill Sans MT"/>
              </a:rPr>
              <a:t>ng</a:t>
            </a:r>
            <a:r>
              <a:rPr lang="vi-VN" sz="2000" spc="-95">
                <a:latin typeface="Gill Sans MT"/>
                <a:cs typeface="Gill Sans MT"/>
              </a:rPr>
              <a:t> </a:t>
            </a:r>
            <a:r>
              <a:rPr lang="vi-VN" sz="2000">
                <a:latin typeface="Gill Sans MT"/>
                <a:cs typeface="Gill Sans MT"/>
              </a:rPr>
              <a:t>r</a:t>
            </a:r>
            <a:r>
              <a:rPr lang="vi-VN" sz="2000">
                <a:latin typeface="Calibri"/>
                <a:cs typeface="Calibri"/>
              </a:rPr>
              <a:t>ấ</a:t>
            </a:r>
            <a:r>
              <a:rPr lang="vi-VN" sz="2000">
                <a:latin typeface="Gill Sans MT"/>
                <a:cs typeface="Gill Sans MT"/>
              </a:rPr>
              <a:t>t</a:t>
            </a:r>
            <a:r>
              <a:rPr lang="vi-VN" sz="2000" spc="-5">
                <a:latin typeface="Gill Sans MT"/>
                <a:cs typeface="Gill Sans MT"/>
              </a:rPr>
              <a:t> </a:t>
            </a:r>
            <a:r>
              <a:rPr lang="vi-VN" sz="2000">
                <a:latin typeface="Gill Sans MT"/>
                <a:cs typeface="Gill Sans MT"/>
              </a:rPr>
              <a:t>l</a:t>
            </a:r>
            <a:r>
              <a:rPr lang="vi-VN" sz="2000">
                <a:latin typeface="Calibri"/>
                <a:cs typeface="Calibri"/>
              </a:rPr>
              <a:t>ớ</a:t>
            </a:r>
            <a:r>
              <a:rPr lang="vi-VN" sz="2000">
                <a:latin typeface="Gill Sans MT"/>
                <a:cs typeface="Gill Sans MT"/>
              </a:rPr>
              <a:t>n</a:t>
            </a:r>
            <a:r>
              <a:rPr lang="vi-VN" sz="2000" spc="60">
                <a:latin typeface="Gill Sans MT"/>
                <a:cs typeface="Gill Sans MT"/>
              </a:rPr>
              <a:t> </a:t>
            </a:r>
            <a:r>
              <a:rPr lang="vi-VN" sz="2000">
                <a:latin typeface="Gill Sans MT"/>
                <a:cs typeface="Gill Sans MT"/>
              </a:rPr>
              <a:t>t</a:t>
            </a:r>
            <a:r>
              <a:rPr lang="vi-VN" sz="2000">
                <a:latin typeface="Calibri"/>
                <a:cs typeface="Calibri"/>
              </a:rPr>
              <a:t>ớ</a:t>
            </a:r>
            <a:r>
              <a:rPr lang="vi-VN" sz="2000">
                <a:latin typeface="Gill Sans MT"/>
                <a:cs typeface="Gill Sans MT"/>
              </a:rPr>
              <a:t>i</a:t>
            </a:r>
            <a:r>
              <a:rPr lang="vi-VN" sz="2000" spc="-75">
                <a:latin typeface="Gill Sans MT"/>
                <a:cs typeface="Gill Sans MT"/>
              </a:rPr>
              <a:t> </a:t>
            </a:r>
            <a:r>
              <a:rPr lang="vi-VN" sz="2000">
                <a:latin typeface="Gill Sans MT"/>
                <a:cs typeface="Gill Sans MT"/>
              </a:rPr>
              <a:t>kích</a:t>
            </a:r>
            <a:r>
              <a:rPr lang="vi-VN" sz="2000" spc="-45">
                <a:latin typeface="Gill Sans MT"/>
                <a:cs typeface="Gill Sans MT"/>
              </a:rPr>
              <a:t> </a:t>
            </a:r>
            <a:r>
              <a:rPr lang="vi-VN" sz="2000">
                <a:latin typeface="Gill Sans MT"/>
                <a:cs typeface="Gill Sans MT"/>
              </a:rPr>
              <a:t>th</a:t>
            </a:r>
            <a:r>
              <a:rPr lang="vi-VN" sz="2000">
                <a:latin typeface="Calibri"/>
                <a:cs typeface="Calibri"/>
              </a:rPr>
              <a:t>ướ</a:t>
            </a:r>
            <a:r>
              <a:rPr lang="vi-VN" sz="2000">
                <a:latin typeface="Gill Sans MT"/>
                <a:cs typeface="Gill Sans MT"/>
              </a:rPr>
              <a:t>c</a:t>
            </a:r>
            <a:r>
              <a:rPr lang="vi-VN" sz="2000" spc="-120">
                <a:latin typeface="Gill Sans MT"/>
                <a:cs typeface="Gill Sans MT"/>
              </a:rPr>
              <a:t> </a:t>
            </a:r>
            <a:r>
              <a:rPr lang="vi-VN" sz="2000">
                <a:latin typeface="Gill Sans MT"/>
                <a:cs typeface="Gill Sans MT"/>
              </a:rPr>
              <a:t>và</a:t>
            </a:r>
            <a:r>
              <a:rPr lang="vi-VN" sz="2000" spc="10">
                <a:latin typeface="Gill Sans MT"/>
                <a:cs typeface="Gill Sans MT"/>
              </a:rPr>
              <a:t> </a:t>
            </a:r>
            <a:r>
              <a:rPr lang="vi-VN" sz="2000">
                <a:latin typeface="Gill Sans MT"/>
                <a:cs typeface="Gill Sans MT"/>
              </a:rPr>
              <a:t>tính</a:t>
            </a:r>
            <a:r>
              <a:rPr lang="vi-VN" sz="2000" spc="65">
                <a:latin typeface="Gill Sans MT"/>
                <a:cs typeface="Gill Sans MT"/>
              </a:rPr>
              <a:t> </a:t>
            </a:r>
            <a:r>
              <a:rPr lang="vi-VN" sz="2000">
                <a:latin typeface="Gill Sans MT"/>
                <a:cs typeface="Gill Sans MT"/>
              </a:rPr>
              <a:t>t</a:t>
            </a:r>
            <a:r>
              <a:rPr lang="vi-VN" sz="2000">
                <a:latin typeface="Calibri"/>
                <a:cs typeface="Calibri"/>
              </a:rPr>
              <a:t>ự</a:t>
            </a:r>
            <a:r>
              <a:rPr lang="vi-VN" sz="2000" spc="55">
                <a:latin typeface="Calibri"/>
                <a:cs typeface="Calibri"/>
              </a:rPr>
              <a:t> </a:t>
            </a:r>
            <a:r>
              <a:rPr lang="vi-VN" sz="2000" spc="-10">
                <a:latin typeface="Gill Sans MT"/>
                <a:cs typeface="Gill Sans MT"/>
              </a:rPr>
              <a:t>nhiên </a:t>
            </a:r>
            <a:r>
              <a:rPr lang="vi-VN" sz="2000">
                <a:latin typeface="Gill Sans MT"/>
                <a:cs typeface="Gill Sans MT"/>
              </a:rPr>
              <a:t>c</a:t>
            </a:r>
            <a:r>
              <a:rPr lang="vi-VN" sz="2000">
                <a:latin typeface="Calibri"/>
                <a:cs typeface="Calibri"/>
              </a:rPr>
              <a:t>ủ</a:t>
            </a:r>
            <a:r>
              <a:rPr lang="vi-VN" sz="2000">
                <a:latin typeface="Gill Sans MT"/>
                <a:cs typeface="Gill Sans MT"/>
              </a:rPr>
              <a:t>a</a:t>
            </a:r>
            <a:r>
              <a:rPr lang="vi-VN" sz="2000" spc="-55">
                <a:latin typeface="Gill Sans MT"/>
                <a:cs typeface="Gill Sans MT"/>
              </a:rPr>
              <a:t> </a:t>
            </a:r>
            <a:r>
              <a:rPr lang="vi-VN" sz="2000" spc="-20">
                <a:latin typeface="Gill Sans MT"/>
                <a:cs typeface="Gill Sans MT"/>
              </a:rPr>
              <a:t>c</a:t>
            </a:r>
            <a:r>
              <a:rPr lang="vi-VN" sz="2000" spc="-20">
                <a:latin typeface="Calibri"/>
                <a:cs typeface="Calibri"/>
              </a:rPr>
              <a:t>ụ</a:t>
            </a:r>
            <a:r>
              <a:rPr lang="vi-VN" sz="2000" spc="-20">
                <a:latin typeface="Gill Sans MT"/>
                <a:cs typeface="Gill Sans MT"/>
              </a:rPr>
              <a:t>m.</a:t>
            </a:r>
            <a:endParaRPr lang="vi-VN" sz="2000">
              <a:latin typeface="Gill Sans MT"/>
              <a:cs typeface="Gill Sans MT"/>
            </a:endParaRPr>
          </a:p>
          <a:p>
            <a:pPr marL="761365" lvl="1" indent="-393065">
              <a:lnSpc>
                <a:spcPct val="100000"/>
              </a:lnSpc>
              <a:buClr>
                <a:srgbClr val="558ED5"/>
              </a:buClr>
              <a:buSzPct val="75000"/>
              <a:buFont typeface="Arial"/>
              <a:buChar char="□"/>
              <a:tabLst>
                <a:tab pos="761365" algn="l"/>
              </a:tabLst>
            </a:pPr>
            <a:r>
              <a:rPr lang="vi-VN" sz="2000">
                <a:latin typeface="Gill Sans MT"/>
                <a:cs typeface="Gill Sans MT"/>
              </a:rPr>
              <a:t>Không</a:t>
            </a:r>
            <a:r>
              <a:rPr lang="vi-VN" sz="2000" spc="-20">
                <a:latin typeface="Gill Sans MT"/>
                <a:cs typeface="Gill Sans MT"/>
              </a:rPr>
              <a:t> </a:t>
            </a:r>
            <a:r>
              <a:rPr lang="vi-VN" sz="2000">
                <a:latin typeface="Gill Sans MT"/>
                <a:cs typeface="Gill Sans MT"/>
              </a:rPr>
              <a:t>thích</a:t>
            </a:r>
            <a:r>
              <a:rPr lang="vi-VN" sz="2000" spc="-60">
                <a:latin typeface="Gill Sans MT"/>
                <a:cs typeface="Gill Sans MT"/>
              </a:rPr>
              <a:t> </a:t>
            </a:r>
            <a:r>
              <a:rPr lang="vi-VN" sz="2000">
                <a:latin typeface="Gill Sans MT"/>
                <a:cs typeface="Gill Sans MT"/>
              </a:rPr>
              <a:t>h</a:t>
            </a:r>
            <a:r>
              <a:rPr lang="vi-VN" sz="2000">
                <a:latin typeface="Calibri"/>
                <a:cs typeface="Calibri"/>
              </a:rPr>
              <a:t>ợ</a:t>
            </a:r>
            <a:r>
              <a:rPr lang="vi-VN" sz="2000">
                <a:latin typeface="Gill Sans MT"/>
                <a:cs typeface="Gill Sans MT"/>
              </a:rPr>
              <a:t>p</a:t>
            </a:r>
            <a:r>
              <a:rPr lang="vi-VN" sz="2000" spc="40">
                <a:latin typeface="Gill Sans MT"/>
                <a:cs typeface="Gill Sans MT"/>
              </a:rPr>
              <a:t> </a:t>
            </a:r>
            <a:r>
              <a:rPr lang="vi-VN" sz="2000">
                <a:latin typeface="Gill Sans MT"/>
                <a:cs typeface="Gill Sans MT"/>
              </a:rPr>
              <a:t>v</a:t>
            </a:r>
            <a:r>
              <a:rPr lang="vi-VN" sz="2000">
                <a:latin typeface="Calibri"/>
                <a:cs typeface="Calibri"/>
              </a:rPr>
              <a:t>ớ</a:t>
            </a:r>
            <a:r>
              <a:rPr lang="vi-VN" sz="2000">
                <a:latin typeface="Gill Sans MT"/>
                <a:cs typeface="Gill Sans MT"/>
              </a:rPr>
              <a:t>i</a:t>
            </a:r>
            <a:r>
              <a:rPr lang="vi-VN" sz="2000" spc="-95">
                <a:latin typeface="Gill Sans MT"/>
                <a:cs typeface="Gill Sans MT"/>
              </a:rPr>
              <a:t> </a:t>
            </a:r>
            <a:r>
              <a:rPr lang="vi-VN" sz="2000">
                <a:latin typeface="Gill Sans MT"/>
                <a:cs typeface="Gill Sans MT"/>
              </a:rPr>
              <a:t>DL</a:t>
            </a:r>
            <a:r>
              <a:rPr lang="vi-VN" sz="2000" spc="-40">
                <a:latin typeface="Gill Sans MT"/>
                <a:cs typeface="Gill Sans MT"/>
              </a:rPr>
              <a:t> </a:t>
            </a:r>
            <a:r>
              <a:rPr lang="vi-VN" sz="2000">
                <a:latin typeface="Gill Sans MT"/>
                <a:cs typeface="Gill Sans MT"/>
              </a:rPr>
              <a:t>đa</a:t>
            </a:r>
            <a:r>
              <a:rPr lang="vi-VN" sz="2000" spc="-10">
                <a:latin typeface="Gill Sans MT"/>
                <a:cs typeface="Gill Sans MT"/>
              </a:rPr>
              <a:t> chi</a:t>
            </a:r>
            <a:r>
              <a:rPr lang="vi-VN" sz="2000" spc="-10">
                <a:latin typeface="Calibri"/>
                <a:cs typeface="Calibri"/>
              </a:rPr>
              <a:t>ề</a:t>
            </a:r>
            <a:r>
              <a:rPr lang="vi-VN" sz="2000" spc="-10">
                <a:latin typeface="Gill Sans MT"/>
                <a:cs typeface="Gill Sans MT"/>
              </a:rPr>
              <a:t>u.</a:t>
            </a:r>
            <a:endParaRPr lang="vi-VN" sz="2000">
              <a:latin typeface="Gill Sans MT"/>
              <a:cs typeface="Gill Sans MT"/>
            </a:endParaRPr>
          </a:p>
          <a:p>
            <a:endParaRPr lang="en-US"/>
          </a:p>
        </p:txBody>
      </p:sp>
      <p:sp>
        <p:nvSpPr>
          <p:cNvPr id="4" name="object 4"/>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100</a:t>
            </a:fld>
            <a:endParaRPr lang="en-US"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365126"/>
            <a:ext cx="7886700" cy="1325563"/>
          </a:xfrm>
        </p:spPr>
        <p:txBody>
          <a:bodyPr vert="horz" wrap="square" lIns="0" tIns="12700" rIns="0" bIns="0" rtlCol="0">
            <a:spAutoFit/>
          </a:bodyPr>
          <a:lstStyle/>
          <a:p>
            <a:r>
              <a:rPr lang="en-US" dirty="0"/>
              <a:t>Phân </a:t>
            </a:r>
            <a:r>
              <a:rPr lang="en-US"/>
              <a:t>cụm dựa trên mật độ</a:t>
            </a:r>
            <a:endParaRPr lang="en-US" dirty="0"/>
          </a:p>
        </p:txBody>
      </p:sp>
      <p:sp>
        <p:nvSpPr>
          <p:cNvPr id="6" name="Content Placeholder 5">
            <a:extLst>
              <a:ext uri="{FF2B5EF4-FFF2-40B4-BE49-F238E27FC236}">
                <a16:creationId xmlns:a16="http://schemas.microsoft.com/office/drawing/2014/main" id="{E4AE5EB0-F176-6D3C-C1E5-26A6F946B359}"/>
              </a:ext>
            </a:extLst>
          </p:cNvPr>
          <p:cNvSpPr>
            <a:spLocks noGrp="1"/>
          </p:cNvSpPr>
          <p:nvPr>
            <p:ph idx="1"/>
          </p:nvPr>
        </p:nvSpPr>
        <p:spPr/>
        <p:txBody>
          <a:bodyPr/>
          <a:lstStyle/>
          <a:p>
            <a:endParaRPr lang="en-US"/>
          </a:p>
        </p:txBody>
      </p:sp>
      <p:sp>
        <p:nvSpPr>
          <p:cNvPr id="4" name="object 4"/>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101</a:t>
            </a:fld>
            <a:endParaRPr lang="en-US"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365126"/>
            <a:ext cx="7886700" cy="1325563"/>
          </a:xfrm>
        </p:spPr>
        <p:txBody>
          <a:bodyPr vert="horz" wrap="square" lIns="0" tIns="207570" rIns="0" bIns="0" rtlCol="0">
            <a:spAutoFit/>
          </a:bodyPr>
          <a:lstStyle/>
          <a:p>
            <a:r>
              <a:rPr lang="en-US" dirty="0"/>
              <a:t>Phân cụm dựa trên mật độ</a:t>
            </a:r>
          </a:p>
        </p:txBody>
      </p:sp>
      <p:sp>
        <p:nvSpPr>
          <p:cNvPr id="7" name="Content Placeholder 6">
            <a:extLst>
              <a:ext uri="{FF2B5EF4-FFF2-40B4-BE49-F238E27FC236}">
                <a16:creationId xmlns:a16="http://schemas.microsoft.com/office/drawing/2014/main" id="{B133A7BD-F87D-D11B-FD54-4FCF62394ED8}"/>
              </a:ext>
            </a:extLst>
          </p:cNvPr>
          <p:cNvSpPr>
            <a:spLocks noGrp="1"/>
          </p:cNvSpPr>
          <p:nvPr>
            <p:ph idx="1"/>
          </p:nvPr>
        </p:nvSpPr>
        <p:spPr/>
        <p:txBody>
          <a:bodyPr/>
          <a:lstStyle/>
          <a:p>
            <a:pPr marL="354965" indent="-342265">
              <a:lnSpc>
                <a:spcPct val="100000"/>
              </a:lnSpc>
              <a:spcBef>
                <a:spcPts val="360"/>
              </a:spcBef>
              <a:buFont typeface="Arial"/>
              <a:buChar char="•"/>
              <a:tabLst>
                <a:tab pos="354965" algn="l"/>
              </a:tabLst>
            </a:pPr>
            <a:r>
              <a:rPr lang="vi-VN" sz="2000">
                <a:latin typeface="Tahoma" panose="020B0604030504040204" pitchFamily="34" charset="0"/>
                <a:ea typeface="Tahoma" panose="020B0604030504040204" pitchFamily="34" charset="0"/>
                <a:cs typeface="Tahoma" panose="020B0604030504040204" pitchFamily="34" charset="0"/>
              </a:rPr>
              <a:t>Nhóm các đối tượng theo hàm mật độ xác định.</a:t>
            </a:r>
          </a:p>
          <a:p>
            <a:pPr marL="762000" marR="161925" indent="-393700">
              <a:lnSpc>
                <a:spcPts val="2200"/>
              </a:lnSpc>
              <a:spcBef>
                <a:spcPts val="459"/>
              </a:spcBef>
              <a:tabLst>
                <a:tab pos="761365" algn="l"/>
              </a:tabLst>
            </a:pPr>
            <a:r>
              <a:rPr lang="vi-VN" sz="2000">
                <a:latin typeface="Tahoma" panose="020B0604030504040204" pitchFamily="34" charset="0"/>
                <a:ea typeface="Tahoma" panose="020B0604030504040204" pitchFamily="34" charset="0"/>
                <a:cs typeface="Tahoma" panose="020B0604030504040204" pitchFamily="34" charset="0"/>
              </a:rPr>
              <a:t>Mật độ được định nghĩa như là số các đối tượng lân cận của một đối tượng DL theo một ngưỡng nào đó.</a:t>
            </a:r>
          </a:p>
          <a:p>
            <a:pPr marL="762000" marR="5080" indent="-393700">
              <a:lnSpc>
                <a:spcPct val="89600"/>
              </a:lnSpc>
              <a:spcBef>
                <a:spcPts val="409"/>
              </a:spcBef>
              <a:tabLst>
                <a:tab pos="761365" algn="l"/>
              </a:tabLst>
            </a:pPr>
            <a:r>
              <a:rPr lang="vi-VN" sz="2000">
                <a:latin typeface="Tahoma" panose="020B0604030504040204" pitchFamily="34" charset="0"/>
                <a:ea typeface="Tahoma" panose="020B0604030504040204" pitchFamily="34" charset="0"/>
                <a:cs typeface="Tahoma" panose="020B0604030504040204" pitchFamily="34" charset="0"/>
              </a:rPr>
              <a:t>Khi một cụm DL đã xác định thì nó tiếp tục được phát triển thêm các đối tượng DL mới miễn là số các lân cận của chúng lớn hơn một ngưỡng đã xác định.</a:t>
            </a:r>
          </a:p>
          <a:p>
            <a:pPr marL="354965" indent="-342265">
              <a:lnSpc>
                <a:spcPct val="100000"/>
              </a:lnSpc>
              <a:spcBef>
                <a:spcPts val="300"/>
              </a:spcBef>
              <a:buFont typeface="Arial"/>
              <a:buChar char="•"/>
              <a:tabLst>
                <a:tab pos="354965" algn="l"/>
              </a:tabLst>
            </a:pPr>
            <a:r>
              <a:rPr lang="vi-VN" sz="2000">
                <a:latin typeface="Tahoma" panose="020B0604030504040204" pitchFamily="34" charset="0"/>
                <a:ea typeface="Tahoma" panose="020B0604030504040204" pitchFamily="34" charset="0"/>
                <a:cs typeface="Tahoma" panose="020B0604030504040204" pitchFamily="34" charset="0"/>
              </a:rPr>
              <a:t>Có thể phát hiện ra các cụm DL với hình thù bất kỳ.</a:t>
            </a:r>
          </a:p>
          <a:p>
            <a:pPr marL="355600" marR="395605" indent="-342900">
              <a:lnSpc>
                <a:spcPts val="2600"/>
              </a:lnSpc>
              <a:spcBef>
                <a:spcPts val="640"/>
              </a:spcBef>
              <a:buFont typeface="Arial"/>
              <a:buChar char="•"/>
              <a:tabLst>
                <a:tab pos="355600" algn="l"/>
              </a:tabLst>
            </a:pPr>
            <a:r>
              <a:rPr lang="vi-VN" sz="2000">
                <a:latin typeface="Tahoma" panose="020B0604030504040204" pitchFamily="34" charset="0"/>
                <a:ea typeface="Tahoma" panose="020B0604030504040204" pitchFamily="34" charset="0"/>
                <a:cs typeface="Tahoma" panose="020B0604030504040204" pitchFamily="34" charset="0"/>
              </a:rPr>
              <a:t>Việc xác định các tham số mật độ của thuật toán có tác động rất lớn đến kết quả PCDL.</a:t>
            </a:r>
          </a:p>
          <a:p>
            <a:endParaRPr lang="en-US"/>
          </a:p>
        </p:txBody>
      </p:sp>
      <p:sp>
        <p:nvSpPr>
          <p:cNvPr id="4" name="object 4"/>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102</a:t>
            </a:fld>
            <a:endParaRPr lang="en-US"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365126"/>
            <a:ext cx="7886700" cy="1325563"/>
          </a:xfrm>
        </p:spPr>
        <p:txBody>
          <a:bodyPr vert="horz" wrap="square" lIns="0" tIns="207570" rIns="0" bIns="0" rtlCol="0">
            <a:spAutoFit/>
          </a:bodyPr>
          <a:lstStyle/>
          <a:p>
            <a:r>
              <a:rPr lang="en-US" dirty="0"/>
              <a:t>Phân cụm dựa trên </a:t>
            </a:r>
            <a:r>
              <a:rPr lang="en-US"/>
              <a:t>mật độ</a:t>
            </a:r>
            <a:endParaRPr lang="en-US" dirty="0"/>
          </a:p>
        </p:txBody>
      </p:sp>
      <p:sp>
        <p:nvSpPr>
          <p:cNvPr id="9" name="Content Placeholder 8">
            <a:extLst>
              <a:ext uri="{FF2B5EF4-FFF2-40B4-BE49-F238E27FC236}">
                <a16:creationId xmlns:a16="http://schemas.microsoft.com/office/drawing/2014/main" id="{9CE08FFA-B091-8154-A311-BC17FC177997}"/>
              </a:ext>
            </a:extLst>
          </p:cNvPr>
          <p:cNvSpPr>
            <a:spLocks noGrp="1"/>
          </p:cNvSpPr>
          <p:nvPr>
            <p:ph idx="1"/>
          </p:nvPr>
        </p:nvSpPr>
        <p:spPr/>
        <p:txBody>
          <a:bodyPr/>
          <a:lstStyle/>
          <a:p>
            <a:r>
              <a:rPr lang="en-US" sz="2800">
                <a:latin typeface="Gill Sans MT"/>
                <a:cs typeface="Gill Sans MT"/>
              </a:rPr>
              <a:t>M</a:t>
            </a:r>
            <a:r>
              <a:rPr lang="en-US" sz="2800">
                <a:latin typeface="Calibri"/>
                <a:cs typeface="Calibri"/>
              </a:rPr>
              <a:t>ộ</a:t>
            </a:r>
            <a:r>
              <a:rPr lang="en-US" sz="2800">
                <a:latin typeface="Gill Sans MT"/>
                <a:cs typeface="Gill Sans MT"/>
              </a:rPr>
              <a:t>t</a:t>
            </a:r>
            <a:r>
              <a:rPr lang="en-US" sz="2800" spc="-105">
                <a:latin typeface="Gill Sans MT"/>
                <a:cs typeface="Gill Sans MT"/>
              </a:rPr>
              <a:t> </a:t>
            </a:r>
            <a:r>
              <a:rPr lang="en-US" sz="2800">
                <a:latin typeface="Gill Sans MT"/>
                <a:cs typeface="Gill Sans MT"/>
              </a:rPr>
              <a:t>s</a:t>
            </a:r>
            <a:r>
              <a:rPr lang="en-US" sz="2800">
                <a:latin typeface="Calibri"/>
                <a:cs typeface="Calibri"/>
              </a:rPr>
              <a:t>ố</a:t>
            </a:r>
            <a:r>
              <a:rPr lang="en-US" sz="2800" spc="160">
                <a:latin typeface="Calibri"/>
                <a:cs typeface="Calibri"/>
              </a:rPr>
              <a:t> </a:t>
            </a:r>
            <a:r>
              <a:rPr lang="en-US" sz="2800">
                <a:latin typeface="Gill Sans MT"/>
                <a:cs typeface="Gill Sans MT"/>
              </a:rPr>
              <a:t>thu</a:t>
            </a:r>
            <a:r>
              <a:rPr lang="en-US" sz="2800">
                <a:latin typeface="Calibri"/>
                <a:cs typeface="Calibri"/>
              </a:rPr>
              <a:t>ậ</a:t>
            </a:r>
            <a:r>
              <a:rPr lang="en-US" sz="2800">
                <a:latin typeface="Gill Sans MT"/>
                <a:cs typeface="Gill Sans MT"/>
              </a:rPr>
              <a:t>t</a:t>
            </a:r>
            <a:r>
              <a:rPr lang="en-US" sz="2800" spc="5">
                <a:latin typeface="Gill Sans MT"/>
                <a:cs typeface="Gill Sans MT"/>
              </a:rPr>
              <a:t> </a:t>
            </a:r>
            <a:r>
              <a:rPr lang="en-US" sz="2800">
                <a:latin typeface="Gill Sans MT"/>
                <a:cs typeface="Gill Sans MT"/>
              </a:rPr>
              <a:t>toán</a:t>
            </a:r>
            <a:r>
              <a:rPr lang="en-US" sz="2800" spc="5">
                <a:latin typeface="Gill Sans MT"/>
                <a:cs typeface="Gill Sans MT"/>
              </a:rPr>
              <a:t>: </a:t>
            </a:r>
            <a:r>
              <a:rPr lang="en-US" sz="2800">
                <a:latin typeface="Gill Sans MT"/>
                <a:cs typeface="Gill Sans MT"/>
              </a:rPr>
              <a:t>DBSCAN,</a:t>
            </a:r>
            <a:r>
              <a:rPr lang="en-US" sz="2800" spc="-395">
                <a:latin typeface="Gill Sans MT"/>
                <a:cs typeface="Gill Sans MT"/>
              </a:rPr>
              <a:t> </a:t>
            </a:r>
            <a:r>
              <a:rPr lang="en-US" sz="2800" spc="-145">
                <a:latin typeface="Gill Sans MT"/>
                <a:cs typeface="Gill Sans MT"/>
              </a:rPr>
              <a:t>OPTICS, </a:t>
            </a:r>
            <a:r>
              <a:rPr lang="en-US" sz="2800" spc="-10">
                <a:latin typeface="Gill Sans MT"/>
                <a:cs typeface="Gill Sans MT"/>
              </a:rPr>
              <a:t>DENCLUE,</a:t>
            </a:r>
            <a:r>
              <a:rPr lang="en-US" sz="2800" spc="-260">
                <a:latin typeface="Gill Sans MT"/>
                <a:cs typeface="Gill Sans MT"/>
              </a:rPr>
              <a:t> </a:t>
            </a:r>
            <a:r>
              <a:rPr lang="en-US" sz="2800" spc="-50">
                <a:latin typeface="Gill Sans MT"/>
                <a:cs typeface="Gill Sans MT"/>
              </a:rPr>
              <a:t>…</a:t>
            </a:r>
            <a:endParaRPr lang="en-US" sz="2800">
              <a:latin typeface="Gill Sans MT"/>
              <a:cs typeface="Gill Sans MT"/>
            </a:endParaRPr>
          </a:p>
          <a:p>
            <a:endParaRPr lang="en-US"/>
          </a:p>
        </p:txBody>
      </p:sp>
      <p:sp>
        <p:nvSpPr>
          <p:cNvPr id="6" name="object 6"/>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103</a:t>
            </a:fld>
            <a:endParaRPr lang="en-US" dirty="0"/>
          </a:p>
        </p:txBody>
      </p:sp>
      <p:sp>
        <p:nvSpPr>
          <p:cNvPr id="4" name="object 4"/>
          <p:cNvSpPr txBox="1"/>
          <p:nvPr/>
        </p:nvSpPr>
        <p:spPr>
          <a:xfrm>
            <a:off x="535940" y="5062219"/>
            <a:ext cx="8303260" cy="677493"/>
          </a:xfrm>
          <a:prstGeom prst="rect">
            <a:avLst/>
          </a:prstGeom>
        </p:spPr>
        <p:txBody>
          <a:bodyPr vert="horz" wrap="square" lIns="0" tIns="85725" rIns="0" bIns="0" rtlCol="0">
            <a:spAutoFit/>
          </a:bodyPr>
          <a:lstStyle/>
          <a:p>
            <a:pPr marL="355600" marR="5080" indent="-342900">
              <a:lnSpc>
                <a:spcPct val="79900"/>
              </a:lnSpc>
              <a:spcBef>
                <a:spcPts val="675"/>
              </a:spcBef>
            </a:pPr>
            <a:r>
              <a:rPr lang="en-US" sz="2400">
                <a:latin typeface="Tahoma" panose="020B0604030504040204" pitchFamily="34" charset="0"/>
                <a:ea typeface="Tahoma" panose="020B0604030504040204" pitchFamily="34" charset="0"/>
                <a:cs typeface="Tahoma" panose="020B0604030504040204" pitchFamily="34" charset="0"/>
              </a:rPr>
              <a:t>Hình: </a:t>
            </a:r>
            <a:r>
              <a:rPr sz="2400">
                <a:latin typeface="Tahoma" panose="020B0604030504040204" pitchFamily="34" charset="0"/>
                <a:ea typeface="Tahoma" panose="020B0604030504040204" pitchFamily="34" charset="0"/>
                <a:cs typeface="Tahoma" panose="020B0604030504040204" pitchFamily="34" charset="0"/>
              </a:rPr>
              <a:t>Một </a:t>
            </a:r>
            <a:r>
              <a:rPr sz="2400" dirty="0">
                <a:latin typeface="Tahoma" panose="020B0604030504040204" pitchFamily="34" charset="0"/>
                <a:ea typeface="Tahoma" panose="020B0604030504040204" pitchFamily="34" charset="0"/>
                <a:cs typeface="Tahoma" panose="020B0604030504040204" pitchFamily="34" charset="0"/>
              </a:rPr>
              <a:t>số hình dạng cụm dữ liệu khám phá được bởi kỹ thuật PCDL dựa trên mật độ với 3 CSDL.</a:t>
            </a:r>
          </a:p>
        </p:txBody>
      </p:sp>
      <p:pic>
        <p:nvPicPr>
          <p:cNvPr id="5" name="object 5"/>
          <p:cNvPicPr/>
          <p:nvPr/>
        </p:nvPicPr>
        <p:blipFill>
          <a:blip r:embed="rId2" cstate="print"/>
          <a:stretch>
            <a:fillRect/>
          </a:stretch>
        </p:blipFill>
        <p:spPr>
          <a:xfrm>
            <a:off x="1172769" y="2697637"/>
            <a:ext cx="7152967" cy="2085025"/>
          </a:xfrm>
          <a:prstGeom prst="rect">
            <a:avLst/>
          </a:prstGeom>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365126"/>
            <a:ext cx="7886700" cy="1325563"/>
          </a:xfrm>
        </p:spPr>
        <p:txBody>
          <a:bodyPr vert="horz" wrap="square" lIns="0" tIns="207570" rIns="0" bIns="0" rtlCol="0">
            <a:spAutoFit/>
          </a:bodyPr>
          <a:lstStyle/>
          <a:p>
            <a:r>
              <a:rPr lang="en-US" dirty="0"/>
              <a:t>DBSCAN (Density-Based Spatial Clustering of Applications with noise)</a:t>
            </a:r>
          </a:p>
        </p:txBody>
      </p:sp>
      <p:sp>
        <p:nvSpPr>
          <p:cNvPr id="7" name="Content Placeholder 6">
            <a:extLst>
              <a:ext uri="{FF2B5EF4-FFF2-40B4-BE49-F238E27FC236}">
                <a16:creationId xmlns:a16="http://schemas.microsoft.com/office/drawing/2014/main" id="{83ECF5FD-E8F0-816B-E930-4BD0C383DC7A}"/>
              </a:ext>
            </a:extLst>
          </p:cNvPr>
          <p:cNvSpPr>
            <a:spLocks noGrp="1"/>
          </p:cNvSpPr>
          <p:nvPr>
            <p:ph idx="1"/>
          </p:nvPr>
        </p:nvSpPr>
        <p:spPr/>
        <p:txBody>
          <a:bodyPr/>
          <a:lstStyle/>
          <a:p>
            <a:pPr marL="355600" marR="159385" indent="-342900" algn="just">
              <a:lnSpc>
                <a:spcPct val="79900"/>
              </a:lnSpc>
              <a:spcBef>
                <a:spcPts val="675"/>
              </a:spcBef>
              <a:buFont typeface="Arial"/>
              <a:buChar char="•"/>
              <a:tabLst>
                <a:tab pos="355600" algn="l"/>
              </a:tabLst>
            </a:pPr>
            <a:r>
              <a:rPr lang="vi-VN" sz="2000">
                <a:latin typeface="Tahoma" panose="020B0604030504040204" pitchFamily="34" charset="0"/>
                <a:ea typeface="Tahoma" panose="020B0604030504040204" pitchFamily="34" charset="0"/>
                <a:cs typeface="Tahoma" panose="020B0604030504040204" pitchFamily="34" charset="0"/>
              </a:rPr>
              <a:t>Tìm các đối tượng mà có số đối tượng láng giềng lớn hơn một ngưỡng tối thiểu.</a:t>
            </a:r>
          </a:p>
          <a:p>
            <a:pPr marL="355600" marR="5080" indent="-342900" algn="just">
              <a:lnSpc>
                <a:spcPct val="79900"/>
              </a:lnSpc>
              <a:buFont typeface="Arial"/>
              <a:buChar char="•"/>
              <a:tabLst>
                <a:tab pos="355600" algn="l"/>
              </a:tabLst>
            </a:pPr>
            <a:r>
              <a:rPr lang="vi-VN" sz="2000">
                <a:latin typeface="Tahoma" panose="020B0604030504040204" pitchFamily="34" charset="0"/>
                <a:ea typeface="Tahoma" panose="020B0604030504040204" pitchFamily="34" charset="0"/>
                <a:cs typeface="Tahoma" panose="020B0604030504040204" pitchFamily="34" charset="0"/>
              </a:rPr>
              <a:t>Tìm tất cả các đối tượng mà các láng giềng của nó thuộc về lớp các đối tượng đã xác định ở trên.</a:t>
            </a:r>
          </a:p>
          <a:p>
            <a:pPr marL="355600" marR="528955" indent="-342900" algn="just">
              <a:lnSpc>
                <a:spcPct val="79900"/>
              </a:lnSpc>
              <a:spcBef>
                <a:spcPts val="5"/>
              </a:spcBef>
              <a:buFont typeface="Arial"/>
              <a:buChar char="•"/>
              <a:tabLst>
                <a:tab pos="355600" algn="l"/>
              </a:tabLst>
            </a:pPr>
            <a:r>
              <a:rPr lang="vi-VN" sz="2000">
                <a:latin typeface="Tahoma" panose="020B0604030504040204" pitchFamily="34" charset="0"/>
                <a:ea typeface="Tahoma" panose="020B0604030504040204" pitchFamily="34" charset="0"/>
                <a:cs typeface="Tahoma" panose="020B0604030504040204" pitchFamily="34" charset="0"/>
              </a:rPr>
              <a:t>Một cụm được xác định bằng một tập tất cả các đối tượng liên thông mật độ với các láng giềng của nó.</a:t>
            </a:r>
          </a:p>
          <a:p>
            <a:pPr marL="354965" indent="-342265" algn="just">
              <a:lnSpc>
                <a:spcPct val="100000"/>
              </a:lnSpc>
              <a:spcBef>
                <a:spcPts val="20"/>
              </a:spcBef>
              <a:buFont typeface="Arial"/>
              <a:buChar char="•"/>
              <a:tabLst>
                <a:tab pos="354965" algn="l"/>
              </a:tabLst>
            </a:pPr>
            <a:r>
              <a:rPr lang="vi-VN" sz="2000">
                <a:latin typeface="Tahoma" panose="020B0604030504040204" pitchFamily="34" charset="0"/>
                <a:ea typeface="Tahoma" panose="020B0604030504040204" pitchFamily="34" charset="0"/>
                <a:cs typeface="Tahoma" panose="020B0604030504040204" pitchFamily="34" charset="0"/>
              </a:rPr>
              <a:t>DBSCAN có thể tìm ra các cụm với hình thù bất kỳ.</a:t>
            </a:r>
          </a:p>
          <a:p>
            <a:pPr marL="0" indent="0">
              <a:buNone/>
            </a:pPr>
            <a:endParaRPr lang="en-US"/>
          </a:p>
        </p:txBody>
      </p:sp>
      <p:sp>
        <p:nvSpPr>
          <p:cNvPr id="4" name="object 4"/>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104</a:t>
            </a:fld>
            <a:endParaRPr lang="en-US"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365126"/>
            <a:ext cx="7886700" cy="1325563"/>
          </a:xfrm>
        </p:spPr>
        <p:txBody>
          <a:bodyPr vert="horz" wrap="square" lIns="0" tIns="207570" rIns="0" bIns="0" rtlCol="0">
            <a:spAutoFit/>
          </a:bodyPr>
          <a:lstStyle/>
          <a:p>
            <a:r>
              <a:rPr lang="en-US" dirty="0"/>
              <a:t>DBSCAN</a:t>
            </a:r>
          </a:p>
        </p:txBody>
      </p:sp>
      <p:sp>
        <p:nvSpPr>
          <p:cNvPr id="7" name="Content Placeholder 6">
            <a:extLst>
              <a:ext uri="{FF2B5EF4-FFF2-40B4-BE49-F238E27FC236}">
                <a16:creationId xmlns:a16="http://schemas.microsoft.com/office/drawing/2014/main" id="{29540B0D-4E69-4C51-A302-392706F4ABD9}"/>
              </a:ext>
            </a:extLst>
          </p:cNvPr>
          <p:cNvSpPr>
            <a:spLocks noGrp="1"/>
          </p:cNvSpPr>
          <p:nvPr>
            <p:ph idx="1"/>
          </p:nvPr>
        </p:nvSpPr>
        <p:spPr/>
        <p:txBody>
          <a:bodyPr/>
          <a:lstStyle/>
          <a:p>
            <a:pPr marL="393700" marR="544830" indent="-342900">
              <a:lnSpc>
                <a:spcPct val="79900"/>
              </a:lnSpc>
              <a:spcBef>
                <a:spcPts val="675"/>
              </a:spcBef>
              <a:buFont typeface="Arial"/>
              <a:buChar char="•"/>
              <a:tabLst>
                <a:tab pos="393700" algn="l"/>
              </a:tabLst>
            </a:pPr>
            <a:r>
              <a:rPr lang="vi-VN" sz="2000">
                <a:latin typeface="Tahoma" panose="020B0604030504040204" pitchFamily="34" charset="0"/>
                <a:ea typeface="Tahoma" panose="020B0604030504040204" pitchFamily="34" charset="0"/>
                <a:cs typeface="Tahoma" panose="020B0604030504040204" pitchFamily="34" charset="0"/>
              </a:rPr>
              <a:t>Khi có một đối tượng được chèn vào chỉ tác động đến một láng giềng xác định.</a:t>
            </a:r>
          </a:p>
          <a:p>
            <a:pPr marL="393700" marR="614045" indent="-342900">
              <a:lnSpc>
                <a:spcPct val="79900"/>
              </a:lnSpc>
              <a:spcBef>
                <a:spcPts val="5"/>
              </a:spcBef>
              <a:buFont typeface="Arial"/>
              <a:buChar char="•"/>
              <a:tabLst>
                <a:tab pos="393700" algn="l"/>
              </a:tabLst>
            </a:pPr>
            <a:r>
              <a:rPr lang="vi-VN" sz="2000">
                <a:latin typeface="Tahoma" panose="020B0604030504040204" pitchFamily="34" charset="0"/>
                <a:ea typeface="Tahoma" panose="020B0604030504040204" pitchFamily="34" charset="0"/>
                <a:cs typeface="Tahoma" panose="020B0604030504040204" pitchFamily="34" charset="0"/>
              </a:rPr>
              <a:t>DBSCAN yêu cầu xác định </a:t>
            </a:r>
            <a:r>
              <a:rPr lang="vi-VN" sz="2000">
                <a:solidFill>
                  <a:srgbClr val="FF0066"/>
                </a:solidFill>
                <a:latin typeface="Tahoma" panose="020B0604030504040204" pitchFamily="34" charset="0"/>
                <a:ea typeface="Tahoma" panose="020B0604030504040204" pitchFamily="34" charset="0"/>
                <a:cs typeface="Tahoma" panose="020B0604030504040204" pitchFamily="34" charset="0"/>
              </a:rPr>
              <a:t>bán kính Eps </a:t>
            </a:r>
            <a:r>
              <a:rPr lang="vi-VN" sz="2000">
                <a:latin typeface="Tahoma" panose="020B0604030504040204" pitchFamily="34" charset="0"/>
                <a:ea typeface="Tahoma" panose="020B0604030504040204" pitchFamily="34" charset="0"/>
                <a:cs typeface="Tahoma" panose="020B0604030504040204" pitchFamily="34" charset="0"/>
              </a:rPr>
              <a:t>của các láng giềng và </a:t>
            </a:r>
            <a:r>
              <a:rPr lang="vi-VN" sz="2000">
                <a:solidFill>
                  <a:srgbClr val="FF0066"/>
                </a:solidFill>
                <a:latin typeface="Tahoma" panose="020B0604030504040204" pitchFamily="34" charset="0"/>
                <a:ea typeface="Tahoma" panose="020B0604030504040204" pitchFamily="34" charset="0"/>
                <a:cs typeface="Tahoma" panose="020B0604030504040204" pitchFamily="34" charset="0"/>
              </a:rPr>
              <a:t>số các láng giềng tối thiểu Minpts</a:t>
            </a:r>
            <a:r>
              <a:rPr lang="vi-VN" sz="2000">
                <a:latin typeface="Tahoma" panose="020B0604030504040204" pitchFamily="34" charset="0"/>
                <a:ea typeface="Tahoma" panose="020B0604030504040204" pitchFamily="34" charset="0"/>
                <a:cs typeface="Tahoma" panose="020B0604030504040204" pitchFamily="34" charset="0"/>
              </a:rPr>
              <a:t>, thường xác định bằng ngẫu nhiên/kinh nghiệm.</a:t>
            </a:r>
          </a:p>
          <a:p>
            <a:pPr marL="393700" marR="43180" indent="-342900">
              <a:lnSpc>
                <a:spcPct val="79900"/>
              </a:lnSpc>
              <a:buFont typeface="Arial"/>
              <a:buChar char="•"/>
              <a:tabLst>
                <a:tab pos="393700" algn="l"/>
              </a:tabLst>
            </a:pPr>
            <a:r>
              <a:rPr lang="vi-VN" sz="2000">
                <a:latin typeface="Tahoma" panose="020B0604030504040204" pitchFamily="34" charset="0"/>
                <a:ea typeface="Tahoma" panose="020B0604030504040204" pitchFamily="34" charset="0"/>
                <a:cs typeface="Tahoma" panose="020B0604030504040204" pitchFamily="34" charset="0"/>
              </a:rPr>
              <a:t>Áp dụng chỉ số không gian để xác định các láng giềng của một đối tượng DL, nên độ phức tạp của DBSCAN đã được cải tiến là </a:t>
            </a:r>
            <a:r>
              <a:rPr lang="vi-VN" sz="2000">
                <a:solidFill>
                  <a:srgbClr val="FF0066"/>
                </a:solidFill>
                <a:latin typeface="Tahoma" panose="020B0604030504040204" pitchFamily="34" charset="0"/>
                <a:ea typeface="Tahoma" panose="020B0604030504040204" pitchFamily="34" charset="0"/>
                <a:cs typeface="Tahoma" panose="020B0604030504040204" pitchFamily="34" charset="0"/>
              </a:rPr>
              <a:t>O(nlogn). </a:t>
            </a:r>
            <a:r>
              <a:rPr lang="vi-VN" sz="2000">
                <a:latin typeface="Tahoma" panose="020B0604030504040204" pitchFamily="34" charset="0"/>
                <a:ea typeface="Tahoma" panose="020B0604030504040204" pitchFamily="34" charset="0"/>
                <a:cs typeface="Tahoma" panose="020B0604030504040204" pitchFamily="34" charset="0"/>
              </a:rPr>
              <a:t>Nếu không áp dụng cấu trúc chỉ số thì là </a:t>
            </a:r>
            <a:r>
              <a:rPr lang="vi-VN" sz="2000">
                <a:solidFill>
                  <a:srgbClr val="FF0066"/>
                </a:solidFill>
                <a:latin typeface="Tahoma" panose="020B0604030504040204" pitchFamily="34" charset="0"/>
                <a:ea typeface="Tahoma" panose="020B0604030504040204" pitchFamily="34" charset="0"/>
                <a:cs typeface="Tahoma" panose="020B0604030504040204" pitchFamily="34" charset="0"/>
              </a:rPr>
              <a:t>O(n</a:t>
            </a:r>
            <a:r>
              <a:rPr lang="vi-VN" sz="2000" baseline="24305">
                <a:solidFill>
                  <a:srgbClr val="FF0066"/>
                </a:solidFill>
                <a:latin typeface="Tahoma" panose="020B0604030504040204" pitchFamily="34" charset="0"/>
                <a:ea typeface="Tahoma" panose="020B0604030504040204" pitchFamily="34" charset="0"/>
                <a:cs typeface="Tahoma" panose="020B0604030504040204" pitchFamily="34" charset="0"/>
              </a:rPr>
              <a:t>2</a:t>
            </a:r>
            <a:r>
              <a:rPr lang="vi-VN" sz="2000">
                <a:solidFill>
                  <a:srgbClr val="FF0066"/>
                </a:solidFill>
                <a:latin typeface="Tahoma" panose="020B0604030504040204" pitchFamily="34" charset="0"/>
                <a:ea typeface="Tahoma" panose="020B0604030504040204" pitchFamily="34" charset="0"/>
                <a:cs typeface="Tahoma" panose="020B0604030504040204" pitchFamily="34" charset="0"/>
              </a:rPr>
              <a:t>)</a:t>
            </a:r>
            <a:r>
              <a:rPr lang="vi-VN" sz="2000">
                <a:latin typeface="Tahoma" panose="020B0604030504040204" pitchFamily="34" charset="0"/>
                <a:ea typeface="Tahoma" panose="020B0604030504040204" pitchFamily="34" charset="0"/>
                <a:cs typeface="Tahoma" panose="020B0604030504040204" pitchFamily="34" charset="0"/>
              </a:rPr>
              <a:t>.</a:t>
            </a:r>
          </a:p>
          <a:p>
            <a:endParaRPr lang="en-US"/>
          </a:p>
        </p:txBody>
      </p:sp>
      <p:sp>
        <p:nvSpPr>
          <p:cNvPr id="4" name="object 4"/>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105</a:t>
            </a:fld>
            <a:endParaRPr lang="en-US"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365126"/>
            <a:ext cx="7886700" cy="1325563"/>
          </a:xfrm>
        </p:spPr>
        <p:txBody>
          <a:bodyPr vert="horz" wrap="square" lIns="0" tIns="207570" rIns="0" bIns="0" rtlCol="0">
            <a:spAutoFit/>
          </a:bodyPr>
          <a:lstStyle/>
          <a:p>
            <a:r>
              <a:rPr lang="en-US" dirty="0"/>
              <a:t>DBSCAN</a:t>
            </a:r>
          </a:p>
        </p:txBody>
      </p:sp>
      <p:sp>
        <p:nvSpPr>
          <p:cNvPr id="7" name="Content Placeholder 6">
            <a:extLst>
              <a:ext uri="{FF2B5EF4-FFF2-40B4-BE49-F238E27FC236}">
                <a16:creationId xmlns:a16="http://schemas.microsoft.com/office/drawing/2014/main" id="{242B7242-8247-339E-E5D8-D1B3396E58C8}"/>
              </a:ext>
            </a:extLst>
          </p:cNvPr>
          <p:cNvSpPr>
            <a:spLocks noGrp="1"/>
          </p:cNvSpPr>
          <p:nvPr>
            <p:ph idx="1"/>
          </p:nvPr>
        </p:nvSpPr>
        <p:spPr/>
        <p:txBody>
          <a:bodyPr/>
          <a:lstStyle/>
          <a:p>
            <a:pPr marL="355600" marR="5080" indent="-342900">
              <a:lnSpc>
                <a:spcPts val="2700"/>
              </a:lnSpc>
              <a:spcBef>
                <a:spcPts val="740"/>
              </a:spcBef>
              <a:buFont typeface="Arial"/>
              <a:buChar char="•"/>
              <a:tabLst>
                <a:tab pos="355600" algn="l"/>
              </a:tabLst>
            </a:pPr>
            <a:r>
              <a:rPr lang="vi-VN" sz="2400">
                <a:latin typeface="Tahoma" panose="020B0604030504040204" pitchFamily="34" charset="0"/>
                <a:ea typeface="Tahoma" panose="020B0604030504040204" pitchFamily="34" charset="0"/>
                <a:cs typeface="Tahoma" panose="020B0604030504040204" pitchFamily="34" charset="0"/>
              </a:rPr>
              <a:t>Khoảng cách Euclide được dùng đo sự tương tự giữa các đối tượng nhưng không hiệu quả đối với DL đa chiều.</a:t>
            </a:r>
          </a:p>
          <a:p>
            <a:pPr marL="355600" marR="5080" indent="-342900">
              <a:lnSpc>
                <a:spcPts val="2700"/>
              </a:lnSpc>
              <a:spcBef>
                <a:spcPts val="740"/>
              </a:spcBef>
              <a:buFont typeface="Arial"/>
              <a:buChar char="•"/>
              <a:tabLst>
                <a:tab pos="355600" algn="l"/>
              </a:tabLst>
            </a:pPr>
            <a:r>
              <a:rPr lang="vi-VN" sz="2400">
                <a:latin typeface="Tahoma" panose="020B0604030504040204" pitchFamily="34" charset="0"/>
                <a:ea typeface="Tahoma" panose="020B0604030504040204" pitchFamily="34" charset="0"/>
                <a:cs typeface="Tahoma" panose="020B0604030504040204" pitchFamily="34" charset="0"/>
              </a:rPr>
              <a:t>DBSCAN dựa trên các khái niệm mật độ có thể áp dụng cho các tập DL không gian lớn đa chiều.</a:t>
            </a:r>
          </a:p>
          <a:p>
            <a:endParaRPr lang="en-US"/>
          </a:p>
        </p:txBody>
      </p:sp>
      <p:sp>
        <p:nvSpPr>
          <p:cNvPr id="4" name="object 4"/>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106</a:t>
            </a:fld>
            <a:endParaRPr lang="en-US"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07570" rIns="0" bIns="0" rtlCol="0">
            <a:spAutoFit/>
          </a:bodyPr>
          <a:lstStyle/>
          <a:p>
            <a:pPr marL="417195">
              <a:lnSpc>
                <a:spcPct val="100000"/>
              </a:lnSpc>
              <a:spcBef>
                <a:spcPts val="100"/>
              </a:spcBef>
            </a:pPr>
            <a:r>
              <a:rPr spc="-10" dirty="0"/>
              <a:t>DBSCAN</a:t>
            </a:r>
          </a:p>
        </p:txBody>
      </p:sp>
      <p:sp>
        <p:nvSpPr>
          <p:cNvPr id="6" name="Content Placeholder 5">
            <a:extLst>
              <a:ext uri="{FF2B5EF4-FFF2-40B4-BE49-F238E27FC236}">
                <a16:creationId xmlns:a16="http://schemas.microsoft.com/office/drawing/2014/main" id="{EEE11660-2FA9-42AF-9149-75CBD2CEEC4B}"/>
              </a:ext>
            </a:extLst>
          </p:cNvPr>
          <p:cNvSpPr>
            <a:spLocks noGrp="1"/>
          </p:cNvSpPr>
          <p:nvPr>
            <p:ph idx="1"/>
          </p:nvPr>
        </p:nvSpPr>
        <p:spPr/>
        <p:txBody>
          <a:bodyPr/>
          <a:lstStyle/>
          <a:p>
            <a:pPr marL="12700" marR="378460" indent="0">
              <a:lnSpc>
                <a:spcPct val="100699"/>
              </a:lnSpc>
              <a:spcBef>
                <a:spcPts val="80"/>
              </a:spcBef>
              <a:buNone/>
              <a:tabLst>
                <a:tab pos="355600" algn="l"/>
              </a:tabLst>
            </a:pPr>
            <a:r>
              <a:rPr lang="vi-VN" sz="2000" b="1" dirty="0">
                <a:solidFill>
                  <a:srgbClr val="FF0066"/>
                </a:solidFill>
                <a:latin typeface="Tahoma" panose="020B0604030504040204" pitchFamily="34" charset="0"/>
                <a:ea typeface="Tahoma" panose="020B0604030504040204" pitchFamily="34" charset="0"/>
                <a:cs typeface="Tahoma" panose="020B0604030504040204" pitchFamily="34" charset="0"/>
              </a:rPr>
              <a:t>Định nghĩa 1</a:t>
            </a:r>
            <a:r>
              <a:rPr lang="vi-VN" sz="2000" dirty="0">
                <a:solidFill>
                  <a:srgbClr val="FF0066"/>
                </a:solidFill>
                <a:latin typeface="Tahoma" panose="020B0604030504040204" pitchFamily="34" charset="0"/>
                <a:ea typeface="Tahoma" panose="020B0604030504040204" pitchFamily="34" charset="0"/>
                <a:cs typeface="Tahoma" panose="020B0604030504040204" pitchFamily="34" charset="0"/>
              </a:rPr>
              <a:t>: Lân cận của một điểm p với ngưỡng Eps </a:t>
            </a:r>
            <a:r>
              <a:rPr lang="vi-VN" sz="2000" dirty="0">
                <a:latin typeface="Tahoma" panose="020B0604030504040204" pitchFamily="34" charset="0"/>
                <a:ea typeface="Tahoma" panose="020B0604030504040204" pitchFamily="34" charset="0"/>
                <a:cs typeface="Tahoma" panose="020B0604030504040204" pitchFamily="34" charset="0"/>
              </a:rPr>
              <a:t>(Eps - Neighborhood of a point)</a:t>
            </a:r>
            <a:r>
              <a:rPr lang="en-US" sz="2000" dirty="0">
                <a:latin typeface="Tahoma" panose="020B0604030504040204" pitchFamily="34" charset="0"/>
                <a:ea typeface="Tahoma" panose="020B0604030504040204" pitchFamily="34" charset="0"/>
                <a:cs typeface="Tahoma" panose="020B0604030504040204" pitchFamily="34" charset="0"/>
              </a:rPr>
              <a:t>, </a:t>
            </a:r>
            <a:r>
              <a:rPr lang="vi-VN" sz="1800" dirty="0">
                <a:latin typeface="Tahoma" panose="020B0604030504040204" pitchFamily="34" charset="0"/>
                <a:ea typeface="Tahoma" panose="020B0604030504040204" pitchFamily="34" charset="0"/>
                <a:cs typeface="Tahoma" panose="020B0604030504040204" pitchFamily="34" charset="0"/>
              </a:rPr>
              <a:t>Ký hiệu NEps(p), NEps(p) = {q  D| khoảng cách Dist(p,q) ≤ Eps}, D là tập DL cho trước.</a:t>
            </a:r>
          </a:p>
          <a:p>
            <a:endParaRPr lang="en-US" dirty="0">
              <a:latin typeface="Tahoma" panose="020B0604030504040204" pitchFamily="34" charset="0"/>
              <a:ea typeface="Tahoma" panose="020B0604030504040204" pitchFamily="34" charset="0"/>
              <a:cs typeface="Tahoma" panose="020B0604030504040204" pitchFamily="34" charset="0"/>
            </a:endParaRPr>
          </a:p>
        </p:txBody>
      </p:sp>
      <p:sp>
        <p:nvSpPr>
          <p:cNvPr id="5" name="object 5"/>
          <p:cNvSpPr txBox="1">
            <a:spLocks noGrp="1"/>
          </p:cNvSpPr>
          <p:nvPr>
            <p:ph type="sldNum" sz="quarter" idx="12"/>
          </p:nvPr>
        </p:nvSpPr>
        <p:spPr>
          <a:prstGeom prst="rect">
            <a:avLst/>
          </a:prstGeom>
        </p:spPr>
        <p:txBody>
          <a:bodyPr vert="horz" wrap="square" lIns="0" tIns="3810" rIns="0" bIns="0" rtlCol="0">
            <a:spAutoFit/>
          </a:bodyPr>
          <a:lstStyle/>
          <a:p>
            <a:pPr marL="38100">
              <a:lnSpc>
                <a:spcPct val="100000"/>
              </a:lnSpc>
              <a:spcBef>
                <a:spcPts val="30"/>
              </a:spcBef>
            </a:pPr>
            <a:fld id="{81D60167-4931-47E6-BA6A-407CBD079E47}" type="slidenum">
              <a:rPr spc="-25" dirty="0"/>
              <a:t>107</a:t>
            </a:fld>
            <a:endParaRPr spc="-25" dirty="0"/>
          </a:p>
        </p:txBody>
      </p:sp>
      <p:pic>
        <p:nvPicPr>
          <p:cNvPr id="4" name="object 4"/>
          <p:cNvPicPr/>
          <p:nvPr/>
        </p:nvPicPr>
        <p:blipFill>
          <a:blip r:embed="rId2" cstate="print"/>
          <a:stretch>
            <a:fillRect/>
          </a:stretch>
        </p:blipFill>
        <p:spPr>
          <a:xfrm>
            <a:off x="1879458" y="2931242"/>
            <a:ext cx="5385083" cy="3245721"/>
          </a:xfrm>
          <a:prstGeom prst="rect">
            <a:avLst/>
          </a:prstGeom>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365126"/>
            <a:ext cx="7886700" cy="1325563"/>
          </a:xfrm>
        </p:spPr>
        <p:txBody>
          <a:bodyPr vert="horz" wrap="square" lIns="0" tIns="207570" rIns="0" bIns="0" rtlCol="0">
            <a:spAutoFit/>
          </a:bodyPr>
          <a:lstStyle/>
          <a:p>
            <a:r>
              <a:rPr lang="en-US" dirty="0"/>
              <a:t>DBSCAN</a:t>
            </a:r>
          </a:p>
        </p:txBody>
      </p:sp>
      <p:sp>
        <p:nvSpPr>
          <p:cNvPr id="7" name="Content Placeholder 6">
            <a:extLst>
              <a:ext uri="{FF2B5EF4-FFF2-40B4-BE49-F238E27FC236}">
                <a16:creationId xmlns:a16="http://schemas.microsoft.com/office/drawing/2014/main" id="{4773C44A-3C94-1DA4-8B25-6CE52141DEA6}"/>
              </a:ext>
            </a:extLst>
          </p:cNvPr>
          <p:cNvSpPr>
            <a:spLocks noGrp="1"/>
          </p:cNvSpPr>
          <p:nvPr>
            <p:ph idx="1"/>
          </p:nvPr>
        </p:nvSpPr>
        <p:spPr/>
        <p:txBody>
          <a:bodyPr/>
          <a:lstStyle/>
          <a:p>
            <a:pPr marL="355600" marR="236220" indent="-342900" algn="just">
              <a:lnSpc>
                <a:spcPts val="2600"/>
              </a:lnSpc>
              <a:spcBef>
                <a:spcPts val="420"/>
              </a:spcBef>
              <a:buFont typeface="Arial"/>
              <a:buChar char="•"/>
              <a:tabLst>
                <a:tab pos="355600" algn="l"/>
              </a:tabLst>
            </a:pPr>
            <a:r>
              <a:rPr lang="vi-VN" sz="2000">
                <a:latin typeface="Gill Sans MT"/>
                <a:cs typeface="Gill Sans MT"/>
              </a:rPr>
              <a:t>Đi</a:t>
            </a:r>
            <a:r>
              <a:rPr lang="vi-VN" sz="2000">
                <a:latin typeface="Calibri"/>
                <a:cs typeface="Calibri"/>
              </a:rPr>
              <a:t>ể</a:t>
            </a:r>
            <a:r>
              <a:rPr lang="vi-VN" sz="2000">
                <a:latin typeface="Gill Sans MT"/>
                <a:cs typeface="Gill Sans MT"/>
              </a:rPr>
              <a:t>m p mu</a:t>
            </a:r>
            <a:r>
              <a:rPr lang="vi-VN" sz="2000">
                <a:latin typeface="Calibri"/>
                <a:cs typeface="Calibri"/>
              </a:rPr>
              <a:t>ố</a:t>
            </a:r>
            <a:r>
              <a:rPr lang="vi-VN" sz="2000">
                <a:latin typeface="Gill Sans MT"/>
                <a:cs typeface="Gill Sans MT"/>
              </a:rPr>
              <a:t>n n</a:t>
            </a:r>
            <a:r>
              <a:rPr lang="vi-VN" sz="2000">
                <a:latin typeface="Calibri"/>
                <a:cs typeface="Calibri"/>
              </a:rPr>
              <a:t>ằ</a:t>
            </a:r>
            <a:r>
              <a:rPr lang="vi-VN" sz="2000">
                <a:latin typeface="Gill Sans MT"/>
                <a:cs typeface="Gill Sans MT"/>
              </a:rPr>
              <a:t>m trong c</a:t>
            </a:r>
            <a:r>
              <a:rPr lang="vi-VN" sz="2000">
                <a:latin typeface="Calibri"/>
                <a:cs typeface="Calibri"/>
              </a:rPr>
              <a:t>ụ</a:t>
            </a:r>
            <a:r>
              <a:rPr lang="vi-VN" sz="2000">
                <a:latin typeface="Gill Sans MT"/>
                <a:cs typeface="Gill Sans MT"/>
              </a:rPr>
              <a:t>m C thì </a:t>
            </a:r>
            <a:r>
              <a:rPr lang="vi-VN" sz="2000">
                <a:solidFill>
                  <a:srgbClr val="FF0000"/>
                </a:solidFill>
                <a:latin typeface="Gill Sans MT"/>
                <a:cs typeface="Gill Sans MT"/>
              </a:rPr>
              <a:t>NEps(p) ph</a:t>
            </a:r>
            <a:r>
              <a:rPr lang="vi-VN" sz="2000">
                <a:solidFill>
                  <a:srgbClr val="FF0000"/>
                </a:solidFill>
                <a:latin typeface="Calibri"/>
                <a:cs typeface="Calibri"/>
              </a:rPr>
              <a:t>ả</a:t>
            </a:r>
            <a:r>
              <a:rPr lang="vi-VN" sz="2000">
                <a:solidFill>
                  <a:srgbClr val="FF0000"/>
                </a:solidFill>
                <a:latin typeface="Gill Sans MT"/>
                <a:cs typeface="Gill Sans MT"/>
              </a:rPr>
              <a:t>i có t</a:t>
            </a:r>
            <a:r>
              <a:rPr lang="vi-VN" sz="2000">
                <a:solidFill>
                  <a:srgbClr val="FF0000"/>
                </a:solidFill>
                <a:latin typeface="Calibri"/>
                <a:cs typeface="Calibri"/>
              </a:rPr>
              <a:t>ố</a:t>
            </a:r>
            <a:r>
              <a:rPr lang="vi-VN" sz="2000">
                <a:solidFill>
                  <a:srgbClr val="FF0000"/>
                </a:solidFill>
                <a:latin typeface="Gill Sans MT"/>
                <a:cs typeface="Gill Sans MT"/>
              </a:rPr>
              <a:t>i thi</a:t>
            </a:r>
            <a:r>
              <a:rPr lang="vi-VN" sz="2000">
                <a:solidFill>
                  <a:srgbClr val="FF0000"/>
                </a:solidFill>
                <a:latin typeface="Calibri"/>
                <a:cs typeface="Calibri"/>
              </a:rPr>
              <a:t>ể</a:t>
            </a:r>
            <a:r>
              <a:rPr lang="vi-VN" sz="2000">
                <a:solidFill>
                  <a:srgbClr val="FF0000"/>
                </a:solidFill>
                <a:latin typeface="Gill Sans MT"/>
                <a:cs typeface="Gill Sans MT"/>
              </a:rPr>
              <a:t>u MinPts đi</a:t>
            </a:r>
            <a:r>
              <a:rPr lang="vi-VN" sz="2000">
                <a:solidFill>
                  <a:srgbClr val="FF0000"/>
                </a:solidFill>
                <a:latin typeface="Calibri"/>
                <a:cs typeface="Calibri"/>
              </a:rPr>
              <a:t>ể</a:t>
            </a:r>
            <a:r>
              <a:rPr lang="vi-VN" sz="2000">
                <a:solidFill>
                  <a:srgbClr val="FF0000"/>
                </a:solidFill>
                <a:latin typeface="Gill Sans MT"/>
                <a:cs typeface="Gill Sans MT"/>
              </a:rPr>
              <a:t>m</a:t>
            </a:r>
            <a:r>
              <a:rPr lang="vi-VN" sz="2000">
                <a:latin typeface="Gill Sans MT"/>
                <a:cs typeface="Gill Sans MT"/>
              </a:rPr>
              <a:t>.</a:t>
            </a:r>
          </a:p>
          <a:p>
            <a:pPr marL="355600" marR="5080" indent="-342900" algn="just">
              <a:lnSpc>
                <a:spcPts val="2600"/>
              </a:lnSpc>
              <a:buFont typeface="Arial"/>
              <a:buChar char="•"/>
              <a:tabLst>
                <a:tab pos="355600" algn="l"/>
              </a:tabLst>
            </a:pPr>
            <a:r>
              <a:rPr lang="vi-VN" sz="2000">
                <a:latin typeface="Gill Sans MT"/>
                <a:cs typeface="Gill Sans MT"/>
              </a:rPr>
              <a:t>Ch</a:t>
            </a:r>
            <a:r>
              <a:rPr lang="vi-VN" sz="2000">
                <a:latin typeface="Calibri"/>
                <a:cs typeface="Calibri"/>
              </a:rPr>
              <a:t>ọ</a:t>
            </a:r>
            <a:r>
              <a:rPr lang="vi-VN" sz="2000">
                <a:latin typeface="Gill Sans MT"/>
                <a:cs typeface="Gill Sans MT"/>
              </a:rPr>
              <a:t>n </a:t>
            </a:r>
            <a:r>
              <a:rPr lang="vi-VN" sz="2000">
                <a:solidFill>
                  <a:srgbClr val="FF0000"/>
                </a:solidFill>
                <a:latin typeface="Gill Sans MT"/>
                <a:cs typeface="Gill Sans MT"/>
              </a:rPr>
              <a:t>MinPts </a:t>
            </a:r>
            <a:r>
              <a:rPr lang="vi-VN" sz="2000">
                <a:latin typeface="Gill Sans MT"/>
                <a:cs typeface="Gill Sans MT"/>
              </a:rPr>
              <a:t>là bài toán khó, vì: N</a:t>
            </a:r>
            <a:r>
              <a:rPr lang="vi-VN" sz="2000">
                <a:latin typeface="Calibri"/>
                <a:cs typeface="Calibri"/>
              </a:rPr>
              <a:t>ế</a:t>
            </a:r>
            <a:r>
              <a:rPr lang="vi-VN" sz="2000">
                <a:latin typeface="Gill Sans MT"/>
                <a:cs typeface="Gill Sans MT"/>
              </a:rPr>
              <a:t>u s</a:t>
            </a:r>
            <a:r>
              <a:rPr lang="vi-VN" sz="2000">
                <a:latin typeface="Calibri"/>
                <a:cs typeface="Calibri"/>
              </a:rPr>
              <a:t>ố </a:t>
            </a:r>
            <a:r>
              <a:rPr lang="vi-VN" sz="2000">
                <a:latin typeface="Gill Sans MT"/>
                <a:cs typeface="Gill Sans MT"/>
              </a:rPr>
              <a:t>đi</a:t>
            </a:r>
            <a:r>
              <a:rPr lang="vi-VN" sz="2000">
                <a:latin typeface="Calibri"/>
                <a:cs typeface="Calibri"/>
              </a:rPr>
              <a:t>ể</a:t>
            </a:r>
            <a:r>
              <a:rPr lang="vi-VN" sz="2000">
                <a:latin typeface="Gill Sans MT"/>
                <a:cs typeface="Gill Sans MT"/>
              </a:rPr>
              <a:t>m t</a:t>
            </a:r>
            <a:r>
              <a:rPr lang="vi-VN" sz="2000">
                <a:latin typeface="Calibri"/>
                <a:cs typeface="Calibri"/>
              </a:rPr>
              <a:t>ố</a:t>
            </a:r>
            <a:r>
              <a:rPr lang="vi-VN" sz="2000">
                <a:latin typeface="Gill Sans MT"/>
                <a:cs typeface="Gill Sans MT"/>
              </a:rPr>
              <a:t>i thi</a:t>
            </a:r>
            <a:r>
              <a:rPr lang="vi-VN" sz="2000">
                <a:latin typeface="Calibri"/>
                <a:cs typeface="Calibri"/>
              </a:rPr>
              <a:t>ể</a:t>
            </a:r>
            <a:r>
              <a:rPr lang="vi-VN" sz="2000">
                <a:latin typeface="Gill Sans MT"/>
                <a:cs typeface="Gill Sans MT"/>
              </a:rPr>
              <a:t>u l</a:t>
            </a:r>
            <a:r>
              <a:rPr lang="vi-VN" sz="2000">
                <a:latin typeface="Calibri"/>
                <a:cs typeface="Calibri"/>
              </a:rPr>
              <a:t>ớ</a:t>
            </a:r>
            <a:r>
              <a:rPr lang="vi-VN" sz="2000">
                <a:latin typeface="Gill Sans MT"/>
                <a:cs typeface="Gill Sans MT"/>
              </a:rPr>
              <a:t>n thì ch</a:t>
            </a:r>
            <a:r>
              <a:rPr lang="vi-VN" sz="2000">
                <a:latin typeface="Calibri"/>
                <a:cs typeface="Calibri"/>
              </a:rPr>
              <a:t>ỉ </a:t>
            </a:r>
            <a:r>
              <a:rPr lang="vi-VN" sz="2000">
                <a:latin typeface="Gill Sans MT"/>
                <a:cs typeface="Gill Sans MT"/>
              </a:rPr>
              <a:t>nh</a:t>
            </a:r>
            <a:r>
              <a:rPr lang="vi-VN" sz="2000">
                <a:latin typeface="Calibri"/>
                <a:cs typeface="Calibri"/>
              </a:rPr>
              <a:t>ữ</a:t>
            </a:r>
            <a:r>
              <a:rPr lang="vi-VN" sz="2000">
                <a:latin typeface="Gill Sans MT"/>
                <a:cs typeface="Gill Sans MT"/>
              </a:rPr>
              <a:t>ng đi</a:t>
            </a:r>
            <a:r>
              <a:rPr lang="vi-VN" sz="2000">
                <a:latin typeface="Calibri"/>
                <a:cs typeface="Calibri"/>
              </a:rPr>
              <a:t>ể</a:t>
            </a:r>
            <a:r>
              <a:rPr lang="vi-VN" sz="2000">
                <a:latin typeface="Gill Sans MT"/>
                <a:cs typeface="Gill Sans MT"/>
              </a:rPr>
              <a:t>m n</a:t>
            </a:r>
            <a:r>
              <a:rPr lang="vi-VN" sz="2000">
                <a:latin typeface="Calibri"/>
                <a:cs typeface="Calibri"/>
              </a:rPr>
              <a:t>ằ</a:t>
            </a:r>
            <a:r>
              <a:rPr lang="vi-VN" sz="2000">
                <a:latin typeface="Gill Sans MT"/>
                <a:cs typeface="Gill Sans MT"/>
              </a:rPr>
              <a:t>m th</a:t>
            </a:r>
            <a:r>
              <a:rPr lang="vi-VN" sz="2000">
                <a:latin typeface="Calibri"/>
                <a:cs typeface="Calibri"/>
              </a:rPr>
              <a:t>ự</a:t>
            </a:r>
            <a:r>
              <a:rPr lang="vi-VN" sz="2000">
                <a:latin typeface="Gill Sans MT"/>
                <a:cs typeface="Gill Sans MT"/>
              </a:rPr>
              <a:t>c s</a:t>
            </a:r>
            <a:r>
              <a:rPr lang="vi-VN" sz="2000">
                <a:latin typeface="Calibri"/>
                <a:cs typeface="Calibri"/>
              </a:rPr>
              <a:t>ự </a:t>
            </a:r>
            <a:r>
              <a:rPr lang="vi-VN" sz="2000">
                <a:latin typeface="Gill Sans MT"/>
                <a:cs typeface="Gill Sans MT"/>
              </a:rPr>
              <a:t>trong c</a:t>
            </a:r>
            <a:r>
              <a:rPr lang="vi-VN" sz="2000">
                <a:latin typeface="Calibri"/>
                <a:cs typeface="Calibri"/>
              </a:rPr>
              <a:t>ụ</a:t>
            </a:r>
            <a:r>
              <a:rPr lang="vi-VN" sz="2000">
                <a:latin typeface="Gill Sans MT"/>
                <a:cs typeface="Gill Sans MT"/>
              </a:rPr>
              <a:t>m C m</a:t>
            </a:r>
            <a:r>
              <a:rPr lang="vi-VN" sz="2000">
                <a:latin typeface="Calibri"/>
                <a:cs typeface="Calibri"/>
              </a:rPr>
              <a:t>ớ</a:t>
            </a:r>
            <a:r>
              <a:rPr lang="vi-VN" sz="2000">
                <a:latin typeface="Gill Sans MT"/>
                <a:cs typeface="Gill Sans MT"/>
              </a:rPr>
              <a:t>i đ</a:t>
            </a:r>
            <a:r>
              <a:rPr lang="vi-VN" sz="2000">
                <a:latin typeface="Calibri"/>
                <a:cs typeface="Calibri"/>
              </a:rPr>
              <a:t>ạ</a:t>
            </a:r>
            <a:r>
              <a:rPr lang="vi-VN" sz="2000">
                <a:latin typeface="Gill Sans MT"/>
                <a:cs typeface="Gill Sans MT"/>
              </a:rPr>
              <a:t>t đ</a:t>
            </a:r>
            <a:r>
              <a:rPr lang="vi-VN" sz="2000">
                <a:latin typeface="Calibri"/>
                <a:cs typeface="Calibri"/>
              </a:rPr>
              <a:t>ủ </a:t>
            </a:r>
            <a:r>
              <a:rPr lang="vi-VN" sz="2000">
                <a:latin typeface="Gill Sans MT"/>
                <a:cs typeface="Gill Sans MT"/>
              </a:rPr>
              <a:t>tiêu chu</a:t>
            </a:r>
            <a:r>
              <a:rPr lang="vi-VN" sz="2000">
                <a:latin typeface="Calibri"/>
                <a:cs typeface="Calibri"/>
              </a:rPr>
              <a:t>ẩ</a:t>
            </a:r>
            <a:r>
              <a:rPr lang="vi-VN" sz="2000">
                <a:latin typeface="Gill Sans MT"/>
                <a:cs typeface="Gill Sans MT"/>
              </a:rPr>
              <a:t>n, trong khi đó nh</a:t>
            </a:r>
            <a:r>
              <a:rPr lang="vi-VN" sz="2000">
                <a:latin typeface="Calibri"/>
                <a:cs typeface="Calibri"/>
              </a:rPr>
              <a:t>ữ</a:t>
            </a:r>
            <a:r>
              <a:rPr lang="vi-VN" sz="2000">
                <a:latin typeface="Gill Sans MT"/>
                <a:cs typeface="Gill Sans MT"/>
              </a:rPr>
              <a:t>ng đi</a:t>
            </a:r>
            <a:r>
              <a:rPr lang="vi-VN" sz="2000">
                <a:latin typeface="Calibri"/>
                <a:cs typeface="Calibri"/>
              </a:rPr>
              <a:t>ể</a:t>
            </a:r>
            <a:r>
              <a:rPr lang="vi-VN" sz="2000">
                <a:latin typeface="Gill Sans MT"/>
                <a:cs typeface="Gill Sans MT"/>
              </a:rPr>
              <a:t>m n</a:t>
            </a:r>
            <a:r>
              <a:rPr lang="vi-VN" sz="2000">
                <a:latin typeface="Calibri"/>
                <a:cs typeface="Calibri"/>
              </a:rPr>
              <a:t>ằ</a:t>
            </a:r>
            <a:r>
              <a:rPr lang="vi-VN" sz="2000">
                <a:latin typeface="Gill Sans MT"/>
                <a:cs typeface="Gill Sans MT"/>
              </a:rPr>
              <a:t>m ngoài biên c</a:t>
            </a:r>
            <a:r>
              <a:rPr lang="vi-VN" sz="2000">
                <a:latin typeface="Calibri"/>
                <a:cs typeface="Calibri"/>
              </a:rPr>
              <a:t>ủ</a:t>
            </a:r>
            <a:r>
              <a:rPr lang="vi-VN" sz="2000">
                <a:latin typeface="Gill Sans MT"/>
                <a:cs typeface="Gill Sans MT"/>
              </a:rPr>
              <a:t>a c</a:t>
            </a:r>
            <a:r>
              <a:rPr lang="vi-VN" sz="2000">
                <a:latin typeface="Calibri"/>
                <a:cs typeface="Calibri"/>
              </a:rPr>
              <a:t>ụ</a:t>
            </a:r>
            <a:r>
              <a:rPr lang="vi-VN" sz="2000">
                <a:latin typeface="Gill Sans MT"/>
                <a:cs typeface="Gill Sans MT"/>
              </a:rPr>
              <a:t>m không th</a:t>
            </a:r>
            <a:r>
              <a:rPr lang="vi-VN" sz="2000">
                <a:latin typeface="Calibri"/>
                <a:cs typeface="Calibri"/>
              </a:rPr>
              <a:t>ể </a:t>
            </a:r>
            <a:r>
              <a:rPr lang="vi-VN" sz="2000">
                <a:latin typeface="Gill Sans MT"/>
                <a:cs typeface="Gill Sans MT"/>
              </a:rPr>
              <a:t>đ</a:t>
            </a:r>
            <a:r>
              <a:rPr lang="vi-VN" sz="2000">
                <a:latin typeface="Calibri"/>
                <a:cs typeface="Calibri"/>
              </a:rPr>
              <a:t>ạ</a:t>
            </a:r>
            <a:r>
              <a:rPr lang="vi-VN" sz="2000">
                <a:latin typeface="Gill Sans MT"/>
                <a:cs typeface="Gill Sans MT"/>
              </a:rPr>
              <a:t>t đ</a:t>
            </a:r>
            <a:r>
              <a:rPr lang="vi-VN" sz="2000">
                <a:latin typeface="Calibri"/>
                <a:cs typeface="Calibri"/>
              </a:rPr>
              <a:t>ượ</a:t>
            </a:r>
            <a:r>
              <a:rPr lang="vi-VN" sz="2000">
                <a:latin typeface="Gill Sans MT"/>
                <a:cs typeface="Gill Sans MT"/>
              </a:rPr>
              <a:t>c đi</a:t>
            </a:r>
            <a:r>
              <a:rPr lang="vi-VN" sz="2000">
                <a:latin typeface="Calibri"/>
                <a:cs typeface="Calibri"/>
              </a:rPr>
              <a:t>ề</a:t>
            </a:r>
            <a:r>
              <a:rPr lang="vi-VN" sz="2000">
                <a:latin typeface="Gill Sans MT"/>
                <a:cs typeface="Gill Sans MT"/>
              </a:rPr>
              <a:t>u đó. Ng</a:t>
            </a:r>
            <a:r>
              <a:rPr lang="vi-VN" sz="2000">
                <a:latin typeface="Calibri"/>
                <a:cs typeface="Calibri"/>
              </a:rPr>
              <a:t>ượ</a:t>
            </a:r>
            <a:r>
              <a:rPr lang="vi-VN" sz="2000">
                <a:latin typeface="Gill Sans MT"/>
                <a:cs typeface="Gill Sans MT"/>
              </a:rPr>
              <a:t>c l</a:t>
            </a:r>
            <a:r>
              <a:rPr lang="vi-VN" sz="2000">
                <a:latin typeface="Calibri"/>
                <a:cs typeface="Calibri"/>
              </a:rPr>
              <a:t>ạ</a:t>
            </a:r>
            <a:r>
              <a:rPr lang="vi-VN" sz="2000">
                <a:latin typeface="Gill Sans MT"/>
                <a:cs typeface="Gill Sans MT"/>
              </a:rPr>
              <a:t>i, n</a:t>
            </a:r>
            <a:r>
              <a:rPr lang="vi-VN" sz="2000">
                <a:latin typeface="Calibri"/>
                <a:cs typeface="Calibri"/>
              </a:rPr>
              <a:t>ế</a:t>
            </a:r>
            <a:r>
              <a:rPr lang="vi-VN" sz="2000">
                <a:latin typeface="Gill Sans MT"/>
                <a:cs typeface="Gill Sans MT"/>
              </a:rPr>
              <a:t>u s</a:t>
            </a:r>
            <a:r>
              <a:rPr lang="vi-VN" sz="2000">
                <a:latin typeface="Calibri"/>
                <a:cs typeface="Calibri"/>
              </a:rPr>
              <a:t>ố </a:t>
            </a:r>
            <a:r>
              <a:rPr lang="vi-VN" sz="2000">
                <a:latin typeface="Gill Sans MT"/>
                <a:cs typeface="Gill Sans MT"/>
              </a:rPr>
              <a:t>đi</a:t>
            </a:r>
            <a:r>
              <a:rPr lang="vi-VN" sz="2000">
                <a:latin typeface="Calibri"/>
                <a:cs typeface="Calibri"/>
              </a:rPr>
              <a:t>ể</a:t>
            </a:r>
            <a:r>
              <a:rPr lang="vi-VN" sz="2000">
                <a:latin typeface="Gill Sans MT"/>
                <a:cs typeface="Gill Sans MT"/>
              </a:rPr>
              <a:t>m t</a:t>
            </a:r>
            <a:r>
              <a:rPr lang="vi-VN" sz="2000">
                <a:latin typeface="Calibri"/>
                <a:cs typeface="Calibri"/>
              </a:rPr>
              <a:t>ố</a:t>
            </a:r>
            <a:r>
              <a:rPr lang="vi-VN" sz="2000">
                <a:latin typeface="Gill Sans MT"/>
                <a:cs typeface="Gill Sans MT"/>
              </a:rPr>
              <a:t>i thi</a:t>
            </a:r>
            <a:r>
              <a:rPr lang="vi-VN" sz="2000">
                <a:latin typeface="Calibri"/>
                <a:cs typeface="Calibri"/>
              </a:rPr>
              <a:t>ể</a:t>
            </a:r>
            <a:r>
              <a:rPr lang="vi-VN" sz="2000">
                <a:latin typeface="Gill Sans MT"/>
                <a:cs typeface="Gill Sans MT"/>
              </a:rPr>
              <a:t>u là nh</a:t>
            </a:r>
            <a:r>
              <a:rPr lang="vi-VN" sz="2000">
                <a:latin typeface="Calibri"/>
                <a:cs typeface="Calibri"/>
              </a:rPr>
              <a:t>ỏ </a:t>
            </a:r>
            <a:r>
              <a:rPr lang="vi-VN" sz="2000">
                <a:latin typeface="Gill Sans MT"/>
                <a:cs typeface="Gill Sans MT"/>
              </a:rPr>
              <a:t>thì m</a:t>
            </a:r>
            <a:r>
              <a:rPr lang="vi-VN" sz="2000">
                <a:latin typeface="Calibri"/>
                <a:cs typeface="Calibri"/>
              </a:rPr>
              <a:t>ọ</a:t>
            </a:r>
            <a:r>
              <a:rPr lang="vi-VN" sz="2000">
                <a:latin typeface="Gill Sans MT"/>
                <a:cs typeface="Gill Sans MT"/>
              </a:rPr>
              <a:t>i đi</a:t>
            </a:r>
            <a:r>
              <a:rPr lang="vi-VN" sz="2000">
                <a:latin typeface="Calibri"/>
                <a:cs typeface="Calibri"/>
              </a:rPr>
              <a:t>ể</a:t>
            </a:r>
            <a:r>
              <a:rPr lang="vi-VN" sz="2000">
                <a:latin typeface="Gill Sans MT"/>
                <a:cs typeface="Gill Sans MT"/>
              </a:rPr>
              <a:t>m s</a:t>
            </a:r>
            <a:r>
              <a:rPr lang="vi-VN" sz="2000">
                <a:latin typeface="Calibri"/>
                <a:cs typeface="Calibri"/>
              </a:rPr>
              <a:t>ẽ </a:t>
            </a:r>
            <a:r>
              <a:rPr lang="vi-VN" sz="2000">
                <a:latin typeface="Gill Sans MT"/>
                <a:cs typeface="Gill Sans MT"/>
              </a:rPr>
              <a:t>r</a:t>
            </a:r>
            <a:r>
              <a:rPr lang="vi-VN" sz="2000">
                <a:latin typeface="Calibri"/>
                <a:cs typeface="Calibri"/>
              </a:rPr>
              <a:t>ơ</a:t>
            </a:r>
            <a:r>
              <a:rPr lang="vi-VN" sz="2000">
                <a:latin typeface="Gill Sans MT"/>
                <a:cs typeface="Gill Sans MT"/>
              </a:rPr>
              <a:t>i vào m</a:t>
            </a:r>
            <a:r>
              <a:rPr lang="vi-VN" sz="2000">
                <a:latin typeface="Calibri"/>
                <a:cs typeface="Calibri"/>
              </a:rPr>
              <a:t>ộ</a:t>
            </a:r>
            <a:r>
              <a:rPr lang="vi-VN" sz="2000">
                <a:latin typeface="Gill Sans MT"/>
                <a:cs typeface="Gill Sans MT"/>
              </a:rPr>
              <a:t>t c</a:t>
            </a:r>
            <a:r>
              <a:rPr lang="vi-VN" sz="2000">
                <a:latin typeface="Calibri"/>
                <a:cs typeface="Calibri"/>
              </a:rPr>
              <a:t>ụ</a:t>
            </a:r>
            <a:r>
              <a:rPr lang="vi-VN" sz="2000">
                <a:latin typeface="Gill Sans MT"/>
                <a:cs typeface="Gill Sans MT"/>
              </a:rPr>
              <a:t>m.</a:t>
            </a:r>
          </a:p>
        </p:txBody>
      </p:sp>
      <p:sp>
        <p:nvSpPr>
          <p:cNvPr id="4" name="object 4"/>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108</a:t>
            </a:fld>
            <a:endParaRPr lang="en-US"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365126"/>
            <a:ext cx="7886700" cy="1325563"/>
          </a:xfrm>
        </p:spPr>
        <p:txBody>
          <a:bodyPr vert="horz" wrap="square" lIns="0" tIns="207570" rIns="0" bIns="0" rtlCol="0">
            <a:spAutoFit/>
          </a:bodyPr>
          <a:lstStyle/>
          <a:p>
            <a:r>
              <a:rPr lang="en-US" dirty="0"/>
              <a:t>DBSCAN</a:t>
            </a:r>
          </a:p>
        </p:txBody>
      </p:sp>
      <p:sp>
        <p:nvSpPr>
          <p:cNvPr id="7" name="Content Placeholder 6">
            <a:extLst>
              <a:ext uri="{FF2B5EF4-FFF2-40B4-BE49-F238E27FC236}">
                <a16:creationId xmlns:a16="http://schemas.microsoft.com/office/drawing/2014/main" id="{44FDB5E8-28CA-451F-452F-3923BD1F17B7}"/>
              </a:ext>
            </a:extLst>
          </p:cNvPr>
          <p:cNvSpPr>
            <a:spLocks noGrp="1"/>
          </p:cNvSpPr>
          <p:nvPr>
            <p:ph idx="1"/>
          </p:nvPr>
        </p:nvSpPr>
        <p:spPr/>
        <p:txBody>
          <a:bodyPr/>
          <a:lstStyle/>
          <a:p>
            <a:pPr marL="355600" marR="73025" indent="-342900">
              <a:lnSpc>
                <a:spcPct val="99000"/>
              </a:lnSpc>
              <a:spcBef>
                <a:spcPts val="125"/>
              </a:spcBef>
              <a:buFont typeface="Arial"/>
              <a:buChar char="•"/>
              <a:tabLst>
                <a:tab pos="355600" algn="l"/>
              </a:tabLst>
            </a:pPr>
            <a:r>
              <a:rPr lang="vi-VN" sz="2000">
                <a:latin typeface="Tahoma" panose="020B0604030504040204" pitchFamily="34" charset="0"/>
                <a:ea typeface="Tahoma" panose="020B0604030504040204" pitchFamily="34" charset="0"/>
                <a:cs typeface="Tahoma" panose="020B0604030504040204" pitchFamily="34" charset="0"/>
              </a:rPr>
              <a:t>Theo ĐN trên, chỉ những điểm thực sự nằm trong cụm mới thoả ĐK là điểm thuộc vào cụm. Những điểm nằm ở biên của cụm không thoả.</a:t>
            </a:r>
          </a:p>
          <a:p>
            <a:pPr marL="355600" marR="5080" indent="-342900">
              <a:lnSpc>
                <a:spcPct val="100699"/>
              </a:lnSpc>
              <a:buFont typeface="Arial"/>
              <a:buChar char="•"/>
              <a:tabLst>
                <a:tab pos="355600" algn="l"/>
              </a:tabLst>
            </a:pPr>
            <a:r>
              <a:rPr lang="vi-VN" sz="2000">
                <a:latin typeface="Tahoma" panose="020B0604030504040204" pitchFamily="34" charset="0"/>
                <a:ea typeface="Tahoma" panose="020B0604030504040204" pitchFamily="34" charset="0"/>
                <a:cs typeface="Tahoma" panose="020B0604030504040204" pitchFamily="34" charset="0"/>
              </a:rPr>
              <a:t>Để tránh được điều này, có thể đưa ra một tiêu chuẩn khác để ĐN: Nếu một điểm p muốn thuộc một cụm C </a:t>
            </a:r>
            <a:r>
              <a:rPr lang="vi-VN" sz="2000">
                <a:solidFill>
                  <a:srgbClr val="FF0000"/>
                </a:solidFill>
                <a:latin typeface="Tahoma" panose="020B0604030504040204" pitchFamily="34" charset="0"/>
                <a:ea typeface="Tahoma" panose="020B0604030504040204" pitchFamily="34" charset="0"/>
                <a:cs typeface="Tahoma" panose="020B0604030504040204" pitchFamily="34" charset="0"/>
              </a:rPr>
              <a:t>phải tồn tại một điểm q mà p  NEps(q) và số điểm trong NEps(q) phải lớn hơn số điểm tối thiểu như ĐN sau:</a:t>
            </a:r>
            <a:endParaRPr lang="vi-VN" sz="2000">
              <a:latin typeface="Tahoma" panose="020B0604030504040204" pitchFamily="34" charset="0"/>
              <a:ea typeface="Tahoma" panose="020B0604030504040204" pitchFamily="34" charset="0"/>
              <a:cs typeface="Tahoma" panose="020B0604030504040204" pitchFamily="34" charset="0"/>
            </a:endParaRPr>
          </a:p>
          <a:p>
            <a:endParaRPr lang="en-US"/>
          </a:p>
        </p:txBody>
      </p:sp>
      <p:sp>
        <p:nvSpPr>
          <p:cNvPr id="4" name="object 4"/>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109</a:t>
            </a:fld>
            <a:endParaRPr lang="en-US"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365126"/>
            <a:ext cx="7886700" cy="1325563"/>
          </a:xfrm>
        </p:spPr>
        <p:txBody>
          <a:bodyPr vert="horz" wrap="square" lIns="0" tIns="207570" rIns="0" bIns="0" rtlCol="0">
            <a:spAutoFit/>
          </a:bodyPr>
          <a:lstStyle/>
          <a:p>
            <a:r>
              <a:rPr lang="en-US" dirty="0"/>
              <a:t>DBSCAN</a:t>
            </a:r>
          </a:p>
        </p:txBody>
      </p:sp>
      <p:sp>
        <p:nvSpPr>
          <p:cNvPr id="7" name="Content Placeholder 6">
            <a:extLst>
              <a:ext uri="{FF2B5EF4-FFF2-40B4-BE49-F238E27FC236}">
                <a16:creationId xmlns:a16="http://schemas.microsoft.com/office/drawing/2014/main" id="{F3FB2EBF-F41F-0F2F-A031-CAC4A0D62B04}"/>
              </a:ext>
            </a:extLst>
          </p:cNvPr>
          <p:cNvSpPr>
            <a:spLocks noGrp="1"/>
          </p:cNvSpPr>
          <p:nvPr>
            <p:ph idx="1"/>
          </p:nvPr>
        </p:nvSpPr>
        <p:spPr/>
        <p:txBody>
          <a:bodyPr/>
          <a:lstStyle/>
          <a:p>
            <a:pPr marL="355600" marR="443230" indent="-342900">
              <a:lnSpc>
                <a:spcPct val="79900"/>
              </a:lnSpc>
              <a:spcBef>
                <a:spcPts val="675"/>
              </a:spcBef>
              <a:buFont typeface="Arial"/>
              <a:buChar char="•"/>
              <a:tabLst>
                <a:tab pos="355600" algn="l"/>
              </a:tabLst>
            </a:pPr>
            <a:r>
              <a:rPr lang="vi-VN" sz="2400" b="1" dirty="0">
                <a:solidFill>
                  <a:srgbClr val="FF0066"/>
                </a:solidFill>
                <a:latin typeface="Gill Sans MT Bold"/>
                <a:cs typeface="Gill Sans MT Bold"/>
              </a:rPr>
              <a:t>Đ</a:t>
            </a:r>
            <a:r>
              <a:rPr lang="vi-VN" sz="2400" b="1" dirty="0">
                <a:solidFill>
                  <a:srgbClr val="FF0066"/>
                </a:solidFill>
                <a:latin typeface="Calibri"/>
                <a:cs typeface="Calibri"/>
              </a:rPr>
              <a:t>ị</a:t>
            </a:r>
            <a:r>
              <a:rPr lang="vi-VN" sz="2400" b="1" dirty="0">
                <a:solidFill>
                  <a:srgbClr val="FF0066"/>
                </a:solidFill>
                <a:latin typeface="Gill Sans MT Bold"/>
                <a:cs typeface="Gill Sans MT Bold"/>
              </a:rPr>
              <a:t>nh ngh</a:t>
            </a:r>
            <a:r>
              <a:rPr lang="vi-VN" sz="2400" b="1" dirty="0">
                <a:solidFill>
                  <a:srgbClr val="FF0066"/>
                </a:solidFill>
                <a:latin typeface="Calibri"/>
                <a:cs typeface="Calibri"/>
              </a:rPr>
              <a:t>ĩ</a:t>
            </a:r>
            <a:r>
              <a:rPr lang="vi-VN" sz="2400" b="1" dirty="0">
                <a:solidFill>
                  <a:srgbClr val="FF0066"/>
                </a:solidFill>
                <a:latin typeface="Gill Sans MT Bold"/>
                <a:cs typeface="Gill Sans MT Bold"/>
              </a:rPr>
              <a:t>a 2</a:t>
            </a:r>
            <a:r>
              <a:rPr lang="vi-VN" sz="2400" i="1" dirty="0">
                <a:solidFill>
                  <a:srgbClr val="FF0066"/>
                </a:solidFill>
                <a:latin typeface="Gill Sans MT Italic"/>
                <a:cs typeface="Gill Sans MT Italic"/>
              </a:rPr>
              <a:t>: Đ</a:t>
            </a:r>
            <a:r>
              <a:rPr lang="vi-VN" sz="2400" i="1" dirty="0">
                <a:solidFill>
                  <a:srgbClr val="FF0066"/>
                </a:solidFill>
                <a:latin typeface="Calibri"/>
                <a:cs typeface="Calibri"/>
              </a:rPr>
              <a:t>ế</a:t>
            </a:r>
            <a:r>
              <a:rPr lang="vi-VN" sz="2400" i="1" dirty="0">
                <a:solidFill>
                  <a:srgbClr val="FF0066"/>
                </a:solidFill>
                <a:latin typeface="Gill Sans MT Italic"/>
                <a:cs typeface="Gill Sans MT Italic"/>
              </a:rPr>
              <a:t>n đ</a:t>
            </a:r>
            <a:r>
              <a:rPr lang="vi-VN" sz="2400" i="1" dirty="0">
                <a:solidFill>
                  <a:srgbClr val="FF0066"/>
                </a:solidFill>
                <a:latin typeface="Calibri"/>
                <a:cs typeface="Calibri"/>
              </a:rPr>
              <a:t>ượ</a:t>
            </a:r>
            <a:r>
              <a:rPr lang="vi-VN" sz="2400" i="1" dirty="0">
                <a:solidFill>
                  <a:srgbClr val="FF0066"/>
                </a:solidFill>
                <a:latin typeface="Gill Sans MT Italic"/>
                <a:cs typeface="Gill Sans MT Italic"/>
              </a:rPr>
              <a:t>c tr</a:t>
            </a:r>
            <a:r>
              <a:rPr lang="vi-VN" sz="2400" i="1" dirty="0">
                <a:solidFill>
                  <a:srgbClr val="FF0066"/>
                </a:solidFill>
                <a:latin typeface="Calibri"/>
                <a:cs typeface="Calibri"/>
              </a:rPr>
              <a:t>ự</a:t>
            </a:r>
            <a:r>
              <a:rPr lang="vi-VN" sz="2400" i="1" dirty="0">
                <a:solidFill>
                  <a:srgbClr val="FF0066"/>
                </a:solidFill>
                <a:latin typeface="Gill Sans MT Italic"/>
                <a:cs typeface="Gill Sans MT Italic"/>
              </a:rPr>
              <a:t>c ti</a:t>
            </a:r>
            <a:r>
              <a:rPr lang="vi-VN" sz="2400" i="1" dirty="0">
                <a:solidFill>
                  <a:srgbClr val="FF0066"/>
                </a:solidFill>
                <a:latin typeface="Calibri"/>
                <a:cs typeface="Calibri"/>
              </a:rPr>
              <a:t>ế</a:t>
            </a:r>
            <a:r>
              <a:rPr lang="vi-VN" sz="2400" i="1" dirty="0">
                <a:solidFill>
                  <a:srgbClr val="FF0066"/>
                </a:solidFill>
                <a:latin typeface="Gill Sans MT Italic"/>
                <a:cs typeface="Gill Sans MT Italic"/>
              </a:rPr>
              <a:t>p theo m</a:t>
            </a:r>
            <a:r>
              <a:rPr lang="vi-VN" sz="2400" i="1" dirty="0">
                <a:solidFill>
                  <a:srgbClr val="FF0066"/>
                </a:solidFill>
                <a:latin typeface="Calibri"/>
                <a:cs typeface="Calibri"/>
              </a:rPr>
              <a:t>ậ</a:t>
            </a:r>
            <a:r>
              <a:rPr lang="vi-VN" sz="2400" i="1" dirty="0">
                <a:solidFill>
                  <a:srgbClr val="FF0066"/>
                </a:solidFill>
                <a:latin typeface="Gill Sans MT Italic"/>
                <a:cs typeface="Gill Sans MT Italic"/>
              </a:rPr>
              <a:t>t đ</a:t>
            </a:r>
            <a:r>
              <a:rPr lang="vi-VN" sz="2400" i="1" dirty="0">
                <a:solidFill>
                  <a:srgbClr val="FF0066"/>
                </a:solidFill>
                <a:latin typeface="Calibri"/>
                <a:cs typeface="Calibri"/>
              </a:rPr>
              <a:t>ộ </a:t>
            </a:r>
            <a:r>
              <a:rPr lang="vi-VN" sz="2400" i="1" dirty="0">
                <a:latin typeface="Gill Sans MT Italic"/>
                <a:cs typeface="Gill Sans MT Italic"/>
              </a:rPr>
              <a:t>(Directly Density - reachable)</a:t>
            </a:r>
            <a:endParaRPr lang="vi-VN" sz="2400" dirty="0">
              <a:latin typeface="Gill Sans MT Italic"/>
              <a:cs typeface="Gill Sans MT Italic"/>
            </a:endParaRPr>
          </a:p>
          <a:p>
            <a:pPr marL="355600" marR="58419" indent="-342900">
              <a:lnSpc>
                <a:spcPct val="79900"/>
              </a:lnSpc>
              <a:spcBef>
                <a:spcPts val="5"/>
              </a:spcBef>
              <a:buFont typeface="Arial"/>
              <a:buChar char="•"/>
              <a:tabLst>
                <a:tab pos="355600" algn="l"/>
              </a:tabLst>
            </a:pPr>
            <a:r>
              <a:rPr lang="vi-VN" sz="2400" dirty="0">
                <a:latin typeface="Gill Sans MT"/>
                <a:cs typeface="Gill Sans MT"/>
              </a:rPr>
              <a:t>M</a:t>
            </a:r>
            <a:r>
              <a:rPr lang="vi-VN" sz="2400" dirty="0">
                <a:latin typeface="Calibri"/>
                <a:cs typeface="Calibri"/>
              </a:rPr>
              <a:t>ộ</a:t>
            </a:r>
            <a:r>
              <a:rPr lang="vi-VN" sz="2400" dirty="0">
                <a:latin typeface="Gill Sans MT"/>
                <a:cs typeface="Gill Sans MT"/>
              </a:rPr>
              <a:t>t đi</a:t>
            </a:r>
            <a:r>
              <a:rPr lang="vi-VN" sz="2400" dirty="0">
                <a:latin typeface="Calibri"/>
                <a:cs typeface="Calibri"/>
              </a:rPr>
              <a:t>ể</a:t>
            </a:r>
            <a:r>
              <a:rPr lang="vi-VN" sz="2400" dirty="0">
                <a:latin typeface="Gill Sans MT"/>
                <a:cs typeface="Gill Sans MT"/>
              </a:rPr>
              <a:t>m p đ</a:t>
            </a:r>
            <a:r>
              <a:rPr lang="vi-VN" sz="2400" dirty="0">
                <a:latin typeface="Calibri"/>
                <a:cs typeface="Calibri"/>
              </a:rPr>
              <a:t>ượ</a:t>
            </a:r>
            <a:r>
              <a:rPr lang="vi-VN" sz="2400" dirty="0">
                <a:latin typeface="Gill Sans MT"/>
                <a:cs typeface="Gill Sans MT"/>
              </a:rPr>
              <a:t>c g</a:t>
            </a:r>
            <a:r>
              <a:rPr lang="vi-VN" sz="2400" dirty="0">
                <a:latin typeface="Calibri"/>
                <a:cs typeface="Calibri"/>
              </a:rPr>
              <a:t>ọ</a:t>
            </a:r>
            <a:r>
              <a:rPr lang="vi-VN" sz="2400" dirty="0">
                <a:latin typeface="Gill Sans MT"/>
                <a:cs typeface="Gill Sans MT"/>
              </a:rPr>
              <a:t>i là </a:t>
            </a:r>
            <a:r>
              <a:rPr lang="vi-VN" sz="2400" dirty="0">
                <a:solidFill>
                  <a:srgbClr val="FF0066"/>
                </a:solidFill>
                <a:latin typeface="Gill Sans MT"/>
                <a:cs typeface="Gill Sans MT"/>
              </a:rPr>
              <a:t>đ</a:t>
            </a:r>
            <a:r>
              <a:rPr lang="vi-VN" sz="2400" dirty="0">
                <a:solidFill>
                  <a:srgbClr val="FF0066"/>
                </a:solidFill>
                <a:latin typeface="Calibri"/>
                <a:cs typeface="Calibri"/>
              </a:rPr>
              <a:t>ế</a:t>
            </a:r>
            <a:r>
              <a:rPr lang="vi-VN" sz="2400" dirty="0">
                <a:solidFill>
                  <a:srgbClr val="FF0066"/>
                </a:solidFill>
                <a:latin typeface="Gill Sans MT"/>
                <a:cs typeface="Gill Sans MT"/>
              </a:rPr>
              <a:t>n đ</a:t>
            </a:r>
            <a:r>
              <a:rPr lang="vi-VN" sz="2400" dirty="0">
                <a:solidFill>
                  <a:srgbClr val="FF0066"/>
                </a:solidFill>
                <a:latin typeface="Calibri"/>
                <a:cs typeface="Calibri"/>
              </a:rPr>
              <a:t>ượ</a:t>
            </a:r>
            <a:r>
              <a:rPr lang="vi-VN" sz="2400" dirty="0">
                <a:solidFill>
                  <a:srgbClr val="FF0066"/>
                </a:solidFill>
                <a:latin typeface="Gill Sans MT"/>
                <a:cs typeface="Gill Sans MT"/>
              </a:rPr>
              <a:t>c tr</a:t>
            </a:r>
            <a:r>
              <a:rPr lang="vi-VN" sz="2400" dirty="0">
                <a:solidFill>
                  <a:srgbClr val="FF0066"/>
                </a:solidFill>
                <a:latin typeface="Calibri"/>
                <a:cs typeface="Calibri"/>
              </a:rPr>
              <a:t>ự</a:t>
            </a:r>
            <a:r>
              <a:rPr lang="vi-VN" sz="2400" dirty="0">
                <a:solidFill>
                  <a:srgbClr val="FF0066"/>
                </a:solidFill>
                <a:latin typeface="Gill Sans MT"/>
                <a:cs typeface="Gill Sans MT"/>
              </a:rPr>
              <a:t>c ti</a:t>
            </a:r>
            <a:r>
              <a:rPr lang="vi-VN" sz="2400" dirty="0">
                <a:solidFill>
                  <a:srgbClr val="FF0066"/>
                </a:solidFill>
                <a:latin typeface="Calibri"/>
                <a:cs typeface="Calibri"/>
              </a:rPr>
              <a:t>ế</a:t>
            </a:r>
            <a:r>
              <a:rPr lang="vi-VN" sz="2400" dirty="0">
                <a:solidFill>
                  <a:srgbClr val="FF0066"/>
                </a:solidFill>
                <a:latin typeface="Gill Sans MT"/>
                <a:cs typeface="Gill Sans MT"/>
              </a:rPr>
              <a:t>p </a:t>
            </a:r>
            <a:r>
              <a:rPr lang="vi-VN" sz="2400" dirty="0">
                <a:latin typeface="Gill Sans MT"/>
                <a:cs typeface="Gill Sans MT"/>
              </a:rPr>
              <a:t>t</a:t>
            </a:r>
            <a:r>
              <a:rPr lang="vi-VN" sz="2400" dirty="0">
                <a:latin typeface="Calibri"/>
                <a:cs typeface="Calibri"/>
              </a:rPr>
              <a:t>ừ </a:t>
            </a:r>
            <a:r>
              <a:rPr lang="vi-VN" sz="2400" dirty="0">
                <a:latin typeface="Gill Sans MT"/>
                <a:cs typeface="Gill Sans MT"/>
              </a:rPr>
              <a:t>đi</a:t>
            </a:r>
            <a:r>
              <a:rPr lang="vi-VN" sz="2400" dirty="0">
                <a:latin typeface="Calibri"/>
                <a:cs typeface="Calibri"/>
              </a:rPr>
              <a:t>ể</a:t>
            </a:r>
            <a:r>
              <a:rPr lang="vi-VN" sz="2400" dirty="0">
                <a:latin typeface="Gill Sans MT"/>
                <a:cs typeface="Gill Sans MT"/>
              </a:rPr>
              <a:t>m q v</a:t>
            </a:r>
            <a:r>
              <a:rPr lang="vi-VN" sz="2400" dirty="0">
                <a:latin typeface="Calibri"/>
                <a:cs typeface="Calibri"/>
              </a:rPr>
              <a:t>ớ</a:t>
            </a:r>
            <a:r>
              <a:rPr lang="vi-VN" sz="2400" dirty="0">
                <a:latin typeface="Gill Sans MT"/>
                <a:cs typeface="Gill Sans MT"/>
              </a:rPr>
              <a:t>i ng</a:t>
            </a:r>
            <a:r>
              <a:rPr lang="vi-VN" sz="2400" dirty="0">
                <a:latin typeface="Calibri"/>
                <a:cs typeface="Calibri"/>
              </a:rPr>
              <a:t>ưỡ</a:t>
            </a:r>
            <a:r>
              <a:rPr lang="vi-VN" sz="2400" dirty="0">
                <a:latin typeface="Gill Sans MT"/>
                <a:cs typeface="Gill Sans MT"/>
              </a:rPr>
              <a:t>ng Eps n</a:t>
            </a:r>
            <a:r>
              <a:rPr lang="vi-VN" sz="2400" dirty="0">
                <a:latin typeface="Calibri"/>
                <a:cs typeface="Calibri"/>
              </a:rPr>
              <a:t>ế</a:t>
            </a:r>
            <a:r>
              <a:rPr lang="vi-VN" sz="2400" dirty="0">
                <a:latin typeface="Gill Sans MT"/>
                <a:cs typeface="Gill Sans MT"/>
              </a:rPr>
              <a:t>u :</a:t>
            </a:r>
          </a:p>
          <a:p>
            <a:pPr marL="761365" lvl="1" indent="-393065">
              <a:lnSpc>
                <a:spcPct val="100000"/>
              </a:lnSpc>
              <a:spcBef>
                <a:spcPts val="20"/>
              </a:spcBef>
              <a:buClr>
                <a:srgbClr val="558ED5"/>
              </a:buClr>
              <a:buSzPct val="75000"/>
              <a:buFont typeface="Arial"/>
              <a:buChar char="□"/>
              <a:tabLst>
                <a:tab pos="761365" algn="l"/>
              </a:tabLst>
            </a:pPr>
            <a:r>
              <a:rPr lang="vi-VN" sz="2000" dirty="0">
                <a:latin typeface="Gill Sans MT"/>
                <a:cs typeface="Gill Sans MT"/>
              </a:rPr>
              <a:t>1. p </a:t>
            </a:r>
            <a:r>
              <a:rPr lang="vi-VN" sz="2000" dirty="0">
                <a:latin typeface="Symbol"/>
                <a:cs typeface="Symbol"/>
              </a:rPr>
              <a:t></a:t>
            </a:r>
            <a:r>
              <a:rPr lang="vi-VN" sz="2000" dirty="0">
                <a:latin typeface="Gill Sans MT"/>
                <a:cs typeface="Gill Sans MT"/>
              </a:rPr>
              <a:t>NEps(q)</a:t>
            </a:r>
          </a:p>
          <a:p>
            <a:pPr marL="761365" lvl="1" indent="-393065">
              <a:lnSpc>
                <a:spcPct val="100000"/>
              </a:lnSpc>
              <a:buClr>
                <a:srgbClr val="558ED5"/>
              </a:buClr>
              <a:buSzPct val="75000"/>
              <a:buFont typeface="Arial"/>
              <a:buChar char="□"/>
              <a:tabLst>
                <a:tab pos="761365" algn="l"/>
              </a:tabLst>
            </a:pPr>
            <a:r>
              <a:rPr lang="vi-VN" sz="2000" dirty="0">
                <a:latin typeface="Gill Sans MT"/>
                <a:cs typeface="Gill Sans MT"/>
              </a:rPr>
              <a:t>2. || NEps(q)|| ≥</a:t>
            </a:r>
            <a:r>
              <a:rPr lang="vi-VN" sz="2000" dirty="0">
                <a:latin typeface="Times New Roman"/>
                <a:cs typeface="Times New Roman"/>
              </a:rPr>
              <a:t> </a:t>
            </a:r>
            <a:r>
              <a:rPr lang="vi-VN" sz="2000" dirty="0">
                <a:latin typeface="Gill Sans MT"/>
                <a:cs typeface="Gill Sans MT"/>
              </a:rPr>
              <a:t>MinPts (</a:t>
            </a:r>
            <a:r>
              <a:rPr lang="vi-VN" sz="2000" dirty="0">
                <a:solidFill>
                  <a:srgbClr val="FF0000"/>
                </a:solidFill>
                <a:latin typeface="Gill Sans MT"/>
                <a:cs typeface="Gill Sans MT"/>
              </a:rPr>
              <a:t>Đi</a:t>
            </a:r>
            <a:r>
              <a:rPr lang="vi-VN" sz="2000" dirty="0">
                <a:solidFill>
                  <a:srgbClr val="FF0000"/>
                </a:solidFill>
                <a:latin typeface="Calibri"/>
                <a:cs typeface="Calibri"/>
              </a:rPr>
              <a:t>ề</a:t>
            </a:r>
            <a:r>
              <a:rPr lang="vi-VN" sz="2000" dirty="0">
                <a:solidFill>
                  <a:srgbClr val="FF0000"/>
                </a:solidFill>
                <a:latin typeface="Gill Sans MT"/>
                <a:cs typeface="Gill Sans MT"/>
              </a:rPr>
              <a:t>u ki</a:t>
            </a:r>
            <a:r>
              <a:rPr lang="vi-VN" sz="2000" dirty="0">
                <a:solidFill>
                  <a:srgbClr val="FF0000"/>
                </a:solidFill>
                <a:latin typeface="Calibri"/>
                <a:cs typeface="Calibri"/>
              </a:rPr>
              <a:t>ệ</a:t>
            </a:r>
            <a:r>
              <a:rPr lang="vi-VN" sz="2000" dirty="0">
                <a:solidFill>
                  <a:srgbClr val="FF0000"/>
                </a:solidFill>
                <a:latin typeface="Gill Sans MT"/>
                <a:cs typeface="Gill Sans MT"/>
              </a:rPr>
              <a:t>n nhân)</a:t>
            </a:r>
            <a:endParaRPr lang="vi-VN" sz="2000" dirty="0">
              <a:latin typeface="Gill Sans MT"/>
              <a:cs typeface="Gill Sans MT"/>
            </a:endParaRPr>
          </a:p>
          <a:p>
            <a:pPr marL="354965" indent="-342265">
              <a:lnSpc>
                <a:spcPts val="2840"/>
              </a:lnSpc>
              <a:buFont typeface="Arial"/>
              <a:buChar char="•"/>
              <a:tabLst>
                <a:tab pos="354965" algn="l"/>
              </a:tabLst>
            </a:pPr>
            <a:r>
              <a:rPr lang="vi-VN" sz="2400" dirty="0">
                <a:latin typeface="Gill Sans MT"/>
                <a:cs typeface="Gill Sans MT"/>
              </a:rPr>
              <a:t>Đi</a:t>
            </a:r>
            <a:r>
              <a:rPr lang="vi-VN" sz="2400" dirty="0">
                <a:latin typeface="Calibri"/>
                <a:cs typeface="Calibri"/>
              </a:rPr>
              <a:t>ể</a:t>
            </a:r>
            <a:r>
              <a:rPr lang="vi-VN" sz="2400" dirty="0">
                <a:latin typeface="Gill Sans MT"/>
                <a:cs typeface="Gill Sans MT"/>
              </a:rPr>
              <a:t>m q g</a:t>
            </a:r>
            <a:r>
              <a:rPr lang="vi-VN" sz="2400" dirty="0">
                <a:latin typeface="Calibri"/>
                <a:cs typeface="Calibri"/>
              </a:rPr>
              <a:t>ọ</a:t>
            </a:r>
            <a:r>
              <a:rPr lang="vi-VN" sz="2400" dirty="0">
                <a:latin typeface="Gill Sans MT"/>
                <a:cs typeface="Gill Sans MT"/>
              </a:rPr>
              <a:t>i là đi</a:t>
            </a:r>
            <a:r>
              <a:rPr lang="vi-VN" sz="2400" dirty="0">
                <a:latin typeface="Calibri"/>
                <a:cs typeface="Calibri"/>
              </a:rPr>
              <a:t>ể</a:t>
            </a:r>
            <a:r>
              <a:rPr lang="vi-VN" sz="2400" dirty="0">
                <a:latin typeface="Gill Sans MT"/>
                <a:cs typeface="Gill Sans MT"/>
              </a:rPr>
              <a:t>m nhân (Core point).</a:t>
            </a:r>
          </a:p>
          <a:p>
            <a:pPr marL="355600" marR="5080" indent="-342900">
              <a:lnSpc>
                <a:spcPct val="79900"/>
              </a:lnSpc>
              <a:spcBef>
                <a:spcPts val="540"/>
              </a:spcBef>
              <a:buFont typeface="Arial"/>
              <a:buChar char="•"/>
              <a:tabLst>
                <a:tab pos="355600" algn="l"/>
              </a:tabLst>
            </a:pPr>
            <a:r>
              <a:rPr lang="vi-VN" sz="2400" dirty="0">
                <a:latin typeface="Gill Sans MT"/>
                <a:cs typeface="Gill Sans MT"/>
              </a:rPr>
              <a:t>Đ</a:t>
            </a:r>
            <a:r>
              <a:rPr lang="vi-VN" sz="2400" dirty="0">
                <a:latin typeface="Calibri"/>
                <a:cs typeface="Calibri"/>
              </a:rPr>
              <a:t>ế</a:t>
            </a:r>
            <a:r>
              <a:rPr lang="vi-VN" sz="2400" dirty="0">
                <a:latin typeface="Gill Sans MT"/>
                <a:cs typeface="Gill Sans MT"/>
              </a:rPr>
              <a:t>n đ</a:t>
            </a:r>
            <a:r>
              <a:rPr lang="vi-VN" sz="2400" dirty="0">
                <a:latin typeface="Calibri"/>
                <a:cs typeface="Calibri"/>
              </a:rPr>
              <a:t>ượ</a:t>
            </a:r>
            <a:r>
              <a:rPr lang="vi-VN" sz="2400" dirty="0">
                <a:latin typeface="Gill Sans MT"/>
                <a:cs typeface="Gill Sans MT"/>
              </a:rPr>
              <a:t>c tr</a:t>
            </a:r>
            <a:r>
              <a:rPr lang="vi-VN" sz="2400" dirty="0">
                <a:latin typeface="Calibri"/>
                <a:cs typeface="Calibri"/>
              </a:rPr>
              <a:t>ự</a:t>
            </a:r>
            <a:r>
              <a:rPr lang="vi-VN" sz="2400" dirty="0">
                <a:latin typeface="Gill Sans MT"/>
                <a:cs typeface="Gill Sans MT"/>
              </a:rPr>
              <a:t>c ti</a:t>
            </a:r>
            <a:r>
              <a:rPr lang="vi-VN" sz="2400" dirty="0">
                <a:latin typeface="Calibri"/>
                <a:cs typeface="Calibri"/>
              </a:rPr>
              <a:t>ế</a:t>
            </a:r>
            <a:r>
              <a:rPr lang="vi-VN" sz="2400" dirty="0">
                <a:latin typeface="Gill Sans MT"/>
                <a:cs typeface="Gill Sans MT"/>
              </a:rPr>
              <a:t>p là m</a:t>
            </a:r>
            <a:r>
              <a:rPr lang="vi-VN" sz="2400" dirty="0">
                <a:latin typeface="Calibri"/>
                <a:cs typeface="Calibri"/>
              </a:rPr>
              <a:t>ộ</a:t>
            </a:r>
            <a:r>
              <a:rPr lang="vi-VN" sz="2400" dirty="0">
                <a:latin typeface="Gill Sans MT"/>
                <a:cs typeface="Gill Sans MT"/>
              </a:rPr>
              <a:t>t hàm ph</a:t>
            </a:r>
            <a:r>
              <a:rPr lang="vi-VN" sz="2400" dirty="0">
                <a:latin typeface="Calibri"/>
                <a:cs typeface="Calibri"/>
              </a:rPr>
              <a:t>ả</a:t>
            </a:r>
            <a:r>
              <a:rPr lang="vi-VN" sz="2400" dirty="0">
                <a:latin typeface="Gill Sans MT"/>
                <a:cs typeface="Gill Sans MT"/>
              </a:rPr>
              <a:t>n x</a:t>
            </a:r>
            <a:r>
              <a:rPr lang="vi-VN" sz="2400" dirty="0">
                <a:latin typeface="Calibri"/>
                <a:cs typeface="Calibri"/>
              </a:rPr>
              <a:t>ạ </a:t>
            </a:r>
            <a:r>
              <a:rPr lang="vi-VN" sz="2400" dirty="0">
                <a:latin typeface="Gill Sans MT"/>
                <a:cs typeface="Gill Sans MT"/>
              </a:rPr>
              <a:t>và đ</a:t>
            </a:r>
            <a:r>
              <a:rPr lang="vi-VN" sz="2400" dirty="0">
                <a:latin typeface="Calibri"/>
                <a:cs typeface="Calibri"/>
              </a:rPr>
              <a:t>ố</a:t>
            </a:r>
            <a:r>
              <a:rPr lang="vi-VN" sz="2400" dirty="0">
                <a:latin typeface="Gill Sans MT"/>
                <a:cs typeface="Gill Sans MT"/>
              </a:rPr>
              <a:t>i x</a:t>
            </a:r>
            <a:r>
              <a:rPr lang="vi-VN" sz="2400" dirty="0">
                <a:latin typeface="Calibri"/>
                <a:cs typeface="Calibri"/>
              </a:rPr>
              <a:t>ứ</a:t>
            </a:r>
            <a:r>
              <a:rPr lang="vi-VN" sz="2400" dirty="0">
                <a:latin typeface="Gill Sans MT"/>
                <a:cs typeface="Gill Sans MT"/>
              </a:rPr>
              <a:t>ng đ</a:t>
            </a:r>
            <a:r>
              <a:rPr lang="vi-VN" sz="2400" dirty="0">
                <a:latin typeface="Calibri"/>
                <a:cs typeface="Calibri"/>
              </a:rPr>
              <a:t>ố</a:t>
            </a:r>
            <a:r>
              <a:rPr lang="vi-VN" sz="2400" dirty="0">
                <a:latin typeface="Gill Sans MT"/>
                <a:cs typeface="Gill Sans MT"/>
              </a:rPr>
              <a:t>i v</a:t>
            </a:r>
            <a:r>
              <a:rPr lang="vi-VN" sz="2400" dirty="0">
                <a:latin typeface="Calibri"/>
                <a:cs typeface="Calibri"/>
              </a:rPr>
              <a:t>ớ</a:t>
            </a:r>
            <a:r>
              <a:rPr lang="vi-VN" sz="2400" dirty="0">
                <a:latin typeface="Gill Sans MT"/>
                <a:cs typeface="Gill Sans MT"/>
              </a:rPr>
              <a:t>i hai đi</a:t>
            </a:r>
            <a:r>
              <a:rPr lang="vi-VN" sz="2400" dirty="0">
                <a:latin typeface="Calibri"/>
                <a:cs typeface="Calibri"/>
              </a:rPr>
              <a:t>ể</a:t>
            </a:r>
            <a:r>
              <a:rPr lang="vi-VN" sz="2400" dirty="0">
                <a:latin typeface="Gill Sans MT"/>
                <a:cs typeface="Gill Sans MT"/>
              </a:rPr>
              <a:t>m nhân và b</a:t>
            </a:r>
            <a:r>
              <a:rPr lang="vi-VN" sz="2400" dirty="0">
                <a:latin typeface="Calibri"/>
                <a:cs typeface="Calibri"/>
              </a:rPr>
              <a:t>ấ</a:t>
            </a:r>
            <a:r>
              <a:rPr lang="vi-VN" sz="2400" dirty="0">
                <a:latin typeface="Gill Sans MT"/>
                <a:cs typeface="Gill Sans MT"/>
              </a:rPr>
              <a:t>t đ</a:t>
            </a:r>
            <a:r>
              <a:rPr lang="vi-VN" sz="2400" dirty="0">
                <a:latin typeface="Calibri"/>
                <a:cs typeface="Calibri"/>
              </a:rPr>
              <a:t>ố</a:t>
            </a:r>
            <a:r>
              <a:rPr lang="vi-VN" sz="2400" dirty="0">
                <a:latin typeface="Gill Sans MT"/>
                <a:cs typeface="Gill Sans MT"/>
              </a:rPr>
              <a:t>i x</a:t>
            </a:r>
            <a:r>
              <a:rPr lang="vi-VN" sz="2400" dirty="0">
                <a:latin typeface="Calibri"/>
                <a:cs typeface="Calibri"/>
              </a:rPr>
              <a:t>ứ</a:t>
            </a:r>
            <a:r>
              <a:rPr lang="vi-VN" sz="2400" dirty="0">
                <a:latin typeface="Gill Sans MT"/>
                <a:cs typeface="Gill Sans MT"/>
              </a:rPr>
              <a:t>ng n</a:t>
            </a:r>
            <a:r>
              <a:rPr lang="vi-VN" sz="2400" dirty="0">
                <a:latin typeface="Calibri"/>
                <a:cs typeface="Calibri"/>
              </a:rPr>
              <a:t>ế</a:t>
            </a:r>
            <a:r>
              <a:rPr lang="vi-VN" sz="2400" dirty="0">
                <a:latin typeface="Gill Sans MT"/>
                <a:cs typeface="Gill Sans MT"/>
              </a:rPr>
              <a:t>u m</a:t>
            </a:r>
            <a:r>
              <a:rPr lang="vi-VN" sz="2400" dirty="0">
                <a:latin typeface="Calibri"/>
                <a:cs typeface="Calibri"/>
              </a:rPr>
              <a:t>ộ</a:t>
            </a:r>
            <a:r>
              <a:rPr lang="vi-VN" sz="2400" dirty="0">
                <a:latin typeface="Gill Sans MT"/>
                <a:cs typeface="Gill Sans MT"/>
              </a:rPr>
              <a:t>t trong hai đi</a:t>
            </a:r>
            <a:r>
              <a:rPr lang="vi-VN" sz="2400" dirty="0">
                <a:latin typeface="Calibri"/>
                <a:cs typeface="Calibri"/>
              </a:rPr>
              <a:t>ể</a:t>
            </a:r>
            <a:r>
              <a:rPr lang="vi-VN" sz="2400" dirty="0">
                <a:latin typeface="Gill Sans MT"/>
                <a:cs typeface="Gill Sans MT"/>
              </a:rPr>
              <a:t>m đó không ph</a:t>
            </a:r>
            <a:r>
              <a:rPr lang="vi-VN" sz="2400" dirty="0">
                <a:latin typeface="Calibri"/>
                <a:cs typeface="Calibri"/>
              </a:rPr>
              <a:t>ả</a:t>
            </a:r>
            <a:r>
              <a:rPr lang="vi-VN" sz="2400" dirty="0">
                <a:latin typeface="Gill Sans MT"/>
                <a:cs typeface="Gill Sans MT"/>
              </a:rPr>
              <a:t>i là đi</a:t>
            </a:r>
            <a:r>
              <a:rPr lang="vi-VN" sz="2400" dirty="0">
                <a:latin typeface="Calibri"/>
                <a:cs typeface="Calibri"/>
              </a:rPr>
              <a:t>ể</a:t>
            </a:r>
            <a:r>
              <a:rPr lang="vi-VN" sz="2400" dirty="0">
                <a:latin typeface="Gill Sans MT"/>
                <a:cs typeface="Gill Sans MT"/>
              </a:rPr>
              <a:t>m nhân.</a:t>
            </a:r>
          </a:p>
          <a:p>
            <a:endParaRPr lang="en-US" dirty="0"/>
          </a:p>
        </p:txBody>
      </p:sp>
      <p:sp>
        <p:nvSpPr>
          <p:cNvPr id="4" name="object 4"/>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110</a:t>
            </a:fld>
            <a:endParaRPr lang="en-US"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365126"/>
            <a:ext cx="7886700" cy="1325563"/>
          </a:xfrm>
        </p:spPr>
        <p:txBody>
          <a:bodyPr vert="horz" wrap="square" lIns="0" tIns="207570" rIns="0" bIns="0" rtlCol="0">
            <a:spAutoFit/>
          </a:bodyPr>
          <a:lstStyle/>
          <a:p>
            <a:r>
              <a:rPr lang="en-US" dirty="0"/>
              <a:t>DBSCAN</a:t>
            </a:r>
          </a:p>
        </p:txBody>
      </p:sp>
      <p:sp>
        <p:nvSpPr>
          <p:cNvPr id="8" name="Content Placeholder 7">
            <a:extLst>
              <a:ext uri="{FF2B5EF4-FFF2-40B4-BE49-F238E27FC236}">
                <a16:creationId xmlns:a16="http://schemas.microsoft.com/office/drawing/2014/main" id="{6D016EEB-AFD1-C82F-FE05-ED7382C5CD41}"/>
              </a:ext>
            </a:extLst>
          </p:cNvPr>
          <p:cNvSpPr>
            <a:spLocks noGrp="1"/>
          </p:cNvSpPr>
          <p:nvPr>
            <p:ph idx="1"/>
          </p:nvPr>
        </p:nvSpPr>
        <p:spPr/>
        <p:txBody>
          <a:bodyPr/>
          <a:lstStyle/>
          <a:p>
            <a:r>
              <a:rPr lang="vi-VN" sz="2400">
                <a:latin typeface="Gill Sans MT"/>
                <a:cs typeface="Gill Sans MT"/>
              </a:rPr>
              <a:t>Hình: Đ</a:t>
            </a:r>
            <a:r>
              <a:rPr lang="vi-VN" sz="2400">
                <a:latin typeface="Calibri"/>
                <a:cs typeface="Calibri"/>
              </a:rPr>
              <a:t>ế</a:t>
            </a:r>
            <a:r>
              <a:rPr lang="vi-VN" sz="2400">
                <a:latin typeface="Gill Sans MT"/>
                <a:cs typeface="Gill Sans MT"/>
              </a:rPr>
              <a:t>n đ</a:t>
            </a:r>
            <a:r>
              <a:rPr lang="vi-VN" sz="2400">
                <a:latin typeface="Calibri"/>
                <a:cs typeface="Calibri"/>
              </a:rPr>
              <a:t>ượ</a:t>
            </a:r>
            <a:r>
              <a:rPr lang="vi-VN" sz="2400">
                <a:latin typeface="Gill Sans MT"/>
                <a:cs typeface="Gill Sans MT"/>
              </a:rPr>
              <a:t>c tr</a:t>
            </a:r>
            <a:r>
              <a:rPr lang="vi-VN" sz="2400">
                <a:latin typeface="Calibri"/>
                <a:cs typeface="Calibri"/>
              </a:rPr>
              <a:t>ự</a:t>
            </a:r>
            <a:r>
              <a:rPr lang="vi-VN" sz="2400">
                <a:latin typeface="Gill Sans MT"/>
                <a:cs typeface="Gill Sans MT"/>
              </a:rPr>
              <a:t>c ti</a:t>
            </a:r>
            <a:r>
              <a:rPr lang="vi-VN" sz="2400">
                <a:latin typeface="Calibri"/>
                <a:cs typeface="Calibri"/>
              </a:rPr>
              <a:t>ế</a:t>
            </a:r>
            <a:r>
              <a:rPr lang="vi-VN" sz="2400">
                <a:latin typeface="Gill Sans MT"/>
                <a:cs typeface="Gill Sans MT"/>
              </a:rPr>
              <a:t>p theo m</a:t>
            </a:r>
            <a:r>
              <a:rPr lang="vi-VN" sz="2400">
                <a:latin typeface="Calibri"/>
                <a:cs typeface="Calibri"/>
              </a:rPr>
              <a:t>ậ</a:t>
            </a:r>
            <a:r>
              <a:rPr lang="vi-VN" sz="2400">
                <a:latin typeface="Gill Sans MT"/>
                <a:cs typeface="Gill Sans MT"/>
              </a:rPr>
              <a:t>t đ</a:t>
            </a:r>
            <a:r>
              <a:rPr lang="vi-VN" sz="2400">
                <a:latin typeface="Calibri"/>
                <a:cs typeface="Calibri"/>
              </a:rPr>
              <a:t>ộ</a:t>
            </a:r>
          </a:p>
          <a:p>
            <a:endParaRPr lang="en-US"/>
          </a:p>
        </p:txBody>
      </p:sp>
      <p:sp>
        <p:nvSpPr>
          <p:cNvPr id="5" name="object 5"/>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111</a:t>
            </a:fld>
            <a:endParaRPr lang="en-US" dirty="0"/>
          </a:p>
        </p:txBody>
      </p:sp>
      <p:pic>
        <p:nvPicPr>
          <p:cNvPr id="4" name="object 4"/>
          <p:cNvPicPr/>
          <p:nvPr/>
        </p:nvPicPr>
        <p:blipFill>
          <a:blip r:embed="rId2" cstate="print"/>
          <a:stretch>
            <a:fillRect/>
          </a:stretch>
        </p:blipFill>
        <p:spPr>
          <a:xfrm>
            <a:off x="2191179" y="2882330"/>
            <a:ext cx="5657421" cy="2945805"/>
          </a:xfrm>
          <a:prstGeom prst="rect">
            <a:avLst/>
          </a:prstGeom>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365126"/>
            <a:ext cx="7886700" cy="1325563"/>
          </a:xfrm>
        </p:spPr>
        <p:txBody>
          <a:bodyPr vert="horz" wrap="square" lIns="0" tIns="207570" rIns="0" bIns="0" rtlCol="0">
            <a:spAutoFit/>
          </a:bodyPr>
          <a:lstStyle/>
          <a:p>
            <a:r>
              <a:rPr lang="en-US"/>
              <a:t>DBSCAN</a:t>
            </a:r>
            <a:endParaRPr lang="en-US" dirty="0"/>
          </a:p>
        </p:txBody>
      </p:sp>
      <p:sp>
        <p:nvSpPr>
          <p:cNvPr id="9" name="Content Placeholder 8">
            <a:extLst>
              <a:ext uri="{FF2B5EF4-FFF2-40B4-BE49-F238E27FC236}">
                <a16:creationId xmlns:a16="http://schemas.microsoft.com/office/drawing/2014/main" id="{4A4369F9-1D1B-E483-99B0-11DD786D1B03}"/>
              </a:ext>
            </a:extLst>
          </p:cNvPr>
          <p:cNvSpPr>
            <a:spLocks noGrp="1"/>
          </p:cNvSpPr>
          <p:nvPr>
            <p:ph idx="1"/>
          </p:nvPr>
        </p:nvSpPr>
        <p:spPr/>
        <p:txBody>
          <a:bodyPr/>
          <a:lstStyle/>
          <a:p>
            <a:pPr marL="354965" indent="-342265">
              <a:lnSpc>
                <a:spcPct val="100000"/>
              </a:lnSpc>
              <a:spcBef>
                <a:spcPts val="100"/>
              </a:spcBef>
              <a:buFont typeface="Arial"/>
              <a:buChar char="•"/>
              <a:tabLst>
                <a:tab pos="354965" algn="l"/>
              </a:tabLst>
            </a:pPr>
            <a:r>
              <a:rPr lang="vi-VN" sz="2000" b="1">
                <a:solidFill>
                  <a:srgbClr val="FF0066"/>
                </a:solidFill>
                <a:latin typeface="Tahoma" panose="020B0604030504040204" pitchFamily="34" charset="0"/>
                <a:ea typeface="Tahoma" panose="020B0604030504040204" pitchFamily="34" charset="0"/>
                <a:cs typeface="Tahoma" panose="020B0604030504040204" pitchFamily="34" charset="0"/>
              </a:rPr>
              <a:t>Định nghĩa 3</a:t>
            </a:r>
            <a:r>
              <a:rPr lang="vi-VN" sz="2000" i="1">
                <a:solidFill>
                  <a:srgbClr val="FF0066"/>
                </a:solidFill>
                <a:latin typeface="Tahoma" panose="020B0604030504040204" pitchFamily="34" charset="0"/>
                <a:ea typeface="Tahoma" panose="020B0604030504040204" pitchFamily="34" charset="0"/>
                <a:cs typeface="Tahoma" panose="020B0604030504040204" pitchFamily="34" charset="0"/>
              </a:rPr>
              <a:t>: Đến được mật độ (Density - Reachable)</a:t>
            </a:r>
            <a:endParaRPr lang="vi-VN" sz="2000">
              <a:latin typeface="Tahoma" panose="020B0604030504040204" pitchFamily="34" charset="0"/>
              <a:ea typeface="Tahoma" panose="020B0604030504040204" pitchFamily="34" charset="0"/>
              <a:cs typeface="Tahoma" panose="020B0604030504040204" pitchFamily="34" charset="0"/>
            </a:endParaRPr>
          </a:p>
          <a:p>
            <a:pPr marL="355600" marR="5080" indent="-342900">
              <a:lnSpc>
                <a:spcPct val="79900"/>
              </a:lnSpc>
              <a:spcBef>
                <a:spcPts val="595"/>
              </a:spcBef>
              <a:buFont typeface="Arial"/>
              <a:buChar char="•"/>
              <a:tabLst>
                <a:tab pos="355600" algn="l"/>
                <a:tab pos="1243965" algn="l"/>
              </a:tabLst>
            </a:pPr>
            <a:r>
              <a:rPr lang="vi-VN" sz="2000">
                <a:latin typeface="Tahoma" panose="020B0604030504040204" pitchFamily="34" charset="0"/>
                <a:ea typeface="Tahoma" panose="020B0604030504040204" pitchFamily="34" charset="0"/>
                <a:cs typeface="Tahoma" panose="020B0604030504040204" pitchFamily="34" charset="0"/>
              </a:rPr>
              <a:t>Một điểm p được gọi là đến được từ một điểm q với hai tham số Eps và MinPts nếu tồn tại một dãy p = p1, p2, …, pn =q	thoả mãn pi+1 là có thể đến được trực tiếp từ pi với i=1…n-1.</a:t>
            </a:r>
          </a:p>
          <a:p>
            <a:endParaRPr lang="en-US"/>
          </a:p>
        </p:txBody>
      </p:sp>
      <p:sp>
        <p:nvSpPr>
          <p:cNvPr id="6" name="object 6"/>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112</a:t>
            </a:fld>
            <a:endParaRPr lang="en-US" dirty="0"/>
          </a:p>
        </p:txBody>
      </p:sp>
      <p:pic>
        <p:nvPicPr>
          <p:cNvPr id="4" name="object 4"/>
          <p:cNvPicPr/>
          <p:nvPr/>
        </p:nvPicPr>
        <p:blipFill>
          <a:blip r:embed="rId2" cstate="print"/>
          <a:stretch>
            <a:fillRect/>
          </a:stretch>
        </p:blipFill>
        <p:spPr>
          <a:xfrm>
            <a:off x="2326363" y="3530844"/>
            <a:ext cx="3727764" cy="3165963"/>
          </a:xfrm>
          <a:prstGeom prst="rect">
            <a:avLst/>
          </a:prstGeom>
        </p:spPr>
      </p:pic>
      <p:sp>
        <p:nvSpPr>
          <p:cNvPr id="5" name="object 5"/>
          <p:cNvSpPr/>
          <p:nvPr/>
        </p:nvSpPr>
        <p:spPr>
          <a:xfrm>
            <a:off x="1981200" y="6781800"/>
            <a:ext cx="4648200" cy="0"/>
          </a:xfrm>
          <a:custGeom>
            <a:avLst/>
            <a:gdLst/>
            <a:ahLst/>
            <a:cxnLst/>
            <a:rect l="l" t="t" r="r" b="b"/>
            <a:pathLst>
              <a:path w="4648200">
                <a:moveTo>
                  <a:pt x="0" y="0"/>
                </a:moveTo>
                <a:lnTo>
                  <a:pt x="4648200" y="0"/>
                </a:lnTo>
              </a:path>
            </a:pathLst>
          </a:custGeom>
          <a:ln w="3175">
            <a:solidFill>
              <a:srgbClr val="FEFEFE"/>
            </a:solidFill>
          </a:ln>
        </p:spPr>
        <p:txBody>
          <a:bodyPr wrap="square" lIns="0" tIns="0" rIns="0" bIns="0" rtlCol="0"/>
          <a:lstStyle/>
          <a:p>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07570" rIns="0" bIns="0" rtlCol="0">
            <a:spAutoFit/>
          </a:bodyPr>
          <a:lstStyle/>
          <a:p>
            <a:pPr marL="417195">
              <a:lnSpc>
                <a:spcPct val="100000"/>
              </a:lnSpc>
              <a:spcBef>
                <a:spcPts val="100"/>
              </a:spcBef>
            </a:pPr>
            <a:r>
              <a:rPr spc="-10" dirty="0"/>
              <a:t>DBSCAN</a:t>
            </a:r>
          </a:p>
        </p:txBody>
      </p:sp>
      <p:sp>
        <p:nvSpPr>
          <p:cNvPr id="5" name="Content Placeholder 4">
            <a:extLst>
              <a:ext uri="{FF2B5EF4-FFF2-40B4-BE49-F238E27FC236}">
                <a16:creationId xmlns:a16="http://schemas.microsoft.com/office/drawing/2014/main" id="{AC223873-A565-E889-0798-204BCB927B53}"/>
              </a:ext>
            </a:extLst>
          </p:cNvPr>
          <p:cNvSpPr>
            <a:spLocks noGrp="1"/>
          </p:cNvSpPr>
          <p:nvPr>
            <p:ph idx="1"/>
          </p:nvPr>
        </p:nvSpPr>
        <p:spPr/>
        <p:txBody>
          <a:bodyPr/>
          <a:lstStyle/>
          <a:p>
            <a:pPr marL="355600" marR="5080" indent="-342900">
              <a:lnSpc>
                <a:spcPct val="79900"/>
              </a:lnSpc>
              <a:spcBef>
                <a:spcPts val="675"/>
              </a:spcBef>
              <a:buFont typeface="Arial"/>
              <a:buChar char="•"/>
              <a:tabLst>
                <a:tab pos="355600" algn="l"/>
              </a:tabLst>
            </a:pPr>
            <a:r>
              <a:rPr lang="vi-VN" sz="2000">
                <a:latin typeface="Gill Sans MT"/>
                <a:cs typeface="Gill Sans MT"/>
              </a:rPr>
              <a:t>Hai đi</a:t>
            </a:r>
            <a:r>
              <a:rPr lang="vi-VN" sz="2000">
                <a:latin typeface="Calibri"/>
                <a:cs typeface="Calibri"/>
              </a:rPr>
              <a:t>ể</a:t>
            </a:r>
            <a:r>
              <a:rPr lang="vi-VN" sz="2000">
                <a:latin typeface="Gill Sans MT"/>
                <a:cs typeface="Gill Sans MT"/>
              </a:rPr>
              <a:t>m biên c</a:t>
            </a:r>
            <a:r>
              <a:rPr lang="vi-VN" sz="2000">
                <a:latin typeface="Calibri"/>
                <a:cs typeface="Calibri"/>
              </a:rPr>
              <a:t>ủ</a:t>
            </a:r>
            <a:r>
              <a:rPr lang="vi-VN" sz="2000">
                <a:latin typeface="Gill Sans MT"/>
                <a:cs typeface="Gill Sans MT"/>
              </a:rPr>
              <a:t>a m</a:t>
            </a:r>
            <a:r>
              <a:rPr lang="vi-VN" sz="2000">
                <a:latin typeface="Calibri"/>
                <a:cs typeface="Calibri"/>
              </a:rPr>
              <a:t>ộ</a:t>
            </a:r>
            <a:r>
              <a:rPr lang="vi-VN" sz="2000">
                <a:latin typeface="Gill Sans MT"/>
                <a:cs typeface="Gill Sans MT"/>
              </a:rPr>
              <a:t>t c</a:t>
            </a:r>
            <a:r>
              <a:rPr lang="vi-VN" sz="2000">
                <a:latin typeface="Calibri"/>
                <a:cs typeface="Calibri"/>
              </a:rPr>
              <a:t>ụ</a:t>
            </a:r>
            <a:r>
              <a:rPr lang="vi-VN" sz="2000">
                <a:latin typeface="Gill Sans MT"/>
                <a:cs typeface="Gill Sans MT"/>
              </a:rPr>
              <a:t>m C có th</a:t>
            </a:r>
            <a:r>
              <a:rPr lang="vi-VN" sz="2000">
                <a:latin typeface="Calibri"/>
                <a:cs typeface="Calibri"/>
              </a:rPr>
              <a:t>ể </a:t>
            </a:r>
            <a:r>
              <a:rPr lang="vi-VN" sz="2000">
                <a:latin typeface="Gill Sans MT"/>
                <a:cs typeface="Gill Sans MT"/>
              </a:rPr>
              <a:t>không đ</a:t>
            </a:r>
            <a:r>
              <a:rPr lang="vi-VN" sz="2000">
                <a:latin typeface="Calibri"/>
                <a:cs typeface="Calibri"/>
              </a:rPr>
              <a:t>ế</a:t>
            </a:r>
            <a:r>
              <a:rPr lang="vi-VN" sz="2000">
                <a:latin typeface="Gill Sans MT"/>
                <a:cs typeface="Gill Sans MT"/>
              </a:rPr>
              <a:t>n đ</a:t>
            </a:r>
            <a:r>
              <a:rPr lang="vi-VN" sz="2000">
                <a:latin typeface="Calibri"/>
                <a:cs typeface="Calibri"/>
              </a:rPr>
              <a:t>ượ</a:t>
            </a:r>
            <a:r>
              <a:rPr lang="vi-VN" sz="2000">
                <a:latin typeface="Gill Sans MT"/>
                <a:cs typeface="Gill Sans MT"/>
              </a:rPr>
              <a:t>c nhau vì c</a:t>
            </a:r>
            <a:r>
              <a:rPr lang="vi-VN" sz="2000">
                <a:latin typeface="Calibri"/>
                <a:cs typeface="Calibri"/>
              </a:rPr>
              <a:t>ả </a:t>
            </a:r>
            <a:r>
              <a:rPr lang="vi-VN" sz="2000">
                <a:latin typeface="Gill Sans MT"/>
                <a:cs typeface="Gill Sans MT"/>
              </a:rPr>
              <a:t>hai có th</a:t>
            </a:r>
            <a:r>
              <a:rPr lang="vi-VN" sz="2000">
                <a:latin typeface="Calibri"/>
                <a:cs typeface="Calibri"/>
              </a:rPr>
              <a:t>ể </a:t>
            </a:r>
            <a:r>
              <a:rPr lang="vi-VN" sz="2000">
                <a:latin typeface="Gill Sans MT"/>
                <a:cs typeface="Gill Sans MT"/>
              </a:rPr>
              <a:t>đ</a:t>
            </a:r>
            <a:r>
              <a:rPr lang="vi-VN" sz="2000">
                <a:latin typeface="Calibri"/>
                <a:cs typeface="Calibri"/>
              </a:rPr>
              <a:t>ề</a:t>
            </a:r>
            <a:r>
              <a:rPr lang="vi-VN" sz="2000">
                <a:latin typeface="Gill Sans MT"/>
                <a:cs typeface="Gill Sans MT"/>
              </a:rPr>
              <a:t>u không tho</a:t>
            </a:r>
            <a:r>
              <a:rPr lang="vi-VN" sz="2000">
                <a:latin typeface="Calibri"/>
                <a:cs typeface="Calibri"/>
              </a:rPr>
              <a:t>ả </a:t>
            </a:r>
            <a:r>
              <a:rPr lang="vi-VN" sz="2000">
                <a:latin typeface="Gill Sans MT"/>
                <a:cs typeface="Gill Sans MT"/>
              </a:rPr>
              <a:t>mãn đi</a:t>
            </a:r>
            <a:r>
              <a:rPr lang="vi-VN" sz="2000">
                <a:latin typeface="Calibri"/>
                <a:cs typeface="Calibri"/>
              </a:rPr>
              <a:t>ề</a:t>
            </a:r>
            <a:r>
              <a:rPr lang="vi-VN" sz="2000">
                <a:latin typeface="Gill Sans MT"/>
                <a:cs typeface="Gill Sans MT"/>
              </a:rPr>
              <a:t>u ki</a:t>
            </a:r>
            <a:r>
              <a:rPr lang="vi-VN" sz="2000">
                <a:latin typeface="Calibri"/>
                <a:cs typeface="Calibri"/>
              </a:rPr>
              <a:t>ệ</a:t>
            </a:r>
            <a:r>
              <a:rPr lang="vi-VN" sz="2000">
                <a:latin typeface="Gill Sans MT"/>
                <a:cs typeface="Gill Sans MT"/>
              </a:rPr>
              <a:t>n nhân.</a:t>
            </a:r>
          </a:p>
          <a:p>
            <a:pPr marL="355600" marR="236854" indent="-342900">
              <a:lnSpc>
                <a:spcPct val="79900"/>
              </a:lnSpc>
              <a:spcBef>
                <a:spcPts val="5"/>
              </a:spcBef>
              <a:buFont typeface="Arial"/>
              <a:buChar char="•"/>
              <a:tabLst>
                <a:tab pos="355600" algn="l"/>
              </a:tabLst>
            </a:pPr>
            <a:r>
              <a:rPr lang="vi-VN" sz="2000">
                <a:latin typeface="Gill Sans MT"/>
                <a:cs typeface="Gill Sans MT"/>
              </a:rPr>
              <a:t>Ph</a:t>
            </a:r>
            <a:r>
              <a:rPr lang="vi-VN" sz="2000">
                <a:latin typeface="Calibri"/>
                <a:cs typeface="Calibri"/>
              </a:rPr>
              <a:t>ả</a:t>
            </a:r>
            <a:r>
              <a:rPr lang="vi-VN" sz="2000">
                <a:latin typeface="Gill Sans MT"/>
                <a:cs typeface="Gill Sans MT"/>
              </a:rPr>
              <a:t>i t</a:t>
            </a:r>
            <a:r>
              <a:rPr lang="vi-VN" sz="2000">
                <a:latin typeface="Calibri"/>
                <a:cs typeface="Calibri"/>
              </a:rPr>
              <a:t>ồ</a:t>
            </a:r>
            <a:r>
              <a:rPr lang="vi-VN" sz="2000">
                <a:latin typeface="Gill Sans MT"/>
                <a:cs typeface="Gill Sans MT"/>
              </a:rPr>
              <a:t>n t</a:t>
            </a:r>
            <a:r>
              <a:rPr lang="vi-VN" sz="2000">
                <a:latin typeface="Calibri"/>
                <a:cs typeface="Calibri"/>
              </a:rPr>
              <a:t>ạ</a:t>
            </a:r>
            <a:r>
              <a:rPr lang="vi-VN" sz="2000">
                <a:latin typeface="Gill Sans MT"/>
                <a:cs typeface="Gill Sans MT"/>
              </a:rPr>
              <a:t>i m</a:t>
            </a:r>
            <a:r>
              <a:rPr lang="vi-VN" sz="2000">
                <a:latin typeface="Calibri"/>
                <a:cs typeface="Calibri"/>
              </a:rPr>
              <a:t>ộ</a:t>
            </a:r>
            <a:r>
              <a:rPr lang="vi-VN" sz="2000">
                <a:latin typeface="Gill Sans MT"/>
                <a:cs typeface="Gill Sans MT"/>
              </a:rPr>
              <a:t>t đi</a:t>
            </a:r>
            <a:r>
              <a:rPr lang="vi-VN" sz="2000">
                <a:latin typeface="Calibri"/>
                <a:cs typeface="Calibri"/>
              </a:rPr>
              <a:t>ể</a:t>
            </a:r>
            <a:r>
              <a:rPr lang="vi-VN" sz="2000">
                <a:latin typeface="Gill Sans MT"/>
                <a:cs typeface="Gill Sans MT"/>
              </a:rPr>
              <a:t>m nhân trong C mà c</a:t>
            </a:r>
            <a:r>
              <a:rPr lang="vi-VN" sz="2000">
                <a:latin typeface="Calibri"/>
                <a:cs typeface="Calibri"/>
              </a:rPr>
              <a:t>ả </a:t>
            </a:r>
            <a:r>
              <a:rPr lang="vi-VN" sz="2000">
                <a:latin typeface="Gill Sans MT"/>
                <a:cs typeface="Gill Sans MT"/>
              </a:rPr>
              <a:t>hai đi</a:t>
            </a:r>
            <a:r>
              <a:rPr lang="vi-VN" sz="2000">
                <a:latin typeface="Calibri"/>
                <a:cs typeface="Calibri"/>
              </a:rPr>
              <a:t>ể</a:t>
            </a:r>
            <a:r>
              <a:rPr lang="vi-VN" sz="2000">
                <a:latin typeface="Gill Sans MT"/>
                <a:cs typeface="Gill Sans MT"/>
              </a:rPr>
              <a:t>m đ</a:t>
            </a:r>
            <a:r>
              <a:rPr lang="vi-VN" sz="2000">
                <a:latin typeface="Calibri"/>
                <a:cs typeface="Calibri"/>
              </a:rPr>
              <a:t>ề</a:t>
            </a:r>
            <a:r>
              <a:rPr lang="vi-VN" sz="2000">
                <a:latin typeface="Gill Sans MT"/>
                <a:cs typeface="Gill Sans MT"/>
              </a:rPr>
              <a:t>u có th</a:t>
            </a:r>
            <a:r>
              <a:rPr lang="vi-VN" sz="2000">
                <a:latin typeface="Calibri"/>
                <a:cs typeface="Calibri"/>
              </a:rPr>
              <a:t>ể </a:t>
            </a:r>
            <a:r>
              <a:rPr lang="vi-VN" sz="2000">
                <a:latin typeface="Gill Sans MT"/>
                <a:cs typeface="Gill Sans MT"/>
              </a:rPr>
              <a:t>đ</a:t>
            </a:r>
            <a:r>
              <a:rPr lang="vi-VN" sz="2000">
                <a:latin typeface="Calibri"/>
                <a:cs typeface="Calibri"/>
              </a:rPr>
              <a:t>ế</a:t>
            </a:r>
            <a:r>
              <a:rPr lang="vi-VN" sz="2000">
                <a:latin typeface="Gill Sans MT"/>
                <a:cs typeface="Gill Sans MT"/>
              </a:rPr>
              <a:t>n đ</a:t>
            </a:r>
            <a:r>
              <a:rPr lang="vi-VN" sz="2000">
                <a:latin typeface="Calibri"/>
                <a:cs typeface="Calibri"/>
              </a:rPr>
              <a:t>ượ</a:t>
            </a:r>
            <a:r>
              <a:rPr lang="vi-VN" sz="2000">
                <a:latin typeface="Gill Sans MT"/>
                <a:cs typeface="Gill Sans MT"/>
              </a:rPr>
              <a:t>c t</a:t>
            </a:r>
            <a:r>
              <a:rPr lang="vi-VN" sz="2000">
                <a:latin typeface="Calibri"/>
                <a:cs typeface="Calibri"/>
              </a:rPr>
              <a:t>ừ </a:t>
            </a:r>
            <a:r>
              <a:rPr lang="vi-VN" sz="2000">
                <a:latin typeface="Gill Sans MT"/>
                <a:cs typeface="Gill Sans MT"/>
              </a:rPr>
              <a:t>đi</a:t>
            </a:r>
            <a:r>
              <a:rPr lang="vi-VN" sz="2000">
                <a:latin typeface="Calibri"/>
                <a:cs typeface="Calibri"/>
              </a:rPr>
              <a:t>ể</a:t>
            </a:r>
            <a:r>
              <a:rPr lang="vi-VN" sz="2000">
                <a:latin typeface="Gill Sans MT"/>
                <a:cs typeface="Gill Sans MT"/>
              </a:rPr>
              <a:t>m đó.</a:t>
            </a:r>
          </a:p>
          <a:p>
            <a:pPr marL="354965" indent="-342265">
              <a:lnSpc>
                <a:spcPts val="2590"/>
              </a:lnSpc>
              <a:buFont typeface="Arial"/>
              <a:buChar char="•"/>
              <a:tabLst>
                <a:tab pos="354965" algn="l"/>
              </a:tabLst>
            </a:pPr>
            <a:r>
              <a:rPr lang="vi-VN" sz="2000">
                <a:latin typeface="Gill Sans MT"/>
                <a:cs typeface="Gill Sans MT"/>
              </a:rPr>
              <a:t>Đ</a:t>
            </a:r>
            <a:r>
              <a:rPr lang="vi-VN" sz="2000">
                <a:latin typeface="Calibri"/>
                <a:cs typeface="Calibri"/>
              </a:rPr>
              <a:t>ể </a:t>
            </a:r>
            <a:r>
              <a:rPr lang="vi-VN" sz="2000">
                <a:latin typeface="Gill Sans MT"/>
                <a:cs typeface="Gill Sans MT"/>
              </a:rPr>
              <a:t>cho thu</a:t>
            </a:r>
            <a:r>
              <a:rPr lang="vi-VN" sz="2000">
                <a:latin typeface="Calibri"/>
                <a:cs typeface="Calibri"/>
              </a:rPr>
              <a:t>ậ</a:t>
            </a:r>
            <a:r>
              <a:rPr lang="vi-VN" sz="2000">
                <a:latin typeface="Gill Sans MT"/>
                <a:cs typeface="Gill Sans MT"/>
              </a:rPr>
              <a:t>n ti</a:t>
            </a:r>
            <a:r>
              <a:rPr lang="vi-VN" sz="2000">
                <a:latin typeface="Calibri"/>
                <a:cs typeface="Calibri"/>
              </a:rPr>
              <a:t>ệ</a:t>
            </a:r>
            <a:r>
              <a:rPr lang="vi-VN" sz="2000">
                <a:latin typeface="Gill Sans MT"/>
                <a:cs typeface="Gill Sans MT"/>
              </a:rPr>
              <a:t>n chúng ta có đ</a:t>
            </a:r>
            <a:r>
              <a:rPr lang="vi-VN" sz="2000">
                <a:latin typeface="Calibri"/>
                <a:cs typeface="Calibri"/>
              </a:rPr>
              <a:t>ị</a:t>
            </a:r>
            <a:r>
              <a:rPr lang="vi-VN" sz="2000">
                <a:latin typeface="Gill Sans MT"/>
                <a:cs typeface="Gill Sans MT"/>
              </a:rPr>
              <a:t>nh ngh</a:t>
            </a:r>
            <a:r>
              <a:rPr lang="vi-VN" sz="2000">
                <a:latin typeface="Calibri"/>
                <a:cs typeface="Calibri"/>
              </a:rPr>
              <a:t>ĩ</a:t>
            </a:r>
            <a:r>
              <a:rPr lang="vi-VN" sz="2000">
                <a:latin typeface="Gill Sans MT"/>
                <a:cs typeface="Gill Sans MT"/>
              </a:rPr>
              <a:t>a liên thông m</a:t>
            </a:r>
            <a:r>
              <a:rPr lang="vi-VN" sz="2000">
                <a:latin typeface="Calibri"/>
                <a:cs typeface="Calibri"/>
              </a:rPr>
              <a:t>ậ</a:t>
            </a:r>
            <a:r>
              <a:rPr lang="vi-VN" sz="2000">
                <a:latin typeface="Gill Sans MT"/>
                <a:cs typeface="Gill Sans MT"/>
              </a:rPr>
              <a:t>t</a:t>
            </a:r>
            <a:r>
              <a:rPr lang="en-US" sz="2000">
                <a:latin typeface="Gill Sans MT"/>
                <a:cs typeface="Gill Sans MT"/>
              </a:rPr>
              <a:t> </a:t>
            </a:r>
            <a:r>
              <a:rPr lang="vi-VN" sz="2000">
                <a:latin typeface="Gill Sans MT"/>
                <a:cs typeface="Gill Sans MT"/>
              </a:rPr>
              <a:t>đ</a:t>
            </a:r>
            <a:r>
              <a:rPr lang="vi-VN" sz="2000">
                <a:latin typeface="Calibri"/>
                <a:cs typeface="Calibri"/>
              </a:rPr>
              <a:t>ộ </a:t>
            </a:r>
            <a:r>
              <a:rPr lang="vi-VN" sz="2000">
                <a:latin typeface="Gill Sans MT"/>
                <a:cs typeface="Gill Sans MT"/>
              </a:rPr>
              <a:t>(Density - Connectivity).</a:t>
            </a:r>
          </a:p>
          <a:p>
            <a:endParaRPr lang="en-US"/>
          </a:p>
        </p:txBody>
      </p:sp>
      <p:sp>
        <p:nvSpPr>
          <p:cNvPr id="4" name="object 4"/>
          <p:cNvSpPr txBox="1">
            <a:spLocks noGrp="1"/>
          </p:cNvSpPr>
          <p:nvPr>
            <p:ph type="sldNum" sz="quarter" idx="12"/>
          </p:nvPr>
        </p:nvSpPr>
        <p:spPr>
          <a:prstGeom prst="rect">
            <a:avLst/>
          </a:prstGeom>
        </p:spPr>
        <p:txBody>
          <a:bodyPr vert="horz" wrap="square" lIns="0" tIns="3810" rIns="0" bIns="0" rtlCol="0">
            <a:spAutoFit/>
          </a:bodyPr>
          <a:lstStyle/>
          <a:p>
            <a:pPr marL="38100">
              <a:lnSpc>
                <a:spcPct val="100000"/>
              </a:lnSpc>
              <a:spcBef>
                <a:spcPts val="30"/>
              </a:spcBef>
            </a:pPr>
            <a:fld id="{81D60167-4931-47E6-BA6A-407CBD079E47}" type="slidenum">
              <a:rPr spc="-25" dirty="0"/>
              <a:t>113</a:t>
            </a:fld>
            <a:endParaRPr spc="-25"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365126"/>
            <a:ext cx="7886700" cy="1325563"/>
          </a:xfrm>
        </p:spPr>
        <p:txBody>
          <a:bodyPr vert="horz" wrap="square" lIns="0" tIns="207570" rIns="0" bIns="0" rtlCol="0">
            <a:spAutoFit/>
          </a:bodyPr>
          <a:lstStyle/>
          <a:p>
            <a:r>
              <a:rPr lang="en-US" dirty="0"/>
              <a:t>DBSCAN</a:t>
            </a:r>
          </a:p>
        </p:txBody>
      </p:sp>
      <p:sp>
        <p:nvSpPr>
          <p:cNvPr id="9" name="Content Placeholder 8">
            <a:extLst>
              <a:ext uri="{FF2B5EF4-FFF2-40B4-BE49-F238E27FC236}">
                <a16:creationId xmlns:a16="http://schemas.microsoft.com/office/drawing/2014/main" id="{E4B78B4F-124D-CA21-B95B-BDD3FCF47992}"/>
              </a:ext>
            </a:extLst>
          </p:cNvPr>
          <p:cNvSpPr>
            <a:spLocks noGrp="1"/>
          </p:cNvSpPr>
          <p:nvPr>
            <p:ph idx="1"/>
          </p:nvPr>
        </p:nvSpPr>
        <p:spPr/>
        <p:txBody>
          <a:bodyPr/>
          <a:lstStyle/>
          <a:p>
            <a:pPr marL="354965" indent="-342265">
              <a:lnSpc>
                <a:spcPct val="100000"/>
              </a:lnSpc>
              <a:spcBef>
                <a:spcPts val="100"/>
              </a:spcBef>
              <a:buFont typeface="Arial"/>
              <a:buChar char="•"/>
              <a:tabLst>
                <a:tab pos="354965" algn="l"/>
              </a:tabLst>
            </a:pPr>
            <a:r>
              <a:rPr lang="vi-VN" sz="2400" b="1">
                <a:solidFill>
                  <a:srgbClr val="FF0066"/>
                </a:solidFill>
                <a:latin typeface="Gill Sans MT Bold"/>
                <a:cs typeface="Gill Sans MT Bold"/>
              </a:rPr>
              <a:t>Đ</a:t>
            </a:r>
            <a:r>
              <a:rPr lang="vi-VN" sz="2400" b="1">
                <a:solidFill>
                  <a:srgbClr val="FF0066"/>
                </a:solidFill>
                <a:latin typeface="Calibri"/>
                <a:cs typeface="Calibri"/>
              </a:rPr>
              <a:t>ị</a:t>
            </a:r>
            <a:r>
              <a:rPr lang="vi-VN" sz="2400" b="1">
                <a:solidFill>
                  <a:srgbClr val="FF0066"/>
                </a:solidFill>
                <a:latin typeface="Gill Sans MT Bold"/>
                <a:cs typeface="Gill Sans MT Bold"/>
              </a:rPr>
              <a:t>nh ngh</a:t>
            </a:r>
            <a:r>
              <a:rPr lang="vi-VN" sz="2400" b="1">
                <a:solidFill>
                  <a:srgbClr val="FF0066"/>
                </a:solidFill>
                <a:latin typeface="Calibri"/>
                <a:cs typeface="Calibri"/>
              </a:rPr>
              <a:t>ĩ</a:t>
            </a:r>
            <a:r>
              <a:rPr lang="vi-VN" sz="2400" b="1">
                <a:solidFill>
                  <a:srgbClr val="FF0066"/>
                </a:solidFill>
                <a:latin typeface="Gill Sans MT Bold"/>
                <a:cs typeface="Gill Sans MT Bold"/>
              </a:rPr>
              <a:t>a 4</a:t>
            </a:r>
            <a:r>
              <a:rPr lang="vi-VN" sz="2400" i="1">
                <a:solidFill>
                  <a:srgbClr val="FF0066"/>
                </a:solidFill>
                <a:latin typeface="Gill Sans MT Italic"/>
                <a:cs typeface="Gill Sans MT Italic"/>
              </a:rPr>
              <a:t>: Liên thông m</a:t>
            </a:r>
            <a:r>
              <a:rPr lang="vi-VN" sz="2400" i="1">
                <a:solidFill>
                  <a:srgbClr val="FF0066"/>
                </a:solidFill>
                <a:latin typeface="Calibri"/>
                <a:cs typeface="Calibri"/>
              </a:rPr>
              <a:t>ậ</a:t>
            </a:r>
            <a:r>
              <a:rPr lang="vi-VN" sz="2400" i="1">
                <a:solidFill>
                  <a:srgbClr val="FF0066"/>
                </a:solidFill>
                <a:latin typeface="Gill Sans MT Italic"/>
                <a:cs typeface="Gill Sans MT Italic"/>
              </a:rPr>
              <a:t>t đ</a:t>
            </a:r>
            <a:r>
              <a:rPr lang="vi-VN" sz="2400" i="1">
                <a:solidFill>
                  <a:srgbClr val="FF0066"/>
                </a:solidFill>
                <a:latin typeface="Calibri"/>
                <a:cs typeface="Calibri"/>
              </a:rPr>
              <a:t>ộ </a:t>
            </a:r>
            <a:r>
              <a:rPr lang="vi-VN" sz="2400" i="1">
                <a:solidFill>
                  <a:srgbClr val="FF0066"/>
                </a:solidFill>
                <a:latin typeface="Gill Sans MT Italic"/>
                <a:cs typeface="Gill Sans MT Italic"/>
              </a:rPr>
              <a:t>(Density - Reachable)</a:t>
            </a:r>
            <a:endParaRPr lang="vi-VN" sz="2400">
              <a:latin typeface="Gill Sans MT Italic"/>
              <a:cs typeface="Gill Sans MT Italic"/>
            </a:endParaRPr>
          </a:p>
          <a:p>
            <a:pPr marL="762000" marR="5080" lvl="1" indent="-393700">
              <a:lnSpc>
                <a:spcPct val="79900"/>
              </a:lnSpc>
              <a:spcBef>
                <a:spcPts val="595"/>
              </a:spcBef>
              <a:buClr>
                <a:srgbClr val="558ED5"/>
              </a:buClr>
              <a:buSzPct val="75000"/>
              <a:buFont typeface="Arial"/>
              <a:buChar char="□"/>
              <a:tabLst>
                <a:tab pos="762000" algn="l"/>
              </a:tabLst>
            </a:pPr>
            <a:r>
              <a:rPr lang="vi-VN" sz="2400">
                <a:latin typeface="Gill Sans MT"/>
                <a:cs typeface="Gill Sans MT"/>
              </a:rPr>
              <a:t>Đi</a:t>
            </a:r>
            <a:r>
              <a:rPr lang="vi-VN" sz="2400">
                <a:latin typeface="Calibri"/>
                <a:cs typeface="Calibri"/>
              </a:rPr>
              <a:t>ể</a:t>
            </a:r>
            <a:r>
              <a:rPr lang="vi-VN" sz="2400">
                <a:latin typeface="Gill Sans MT"/>
                <a:cs typeface="Gill Sans MT"/>
              </a:rPr>
              <a:t>m p đ</a:t>
            </a:r>
            <a:r>
              <a:rPr lang="vi-VN" sz="2400">
                <a:latin typeface="Calibri"/>
                <a:cs typeface="Calibri"/>
              </a:rPr>
              <a:t>ượ</a:t>
            </a:r>
            <a:r>
              <a:rPr lang="vi-VN" sz="2400">
                <a:latin typeface="Gill Sans MT"/>
                <a:cs typeface="Gill Sans MT"/>
              </a:rPr>
              <a:t>c g</a:t>
            </a:r>
            <a:r>
              <a:rPr lang="vi-VN" sz="2400">
                <a:latin typeface="Calibri"/>
                <a:cs typeface="Calibri"/>
              </a:rPr>
              <a:t>ọ</a:t>
            </a:r>
            <a:r>
              <a:rPr lang="vi-VN" sz="2400">
                <a:latin typeface="Gill Sans MT"/>
                <a:cs typeface="Gill Sans MT"/>
              </a:rPr>
              <a:t>i là đi</a:t>
            </a:r>
            <a:r>
              <a:rPr lang="vi-VN" sz="2400">
                <a:latin typeface="Calibri"/>
                <a:cs typeface="Calibri"/>
              </a:rPr>
              <a:t>ể</a:t>
            </a:r>
            <a:r>
              <a:rPr lang="vi-VN" sz="2400">
                <a:latin typeface="Gill Sans MT"/>
                <a:cs typeface="Gill Sans MT"/>
              </a:rPr>
              <a:t>m liên thông v</a:t>
            </a:r>
            <a:r>
              <a:rPr lang="vi-VN" sz="2400">
                <a:latin typeface="Calibri"/>
                <a:cs typeface="Calibri"/>
              </a:rPr>
              <a:t>ớ</a:t>
            </a:r>
            <a:r>
              <a:rPr lang="vi-VN" sz="2400">
                <a:latin typeface="Gill Sans MT"/>
                <a:cs typeface="Gill Sans MT"/>
              </a:rPr>
              <a:t>i q theo hai tham s</a:t>
            </a:r>
            <a:r>
              <a:rPr lang="vi-VN" sz="2400">
                <a:latin typeface="Calibri"/>
                <a:cs typeface="Calibri"/>
              </a:rPr>
              <a:t>ố </a:t>
            </a:r>
            <a:r>
              <a:rPr lang="vi-VN" sz="2400">
                <a:latin typeface="Gill Sans MT"/>
                <a:cs typeface="Gill Sans MT"/>
              </a:rPr>
              <a:t>Eps, MinPts n</a:t>
            </a:r>
            <a:r>
              <a:rPr lang="vi-VN" sz="2400">
                <a:latin typeface="Calibri"/>
                <a:cs typeface="Calibri"/>
              </a:rPr>
              <a:t>ế</a:t>
            </a:r>
            <a:r>
              <a:rPr lang="vi-VN" sz="2400">
                <a:latin typeface="Gill Sans MT"/>
                <a:cs typeface="Gill Sans MT"/>
              </a:rPr>
              <a:t>u t</a:t>
            </a:r>
            <a:r>
              <a:rPr lang="vi-VN" sz="2400">
                <a:latin typeface="Calibri"/>
                <a:cs typeface="Calibri"/>
              </a:rPr>
              <a:t>ồ</a:t>
            </a:r>
            <a:r>
              <a:rPr lang="vi-VN" sz="2400">
                <a:latin typeface="Gill Sans MT"/>
                <a:cs typeface="Gill Sans MT"/>
              </a:rPr>
              <a:t>n t</a:t>
            </a:r>
            <a:r>
              <a:rPr lang="vi-VN" sz="2400">
                <a:latin typeface="Calibri"/>
                <a:cs typeface="Calibri"/>
              </a:rPr>
              <a:t>ạ</a:t>
            </a:r>
            <a:r>
              <a:rPr lang="vi-VN" sz="2400">
                <a:latin typeface="Gill Sans MT"/>
                <a:cs typeface="Gill Sans MT"/>
              </a:rPr>
              <a:t>i m</a:t>
            </a:r>
            <a:r>
              <a:rPr lang="vi-VN" sz="2400">
                <a:latin typeface="Calibri"/>
                <a:cs typeface="Calibri"/>
              </a:rPr>
              <a:t>ộ</a:t>
            </a:r>
            <a:r>
              <a:rPr lang="vi-VN" sz="2400">
                <a:latin typeface="Gill Sans MT"/>
                <a:cs typeface="Gill Sans MT"/>
              </a:rPr>
              <a:t>t đi</a:t>
            </a:r>
            <a:r>
              <a:rPr lang="vi-VN" sz="2400">
                <a:latin typeface="Calibri"/>
                <a:cs typeface="Calibri"/>
              </a:rPr>
              <a:t>ể</a:t>
            </a:r>
            <a:r>
              <a:rPr lang="vi-VN" sz="2400">
                <a:latin typeface="Gill Sans MT"/>
                <a:cs typeface="Gill Sans MT"/>
              </a:rPr>
              <a:t>m O mà c</a:t>
            </a:r>
            <a:r>
              <a:rPr lang="vi-VN" sz="2400">
                <a:latin typeface="Calibri"/>
                <a:cs typeface="Calibri"/>
              </a:rPr>
              <a:t>ả </a:t>
            </a:r>
            <a:r>
              <a:rPr lang="vi-VN" sz="2400">
                <a:latin typeface="Gill Sans MT"/>
                <a:cs typeface="Gill Sans MT"/>
              </a:rPr>
              <a:t>hai đi</a:t>
            </a:r>
            <a:r>
              <a:rPr lang="vi-VN" sz="2400">
                <a:latin typeface="Calibri"/>
                <a:cs typeface="Calibri"/>
              </a:rPr>
              <a:t>ể</a:t>
            </a:r>
            <a:r>
              <a:rPr lang="vi-VN" sz="2400">
                <a:latin typeface="Gill Sans MT"/>
                <a:cs typeface="Gill Sans MT"/>
              </a:rPr>
              <a:t>m p, q đ</a:t>
            </a:r>
            <a:r>
              <a:rPr lang="vi-VN" sz="2400">
                <a:latin typeface="Calibri"/>
                <a:cs typeface="Calibri"/>
              </a:rPr>
              <a:t>ề</a:t>
            </a:r>
            <a:r>
              <a:rPr lang="vi-VN" sz="2400">
                <a:latin typeface="Gill Sans MT"/>
                <a:cs typeface="Gill Sans MT"/>
              </a:rPr>
              <a:t>u có th</a:t>
            </a:r>
            <a:r>
              <a:rPr lang="vi-VN" sz="2400">
                <a:latin typeface="Calibri"/>
                <a:cs typeface="Calibri"/>
              </a:rPr>
              <a:t>ể </a:t>
            </a:r>
            <a:r>
              <a:rPr lang="vi-VN" sz="2400">
                <a:latin typeface="Gill Sans MT"/>
                <a:cs typeface="Gill Sans MT"/>
              </a:rPr>
              <a:t>đ</a:t>
            </a:r>
            <a:r>
              <a:rPr lang="vi-VN" sz="2400">
                <a:latin typeface="Calibri"/>
                <a:cs typeface="Calibri"/>
              </a:rPr>
              <a:t>ế</a:t>
            </a:r>
            <a:r>
              <a:rPr lang="vi-VN" sz="2400">
                <a:latin typeface="Gill Sans MT"/>
                <a:cs typeface="Gill Sans MT"/>
              </a:rPr>
              <a:t>n đ</a:t>
            </a:r>
            <a:r>
              <a:rPr lang="vi-VN" sz="2400">
                <a:latin typeface="Calibri"/>
                <a:cs typeface="Calibri"/>
              </a:rPr>
              <a:t>ượ</a:t>
            </a:r>
            <a:r>
              <a:rPr lang="vi-VN" sz="2400">
                <a:latin typeface="Gill Sans MT"/>
                <a:cs typeface="Gill Sans MT"/>
              </a:rPr>
              <a:t>c theo tham s</a:t>
            </a:r>
            <a:r>
              <a:rPr lang="vi-VN" sz="2400">
                <a:latin typeface="Calibri"/>
                <a:cs typeface="Calibri"/>
              </a:rPr>
              <a:t>ố </a:t>
            </a:r>
            <a:r>
              <a:rPr lang="vi-VN" sz="2400">
                <a:latin typeface="Gill Sans MT"/>
                <a:cs typeface="Gill Sans MT"/>
              </a:rPr>
              <a:t>Eps và MinPts.</a:t>
            </a:r>
          </a:p>
          <a:p>
            <a:pPr marL="761365" lvl="1" indent="-393065">
              <a:lnSpc>
                <a:spcPct val="100000"/>
              </a:lnSpc>
              <a:spcBef>
                <a:spcPts val="20"/>
              </a:spcBef>
              <a:buClr>
                <a:srgbClr val="558ED5"/>
              </a:buClr>
              <a:buSzPct val="75000"/>
              <a:buFont typeface="Arial"/>
              <a:buChar char="□"/>
              <a:tabLst>
                <a:tab pos="761365" algn="l"/>
              </a:tabLst>
            </a:pPr>
            <a:r>
              <a:rPr lang="vi-VN" sz="2400">
                <a:latin typeface="Gill Sans MT"/>
                <a:cs typeface="Gill Sans MT"/>
              </a:rPr>
              <a:t>Liên thông m</a:t>
            </a:r>
            <a:r>
              <a:rPr lang="vi-VN" sz="2400">
                <a:latin typeface="Calibri"/>
                <a:cs typeface="Calibri"/>
              </a:rPr>
              <a:t>ậ</a:t>
            </a:r>
            <a:r>
              <a:rPr lang="vi-VN" sz="2400">
                <a:latin typeface="Gill Sans MT"/>
                <a:cs typeface="Gill Sans MT"/>
              </a:rPr>
              <a:t>t đ</a:t>
            </a:r>
            <a:r>
              <a:rPr lang="vi-VN" sz="2400">
                <a:latin typeface="Calibri"/>
                <a:cs typeface="Calibri"/>
              </a:rPr>
              <a:t>ộ </a:t>
            </a:r>
            <a:r>
              <a:rPr lang="vi-VN" sz="2400">
                <a:latin typeface="Gill Sans MT"/>
                <a:cs typeface="Gill Sans MT"/>
              </a:rPr>
              <a:t>có tính ch</a:t>
            </a:r>
            <a:r>
              <a:rPr lang="vi-VN" sz="2400">
                <a:latin typeface="Calibri"/>
                <a:cs typeface="Calibri"/>
              </a:rPr>
              <a:t>ấ</a:t>
            </a:r>
            <a:r>
              <a:rPr lang="vi-VN" sz="2400">
                <a:latin typeface="Gill Sans MT"/>
                <a:cs typeface="Gill Sans MT"/>
              </a:rPr>
              <a:t>t đ</a:t>
            </a:r>
            <a:r>
              <a:rPr lang="vi-VN" sz="2400">
                <a:latin typeface="Calibri"/>
                <a:cs typeface="Calibri"/>
              </a:rPr>
              <a:t>ố</a:t>
            </a:r>
            <a:r>
              <a:rPr lang="vi-VN" sz="2400">
                <a:latin typeface="Gill Sans MT"/>
                <a:cs typeface="Gill Sans MT"/>
              </a:rPr>
              <a:t>i x</a:t>
            </a:r>
            <a:r>
              <a:rPr lang="vi-VN" sz="2400">
                <a:latin typeface="Calibri"/>
                <a:cs typeface="Calibri"/>
              </a:rPr>
              <a:t>ứ</a:t>
            </a:r>
            <a:r>
              <a:rPr lang="vi-VN" sz="2400">
                <a:latin typeface="Gill Sans MT"/>
                <a:cs typeface="Gill Sans MT"/>
              </a:rPr>
              <a:t>ng và ph</a:t>
            </a:r>
            <a:r>
              <a:rPr lang="vi-VN" sz="2400">
                <a:latin typeface="Calibri"/>
                <a:cs typeface="Calibri"/>
              </a:rPr>
              <a:t>ả</a:t>
            </a:r>
            <a:r>
              <a:rPr lang="vi-VN" sz="2400">
                <a:latin typeface="Gill Sans MT"/>
                <a:cs typeface="Gill Sans MT"/>
              </a:rPr>
              <a:t>n x</a:t>
            </a:r>
            <a:r>
              <a:rPr lang="vi-VN" sz="2400">
                <a:latin typeface="Calibri"/>
                <a:cs typeface="Calibri"/>
              </a:rPr>
              <a:t>ạ</a:t>
            </a:r>
            <a:r>
              <a:rPr lang="vi-VN" sz="2400">
                <a:latin typeface="Gill Sans MT"/>
                <a:cs typeface="Gill Sans MT"/>
              </a:rPr>
              <a:t>.</a:t>
            </a:r>
          </a:p>
          <a:p>
            <a:endParaRPr lang="en-US"/>
          </a:p>
        </p:txBody>
      </p:sp>
      <p:sp>
        <p:nvSpPr>
          <p:cNvPr id="6" name="object 6"/>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114</a:t>
            </a:fld>
            <a:endParaRPr lang="en-US" dirty="0"/>
          </a:p>
        </p:txBody>
      </p:sp>
      <p:pic>
        <p:nvPicPr>
          <p:cNvPr id="4" name="object 4"/>
          <p:cNvPicPr/>
          <p:nvPr/>
        </p:nvPicPr>
        <p:blipFill>
          <a:blip r:embed="rId2" cstate="print"/>
          <a:stretch>
            <a:fillRect/>
          </a:stretch>
        </p:blipFill>
        <p:spPr>
          <a:xfrm>
            <a:off x="1822938" y="3716551"/>
            <a:ext cx="4955930" cy="2960987"/>
          </a:xfrm>
          <a:prstGeom prst="rect">
            <a:avLst/>
          </a:prstGeom>
        </p:spPr>
      </p:pic>
      <p:sp>
        <p:nvSpPr>
          <p:cNvPr id="5" name="object 5"/>
          <p:cNvSpPr/>
          <p:nvPr/>
        </p:nvSpPr>
        <p:spPr>
          <a:xfrm>
            <a:off x="7391400" y="3695700"/>
            <a:ext cx="0" cy="3086100"/>
          </a:xfrm>
          <a:custGeom>
            <a:avLst/>
            <a:gdLst/>
            <a:ahLst/>
            <a:cxnLst/>
            <a:rect l="l" t="t" r="r" b="b"/>
            <a:pathLst>
              <a:path h="3086100">
                <a:moveTo>
                  <a:pt x="0" y="3086099"/>
                </a:moveTo>
                <a:lnTo>
                  <a:pt x="0" y="0"/>
                </a:lnTo>
              </a:path>
            </a:pathLst>
          </a:custGeom>
          <a:ln w="3175">
            <a:solidFill>
              <a:srgbClr val="FEFEFE"/>
            </a:solidFill>
          </a:ln>
        </p:spPr>
        <p:txBody>
          <a:bodyPr wrap="square" lIns="0" tIns="0" rIns="0" bIns="0" rtlCol="0"/>
          <a:lstStyle/>
          <a:p>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365126"/>
            <a:ext cx="7886700" cy="1325563"/>
          </a:xfrm>
        </p:spPr>
        <p:txBody>
          <a:bodyPr vert="horz" wrap="square" lIns="0" tIns="207570" rIns="0" bIns="0" rtlCol="0">
            <a:spAutoFit/>
          </a:bodyPr>
          <a:lstStyle/>
          <a:p>
            <a:r>
              <a:rPr lang="en-US" dirty="0"/>
              <a:t>DBSCAN</a:t>
            </a:r>
          </a:p>
        </p:txBody>
      </p:sp>
      <p:sp>
        <p:nvSpPr>
          <p:cNvPr id="7" name="Content Placeholder 6">
            <a:extLst>
              <a:ext uri="{FF2B5EF4-FFF2-40B4-BE49-F238E27FC236}">
                <a16:creationId xmlns:a16="http://schemas.microsoft.com/office/drawing/2014/main" id="{B4B1195D-FBC5-3B39-3A8E-0FD96F9CFD01}"/>
              </a:ext>
            </a:extLst>
          </p:cNvPr>
          <p:cNvSpPr>
            <a:spLocks noGrp="1"/>
          </p:cNvSpPr>
          <p:nvPr>
            <p:ph idx="1"/>
          </p:nvPr>
        </p:nvSpPr>
        <p:spPr/>
        <p:txBody>
          <a:bodyPr/>
          <a:lstStyle/>
          <a:p>
            <a:pPr marL="354965" indent="-342265">
              <a:lnSpc>
                <a:spcPct val="100000"/>
              </a:lnSpc>
              <a:spcBef>
                <a:spcPts val="100"/>
              </a:spcBef>
              <a:buFont typeface="Arial"/>
              <a:buChar char="•"/>
              <a:tabLst>
                <a:tab pos="354965" algn="l"/>
              </a:tabLst>
            </a:pPr>
            <a:r>
              <a:rPr lang="vi-VN" sz="2400" b="1" dirty="0">
                <a:solidFill>
                  <a:srgbClr val="FF0066"/>
                </a:solidFill>
                <a:latin typeface="Gill Sans MT Bold"/>
                <a:cs typeface="Gill Sans MT Bold"/>
              </a:rPr>
              <a:t>Đ</a:t>
            </a:r>
            <a:r>
              <a:rPr lang="vi-VN" sz="2400" b="1" dirty="0">
                <a:solidFill>
                  <a:srgbClr val="FF0066"/>
                </a:solidFill>
                <a:latin typeface="Calibri"/>
                <a:cs typeface="Calibri"/>
              </a:rPr>
              <a:t>ị</a:t>
            </a:r>
            <a:r>
              <a:rPr lang="vi-VN" sz="2400" b="1" dirty="0">
                <a:solidFill>
                  <a:srgbClr val="FF0066"/>
                </a:solidFill>
                <a:latin typeface="Gill Sans MT Bold"/>
                <a:cs typeface="Gill Sans MT Bold"/>
              </a:rPr>
              <a:t>nh ngh</a:t>
            </a:r>
            <a:r>
              <a:rPr lang="vi-VN" sz="2400" b="1" dirty="0">
                <a:solidFill>
                  <a:srgbClr val="FF0066"/>
                </a:solidFill>
                <a:latin typeface="Calibri"/>
                <a:cs typeface="Calibri"/>
              </a:rPr>
              <a:t>ĩ</a:t>
            </a:r>
            <a:r>
              <a:rPr lang="vi-VN" sz="2400" b="1" dirty="0">
                <a:solidFill>
                  <a:srgbClr val="FF0066"/>
                </a:solidFill>
                <a:latin typeface="Gill Sans MT Bold"/>
                <a:cs typeface="Gill Sans MT Bold"/>
              </a:rPr>
              <a:t>a 5 </a:t>
            </a:r>
            <a:r>
              <a:rPr lang="vi-VN" sz="2400" i="1" dirty="0">
                <a:solidFill>
                  <a:srgbClr val="FF0066"/>
                </a:solidFill>
                <a:latin typeface="Gill Sans MT Italic"/>
                <a:cs typeface="Gill Sans MT Italic"/>
              </a:rPr>
              <a:t>: C</a:t>
            </a:r>
            <a:r>
              <a:rPr lang="vi-VN" sz="2400" i="1" dirty="0">
                <a:solidFill>
                  <a:srgbClr val="FF0066"/>
                </a:solidFill>
                <a:latin typeface="Calibri"/>
                <a:cs typeface="Calibri"/>
              </a:rPr>
              <a:t>ụ</a:t>
            </a:r>
            <a:r>
              <a:rPr lang="vi-VN" sz="2400" i="1" dirty="0">
                <a:solidFill>
                  <a:srgbClr val="FF0066"/>
                </a:solidFill>
                <a:latin typeface="Gill Sans MT Italic"/>
                <a:cs typeface="Gill Sans MT Italic"/>
              </a:rPr>
              <a:t>m (Clustering)</a:t>
            </a:r>
            <a:endParaRPr lang="vi-VN" sz="2400" dirty="0">
              <a:latin typeface="Gill Sans MT Italic"/>
              <a:cs typeface="Gill Sans MT Italic"/>
            </a:endParaRPr>
          </a:p>
          <a:p>
            <a:pPr marL="355600" marR="493395" indent="-342900">
              <a:lnSpc>
                <a:spcPct val="79900"/>
              </a:lnSpc>
              <a:spcBef>
                <a:spcPts val="595"/>
              </a:spcBef>
              <a:buFont typeface="Arial"/>
              <a:buChar char="•"/>
              <a:tabLst>
                <a:tab pos="355600" algn="l"/>
              </a:tabLst>
            </a:pPr>
            <a:r>
              <a:rPr lang="vi-VN" sz="2400" dirty="0">
                <a:latin typeface="Gill Sans MT"/>
                <a:cs typeface="Gill Sans MT"/>
              </a:rPr>
              <a:t>M</a:t>
            </a:r>
            <a:r>
              <a:rPr lang="vi-VN" sz="2400" dirty="0">
                <a:latin typeface="Calibri"/>
                <a:cs typeface="Calibri"/>
              </a:rPr>
              <a:t>ộ</a:t>
            </a:r>
            <a:r>
              <a:rPr lang="vi-VN" sz="2400" dirty="0">
                <a:latin typeface="Gill Sans MT"/>
                <a:cs typeface="Gill Sans MT"/>
              </a:rPr>
              <a:t>t t</a:t>
            </a:r>
            <a:r>
              <a:rPr lang="vi-VN" sz="2400" dirty="0">
                <a:latin typeface="Calibri"/>
                <a:cs typeface="Calibri"/>
              </a:rPr>
              <a:t>ậ</a:t>
            </a:r>
            <a:r>
              <a:rPr lang="vi-VN" sz="2400" dirty="0">
                <a:latin typeface="Gill Sans MT"/>
                <a:cs typeface="Gill Sans MT"/>
              </a:rPr>
              <a:t>p con C khác r</a:t>
            </a:r>
            <a:r>
              <a:rPr lang="vi-VN" sz="2400" dirty="0">
                <a:latin typeface="Calibri"/>
                <a:cs typeface="Calibri"/>
              </a:rPr>
              <a:t>ỗ</a:t>
            </a:r>
            <a:r>
              <a:rPr lang="vi-VN" sz="2400" dirty="0">
                <a:latin typeface="Gill Sans MT"/>
                <a:cs typeface="Gill Sans MT"/>
              </a:rPr>
              <a:t>ng c</a:t>
            </a:r>
            <a:r>
              <a:rPr lang="vi-VN" sz="2400" dirty="0">
                <a:latin typeface="Calibri"/>
                <a:cs typeface="Calibri"/>
              </a:rPr>
              <a:t>ủ</a:t>
            </a:r>
            <a:r>
              <a:rPr lang="vi-VN" sz="2400" dirty="0">
                <a:latin typeface="Gill Sans MT"/>
                <a:cs typeface="Gill Sans MT"/>
              </a:rPr>
              <a:t>a D đ</a:t>
            </a:r>
            <a:r>
              <a:rPr lang="vi-VN" sz="2400" dirty="0">
                <a:latin typeface="Calibri"/>
                <a:cs typeface="Calibri"/>
              </a:rPr>
              <a:t>ượ</a:t>
            </a:r>
            <a:r>
              <a:rPr lang="vi-VN" sz="2400" dirty="0">
                <a:latin typeface="Gill Sans MT"/>
                <a:cs typeface="Gill Sans MT"/>
              </a:rPr>
              <a:t>c g</a:t>
            </a:r>
            <a:r>
              <a:rPr lang="vi-VN" sz="2400" dirty="0">
                <a:latin typeface="Calibri"/>
                <a:cs typeface="Calibri"/>
              </a:rPr>
              <a:t>ọ</a:t>
            </a:r>
            <a:r>
              <a:rPr lang="vi-VN" sz="2400" dirty="0">
                <a:latin typeface="Gill Sans MT"/>
                <a:cs typeface="Gill Sans MT"/>
              </a:rPr>
              <a:t>i là m</a:t>
            </a:r>
            <a:r>
              <a:rPr lang="vi-VN" sz="2400" dirty="0">
                <a:latin typeface="Calibri"/>
                <a:cs typeface="Calibri"/>
              </a:rPr>
              <a:t>ộ</a:t>
            </a:r>
            <a:r>
              <a:rPr lang="vi-VN" sz="2400" dirty="0">
                <a:latin typeface="Gill Sans MT"/>
                <a:cs typeface="Gill Sans MT"/>
              </a:rPr>
              <a:t>t c</a:t>
            </a:r>
            <a:r>
              <a:rPr lang="vi-VN" sz="2400" dirty="0">
                <a:latin typeface="Calibri"/>
                <a:cs typeface="Calibri"/>
              </a:rPr>
              <a:t>ụ</a:t>
            </a:r>
            <a:r>
              <a:rPr lang="vi-VN" sz="2400" dirty="0">
                <a:latin typeface="Gill Sans MT"/>
                <a:cs typeface="Gill Sans MT"/>
              </a:rPr>
              <a:t>m (cluster) theo Eps và MinPts n</a:t>
            </a:r>
            <a:r>
              <a:rPr lang="vi-VN" sz="2400" dirty="0">
                <a:latin typeface="Calibri"/>
                <a:cs typeface="Calibri"/>
              </a:rPr>
              <a:t>ế</a:t>
            </a:r>
            <a:r>
              <a:rPr lang="vi-VN" sz="2400" dirty="0">
                <a:latin typeface="Gill Sans MT"/>
                <a:cs typeface="Gill Sans MT"/>
              </a:rPr>
              <a:t>u tho</a:t>
            </a:r>
            <a:r>
              <a:rPr lang="vi-VN" sz="2400" dirty="0">
                <a:latin typeface="Calibri"/>
                <a:cs typeface="Calibri"/>
              </a:rPr>
              <a:t>ả </a:t>
            </a:r>
            <a:r>
              <a:rPr lang="vi-VN" sz="2400" dirty="0">
                <a:latin typeface="Gill Sans MT"/>
                <a:cs typeface="Gill Sans MT"/>
              </a:rPr>
              <a:t>hai đi</a:t>
            </a:r>
            <a:r>
              <a:rPr lang="vi-VN" sz="2400" dirty="0">
                <a:latin typeface="Calibri"/>
                <a:cs typeface="Calibri"/>
              </a:rPr>
              <a:t>ề</a:t>
            </a:r>
            <a:r>
              <a:rPr lang="vi-VN" sz="2400" dirty="0">
                <a:latin typeface="Gill Sans MT"/>
                <a:cs typeface="Gill Sans MT"/>
              </a:rPr>
              <a:t>u ki</a:t>
            </a:r>
            <a:r>
              <a:rPr lang="vi-VN" sz="2400" dirty="0">
                <a:latin typeface="Calibri"/>
                <a:cs typeface="Calibri"/>
              </a:rPr>
              <a:t>ệ</a:t>
            </a:r>
            <a:r>
              <a:rPr lang="vi-VN" sz="2400" dirty="0">
                <a:latin typeface="Gill Sans MT"/>
                <a:cs typeface="Gill Sans MT"/>
              </a:rPr>
              <a:t>n :</a:t>
            </a:r>
          </a:p>
          <a:p>
            <a:pPr marL="761365" marR="50165" lvl="1" indent="-393700">
              <a:lnSpc>
                <a:spcPct val="79500"/>
              </a:lnSpc>
              <a:spcBef>
                <a:spcPts val="565"/>
              </a:spcBef>
              <a:buClr>
                <a:srgbClr val="558ED5"/>
              </a:buClr>
              <a:buSzPct val="77272"/>
              <a:buFont typeface="Arial"/>
              <a:buChar char="□"/>
              <a:tabLst>
                <a:tab pos="761365" algn="l"/>
              </a:tabLst>
            </a:pPr>
            <a:r>
              <a:rPr lang="vi-VN" sz="2200" dirty="0">
                <a:latin typeface="Symbol"/>
                <a:cs typeface="Symbol"/>
              </a:rPr>
              <a:t></a:t>
            </a:r>
            <a:r>
              <a:rPr lang="vi-VN" sz="2200" dirty="0">
                <a:latin typeface="Times New Roman"/>
                <a:cs typeface="Times New Roman"/>
              </a:rPr>
              <a:t> </a:t>
            </a:r>
            <a:r>
              <a:rPr lang="vi-VN" sz="2200" dirty="0">
                <a:latin typeface="Gill Sans MT"/>
                <a:cs typeface="Gill Sans MT"/>
              </a:rPr>
              <a:t>p,q </a:t>
            </a:r>
            <a:r>
              <a:rPr lang="vi-VN" sz="2200" dirty="0">
                <a:latin typeface="Symbol"/>
                <a:cs typeface="Symbol"/>
              </a:rPr>
              <a:t></a:t>
            </a:r>
            <a:r>
              <a:rPr lang="vi-VN" sz="2200" dirty="0">
                <a:latin typeface="Times New Roman"/>
                <a:cs typeface="Times New Roman"/>
              </a:rPr>
              <a:t> </a:t>
            </a:r>
            <a:r>
              <a:rPr lang="vi-VN" sz="2200" dirty="0">
                <a:latin typeface="Gill Sans MT"/>
                <a:cs typeface="Gill Sans MT"/>
              </a:rPr>
              <a:t>D, n</a:t>
            </a:r>
            <a:r>
              <a:rPr lang="vi-VN" sz="2200" dirty="0">
                <a:latin typeface="Calibri"/>
                <a:cs typeface="Calibri"/>
              </a:rPr>
              <a:t>ế</a:t>
            </a:r>
            <a:r>
              <a:rPr lang="vi-VN" sz="2200" dirty="0">
                <a:latin typeface="Gill Sans MT"/>
                <a:cs typeface="Gill Sans MT"/>
              </a:rPr>
              <a:t>u p </a:t>
            </a:r>
            <a:r>
              <a:rPr lang="vi-VN" sz="2200" dirty="0">
                <a:latin typeface="Symbol"/>
                <a:cs typeface="Symbol"/>
              </a:rPr>
              <a:t></a:t>
            </a:r>
            <a:r>
              <a:rPr lang="vi-VN" sz="2200" dirty="0">
                <a:latin typeface="Times New Roman"/>
                <a:cs typeface="Times New Roman"/>
              </a:rPr>
              <a:t> </a:t>
            </a:r>
            <a:r>
              <a:rPr lang="vi-VN" sz="2200" dirty="0">
                <a:latin typeface="Gill Sans MT"/>
                <a:cs typeface="Gill Sans MT"/>
              </a:rPr>
              <a:t>C, q có th</a:t>
            </a:r>
            <a:r>
              <a:rPr lang="vi-VN" sz="2200" dirty="0">
                <a:latin typeface="Calibri"/>
                <a:cs typeface="Calibri"/>
              </a:rPr>
              <a:t>ể </a:t>
            </a:r>
            <a:r>
              <a:rPr lang="vi-VN" sz="2200" dirty="0">
                <a:latin typeface="Gill Sans MT"/>
                <a:cs typeface="Gill Sans MT"/>
              </a:rPr>
              <a:t>đ</a:t>
            </a:r>
            <a:r>
              <a:rPr lang="vi-VN" sz="2200" dirty="0">
                <a:latin typeface="Calibri"/>
                <a:cs typeface="Calibri"/>
              </a:rPr>
              <a:t>ế</a:t>
            </a:r>
            <a:r>
              <a:rPr lang="vi-VN" sz="2200" dirty="0">
                <a:latin typeface="Gill Sans MT"/>
                <a:cs typeface="Gill Sans MT"/>
              </a:rPr>
              <a:t>n đ</a:t>
            </a:r>
            <a:r>
              <a:rPr lang="vi-VN" sz="2200" dirty="0">
                <a:latin typeface="Calibri"/>
                <a:cs typeface="Calibri"/>
              </a:rPr>
              <a:t>ượ</a:t>
            </a:r>
            <a:r>
              <a:rPr lang="vi-VN" sz="2200" dirty="0">
                <a:latin typeface="Gill Sans MT"/>
                <a:cs typeface="Gill Sans MT"/>
              </a:rPr>
              <a:t>c t</a:t>
            </a:r>
            <a:r>
              <a:rPr lang="vi-VN" sz="2200" dirty="0">
                <a:latin typeface="Calibri"/>
                <a:cs typeface="Calibri"/>
              </a:rPr>
              <a:t>ừ </a:t>
            </a:r>
            <a:r>
              <a:rPr lang="vi-VN" sz="2200" dirty="0">
                <a:latin typeface="Gill Sans MT"/>
                <a:cs typeface="Gill Sans MT"/>
              </a:rPr>
              <a:t>p theo Eps và MinPts thì q</a:t>
            </a:r>
            <a:r>
              <a:rPr lang="vi-VN" sz="2200" dirty="0">
                <a:latin typeface="Symbol"/>
                <a:cs typeface="Symbol"/>
              </a:rPr>
              <a:t></a:t>
            </a:r>
            <a:r>
              <a:rPr lang="vi-VN" sz="2200" dirty="0">
                <a:latin typeface="Gill Sans MT"/>
                <a:cs typeface="Gill Sans MT"/>
              </a:rPr>
              <a:t>C.</a:t>
            </a:r>
          </a:p>
          <a:p>
            <a:pPr marL="761365" lvl="1" indent="-393065">
              <a:lnSpc>
                <a:spcPct val="100000"/>
              </a:lnSpc>
              <a:spcBef>
                <a:spcPts val="60"/>
              </a:spcBef>
              <a:buClr>
                <a:srgbClr val="558ED5"/>
              </a:buClr>
              <a:buSzPct val="77272"/>
              <a:buFont typeface="Arial"/>
              <a:buChar char="□"/>
              <a:tabLst>
                <a:tab pos="761365" algn="l"/>
              </a:tabLst>
            </a:pPr>
            <a:r>
              <a:rPr lang="vi-VN" sz="2200" dirty="0">
                <a:latin typeface="Symbol"/>
                <a:cs typeface="Symbol"/>
              </a:rPr>
              <a:t></a:t>
            </a:r>
            <a:r>
              <a:rPr lang="vi-VN" sz="2200" dirty="0">
                <a:latin typeface="Times New Roman"/>
                <a:cs typeface="Times New Roman"/>
              </a:rPr>
              <a:t> </a:t>
            </a:r>
            <a:r>
              <a:rPr lang="vi-VN" sz="2200" dirty="0">
                <a:latin typeface="Gill Sans MT"/>
                <a:cs typeface="Gill Sans MT"/>
              </a:rPr>
              <a:t>p,q </a:t>
            </a:r>
            <a:r>
              <a:rPr lang="vi-VN" sz="2200" dirty="0">
                <a:latin typeface="Symbol"/>
                <a:cs typeface="Symbol"/>
              </a:rPr>
              <a:t></a:t>
            </a:r>
            <a:r>
              <a:rPr lang="vi-VN" sz="2200" dirty="0">
                <a:latin typeface="Times New Roman"/>
                <a:cs typeface="Times New Roman"/>
              </a:rPr>
              <a:t> </a:t>
            </a:r>
            <a:r>
              <a:rPr lang="vi-VN" sz="2200" dirty="0">
                <a:latin typeface="Gill Sans MT"/>
                <a:cs typeface="Gill Sans MT"/>
              </a:rPr>
              <a:t>C, p liên thông m</a:t>
            </a:r>
            <a:r>
              <a:rPr lang="vi-VN" sz="2200" dirty="0">
                <a:latin typeface="Calibri"/>
                <a:cs typeface="Calibri"/>
              </a:rPr>
              <a:t>ậ</a:t>
            </a:r>
            <a:r>
              <a:rPr lang="vi-VN" sz="2200" dirty="0">
                <a:latin typeface="Gill Sans MT"/>
                <a:cs typeface="Gill Sans MT"/>
              </a:rPr>
              <a:t>t đ</a:t>
            </a:r>
            <a:r>
              <a:rPr lang="vi-VN" sz="2200" dirty="0">
                <a:latin typeface="Calibri"/>
                <a:cs typeface="Calibri"/>
              </a:rPr>
              <a:t>ộ </a:t>
            </a:r>
            <a:r>
              <a:rPr lang="vi-VN" sz="2200" dirty="0">
                <a:latin typeface="Gill Sans MT"/>
                <a:cs typeface="Gill Sans MT"/>
              </a:rPr>
              <a:t>v</a:t>
            </a:r>
            <a:r>
              <a:rPr lang="vi-VN" sz="2200" dirty="0">
                <a:latin typeface="Calibri"/>
                <a:cs typeface="Calibri"/>
              </a:rPr>
              <a:t>ớ</a:t>
            </a:r>
            <a:r>
              <a:rPr lang="vi-VN" sz="2200" dirty="0">
                <a:latin typeface="Gill Sans MT"/>
                <a:cs typeface="Gill Sans MT"/>
              </a:rPr>
              <a:t>i q theo Eps và MinPts.</a:t>
            </a:r>
          </a:p>
          <a:p>
            <a:pPr marL="354965" indent="-342265">
              <a:lnSpc>
                <a:spcPct val="100000"/>
              </a:lnSpc>
              <a:spcBef>
                <a:spcPts val="2360"/>
              </a:spcBef>
              <a:buFont typeface="Arial"/>
              <a:buChar char="•"/>
              <a:tabLst>
                <a:tab pos="354965" algn="l"/>
              </a:tabLst>
            </a:pPr>
            <a:r>
              <a:rPr lang="vi-VN" sz="2400" b="1" dirty="0">
                <a:solidFill>
                  <a:srgbClr val="FF0066"/>
                </a:solidFill>
                <a:latin typeface="Gill Sans MT Bold"/>
                <a:cs typeface="Gill Sans MT Bold"/>
              </a:rPr>
              <a:t>Đ</a:t>
            </a:r>
            <a:r>
              <a:rPr lang="vi-VN" sz="2400" b="1" dirty="0">
                <a:solidFill>
                  <a:srgbClr val="FF0066"/>
                </a:solidFill>
                <a:latin typeface="Calibri"/>
                <a:cs typeface="Calibri"/>
              </a:rPr>
              <a:t>ị</a:t>
            </a:r>
            <a:r>
              <a:rPr lang="vi-VN" sz="2400" b="1" dirty="0">
                <a:solidFill>
                  <a:srgbClr val="FF0066"/>
                </a:solidFill>
                <a:latin typeface="Gill Sans MT Bold"/>
                <a:cs typeface="Gill Sans MT Bold"/>
              </a:rPr>
              <a:t>nh ngh</a:t>
            </a:r>
            <a:r>
              <a:rPr lang="vi-VN" sz="2400" b="1" dirty="0">
                <a:solidFill>
                  <a:srgbClr val="FF0066"/>
                </a:solidFill>
                <a:latin typeface="Calibri"/>
                <a:cs typeface="Calibri"/>
              </a:rPr>
              <a:t>ĩ</a:t>
            </a:r>
            <a:r>
              <a:rPr lang="vi-VN" sz="2400" b="1" dirty="0">
                <a:solidFill>
                  <a:srgbClr val="FF0066"/>
                </a:solidFill>
                <a:latin typeface="Gill Sans MT Bold"/>
                <a:cs typeface="Gill Sans MT Bold"/>
              </a:rPr>
              <a:t>a 6</a:t>
            </a:r>
            <a:r>
              <a:rPr lang="vi-VN" sz="2400" i="1" dirty="0">
                <a:solidFill>
                  <a:srgbClr val="FF0066"/>
                </a:solidFill>
                <a:latin typeface="Gill Sans MT Italic"/>
                <a:cs typeface="Gill Sans MT Italic"/>
              </a:rPr>
              <a:t>: D</a:t>
            </a:r>
            <a:r>
              <a:rPr lang="vi-VN" sz="2400" i="1" dirty="0">
                <a:solidFill>
                  <a:srgbClr val="FF0066"/>
                </a:solidFill>
                <a:latin typeface="Calibri"/>
                <a:cs typeface="Calibri"/>
              </a:rPr>
              <a:t>ữ </a:t>
            </a:r>
            <a:r>
              <a:rPr lang="vi-VN" sz="2400" i="1" dirty="0">
                <a:solidFill>
                  <a:srgbClr val="FF0066"/>
                </a:solidFill>
                <a:latin typeface="Gill Sans MT Italic"/>
                <a:cs typeface="Gill Sans MT Italic"/>
              </a:rPr>
              <a:t>li</a:t>
            </a:r>
            <a:r>
              <a:rPr lang="vi-VN" sz="2400" i="1" dirty="0">
                <a:solidFill>
                  <a:srgbClr val="FF0066"/>
                </a:solidFill>
                <a:latin typeface="Calibri"/>
                <a:cs typeface="Calibri"/>
              </a:rPr>
              <a:t>ệ</a:t>
            </a:r>
            <a:r>
              <a:rPr lang="vi-VN" sz="2400" i="1" dirty="0">
                <a:solidFill>
                  <a:srgbClr val="FF0066"/>
                </a:solidFill>
                <a:latin typeface="Gill Sans MT Italic"/>
                <a:cs typeface="Gill Sans MT Italic"/>
              </a:rPr>
              <a:t>u nhi</a:t>
            </a:r>
            <a:r>
              <a:rPr lang="vi-VN" sz="2400" i="1" dirty="0">
                <a:solidFill>
                  <a:srgbClr val="FF0066"/>
                </a:solidFill>
                <a:latin typeface="Calibri"/>
                <a:cs typeface="Calibri"/>
              </a:rPr>
              <a:t>ễ</a:t>
            </a:r>
            <a:r>
              <a:rPr lang="vi-VN" sz="2400" i="1" dirty="0">
                <a:solidFill>
                  <a:srgbClr val="FF0066"/>
                </a:solidFill>
                <a:latin typeface="Gill Sans MT Italic"/>
                <a:cs typeface="Gill Sans MT Italic"/>
              </a:rPr>
              <a:t>u (Noise)</a:t>
            </a:r>
            <a:endParaRPr lang="vi-VN" sz="2400" dirty="0">
              <a:latin typeface="Gill Sans MT Italic"/>
              <a:cs typeface="Gill Sans MT Italic"/>
            </a:endParaRPr>
          </a:p>
          <a:p>
            <a:pPr marL="761365" lvl="1" indent="-393065">
              <a:lnSpc>
                <a:spcPts val="2590"/>
              </a:lnSpc>
              <a:spcBef>
                <a:spcPts val="20"/>
              </a:spcBef>
              <a:buClr>
                <a:srgbClr val="558ED5"/>
              </a:buClr>
              <a:buSzPct val="75000"/>
              <a:buFont typeface="Arial"/>
              <a:buChar char="□"/>
              <a:tabLst>
                <a:tab pos="761365" algn="l"/>
              </a:tabLst>
            </a:pPr>
            <a:r>
              <a:rPr lang="vi-VN" sz="2400" dirty="0">
                <a:latin typeface="Gill Sans MT"/>
                <a:cs typeface="Gill Sans MT"/>
              </a:rPr>
              <a:t>Đi</a:t>
            </a:r>
            <a:r>
              <a:rPr lang="vi-VN" sz="2400" dirty="0">
                <a:latin typeface="Calibri"/>
                <a:cs typeface="Calibri"/>
              </a:rPr>
              <a:t>ể</a:t>
            </a:r>
            <a:r>
              <a:rPr lang="vi-VN" sz="2400" dirty="0">
                <a:latin typeface="Gill Sans MT"/>
                <a:cs typeface="Gill Sans MT"/>
              </a:rPr>
              <a:t>m nhi</a:t>
            </a:r>
            <a:r>
              <a:rPr lang="vi-VN" sz="2400" dirty="0">
                <a:latin typeface="Calibri"/>
                <a:cs typeface="Calibri"/>
              </a:rPr>
              <a:t>ễ</a:t>
            </a:r>
            <a:r>
              <a:rPr lang="vi-VN" sz="2400" dirty="0">
                <a:latin typeface="Gill Sans MT"/>
                <a:cs typeface="Gill Sans MT"/>
              </a:rPr>
              <a:t>u là đi</a:t>
            </a:r>
            <a:r>
              <a:rPr lang="vi-VN" sz="2400" dirty="0">
                <a:latin typeface="Calibri"/>
                <a:cs typeface="Calibri"/>
              </a:rPr>
              <a:t>ể</a:t>
            </a:r>
            <a:r>
              <a:rPr lang="vi-VN" sz="2400" dirty="0">
                <a:latin typeface="Gill Sans MT"/>
                <a:cs typeface="Gill Sans MT"/>
              </a:rPr>
              <a:t>m không thu</a:t>
            </a:r>
            <a:r>
              <a:rPr lang="vi-VN" sz="2400" dirty="0">
                <a:latin typeface="Calibri"/>
                <a:cs typeface="Calibri"/>
              </a:rPr>
              <a:t>ộ</a:t>
            </a:r>
            <a:r>
              <a:rPr lang="vi-VN" sz="2400" dirty="0">
                <a:latin typeface="Gill Sans MT"/>
                <a:cs typeface="Gill Sans MT"/>
              </a:rPr>
              <a:t>c vào c</a:t>
            </a:r>
            <a:r>
              <a:rPr lang="vi-VN" sz="2400" dirty="0">
                <a:latin typeface="Calibri"/>
                <a:cs typeface="Calibri"/>
              </a:rPr>
              <a:t>ụ</a:t>
            </a:r>
            <a:r>
              <a:rPr lang="vi-VN" sz="2400" dirty="0">
                <a:latin typeface="Gill Sans MT"/>
                <a:cs typeface="Gill Sans MT"/>
              </a:rPr>
              <a:t>m nào trong</a:t>
            </a:r>
          </a:p>
          <a:p>
            <a:pPr marL="761365">
              <a:lnSpc>
                <a:spcPts val="2590"/>
              </a:lnSpc>
            </a:pPr>
            <a:r>
              <a:rPr lang="vi-VN" sz="2400" dirty="0">
                <a:latin typeface="Gill Sans MT"/>
                <a:cs typeface="Gill Sans MT"/>
              </a:rPr>
              <a:t>các c</a:t>
            </a:r>
            <a:r>
              <a:rPr lang="vi-VN" sz="2400" dirty="0">
                <a:latin typeface="Calibri"/>
                <a:cs typeface="Calibri"/>
              </a:rPr>
              <a:t>ụ</a:t>
            </a:r>
            <a:r>
              <a:rPr lang="vi-VN" sz="2400" dirty="0">
                <a:latin typeface="Gill Sans MT"/>
                <a:cs typeface="Gill Sans MT"/>
              </a:rPr>
              <a:t>m C1, C2, …, Ck, t</a:t>
            </a:r>
            <a:r>
              <a:rPr lang="vi-VN" sz="2400" dirty="0">
                <a:latin typeface="Calibri"/>
                <a:cs typeface="Calibri"/>
              </a:rPr>
              <a:t>ứ</a:t>
            </a:r>
            <a:r>
              <a:rPr lang="vi-VN" sz="2400" dirty="0">
                <a:latin typeface="Gill Sans MT"/>
                <a:cs typeface="Gill Sans MT"/>
              </a:rPr>
              <a:t>c là Noise={p|</a:t>
            </a:r>
            <a:r>
              <a:rPr lang="vi-VN" sz="2400" dirty="0">
                <a:latin typeface="Symbol"/>
                <a:cs typeface="Symbol"/>
              </a:rPr>
              <a:t></a:t>
            </a:r>
            <a:r>
              <a:rPr lang="vi-VN" sz="2400" dirty="0">
                <a:latin typeface="Gill Sans MT"/>
                <a:cs typeface="Gill Sans MT"/>
              </a:rPr>
              <a:t>i=1..k,p</a:t>
            </a:r>
            <a:r>
              <a:rPr lang="vi-VN" sz="2400" dirty="0">
                <a:latin typeface="Symbol"/>
                <a:cs typeface="Symbol"/>
              </a:rPr>
              <a:t></a:t>
            </a:r>
            <a:r>
              <a:rPr lang="vi-VN" sz="2400" dirty="0">
                <a:latin typeface="Gill Sans MT"/>
                <a:cs typeface="Gill Sans MT"/>
              </a:rPr>
              <a:t>Ci}</a:t>
            </a:r>
          </a:p>
          <a:p>
            <a:endParaRPr lang="en-US" dirty="0"/>
          </a:p>
        </p:txBody>
      </p:sp>
      <p:sp>
        <p:nvSpPr>
          <p:cNvPr id="4" name="object 4"/>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115</a:t>
            </a:fld>
            <a:endParaRPr lang="en-US"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669193"/>
            <a:ext cx="7886700" cy="717428"/>
          </a:xfrm>
          <a:prstGeom prst="rect">
            <a:avLst/>
          </a:prstGeom>
        </p:spPr>
        <p:txBody>
          <a:bodyPr vert="horz" wrap="square" lIns="0" tIns="207570" rIns="0" bIns="0" rtlCol="0">
            <a:spAutoFit/>
          </a:bodyPr>
          <a:lstStyle/>
          <a:p>
            <a:pPr marL="417195">
              <a:lnSpc>
                <a:spcPct val="100000"/>
              </a:lnSpc>
              <a:spcBef>
                <a:spcPts val="100"/>
              </a:spcBef>
            </a:pPr>
            <a:r>
              <a:rPr spc="-10" dirty="0"/>
              <a:t>DBSCAN</a:t>
            </a:r>
          </a:p>
        </p:txBody>
      </p:sp>
      <p:sp>
        <p:nvSpPr>
          <p:cNvPr id="4" name="object 4"/>
          <p:cNvSpPr txBox="1">
            <a:spLocks noGrp="1"/>
          </p:cNvSpPr>
          <p:nvPr>
            <p:ph type="sldNum" sz="quarter" idx="12"/>
          </p:nvPr>
        </p:nvSpPr>
        <p:spPr>
          <a:prstGeom prst="rect">
            <a:avLst/>
          </a:prstGeom>
        </p:spPr>
        <p:txBody>
          <a:bodyPr vert="horz" wrap="square" lIns="0" tIns="3810" rIns="0" bIns="0" rtlCol="0">
            <a:spAutoFit/>
          </a:bodyPr>
          <a:lstStyle/>
          <a:p>
            <a:pPr marL="38100">
              <a:lnSpc>
                <a:spcPct val="100000"/>
              </a:lnSpc>
              <a:spcBef>
                <a:spcPts val="30"/>
              </a:spcBef>
            </a:pPr>
            <a:fld id="{81D60167-4931-47E6-BA6A-407CBD079E47}" type="slidenum">
              <a:rPr spc="-25" dirty="0"/>
              <a:t>116</a:t>
            </a:fld>
            <a:endParaRPr spc="-25" dirty="0"/>
          </a:p>
        </p:txBody>
      </p:sp>
      <p:pic>
        <p:nvPicPr>
          <p:cNvPr id="3" name="object 3"/>
          <p:cNvPicPr/>
          <p:nvPr/>
        </p:nvPicPr>
        <p:blipFill>
          <a:blip r:embed="rId2" cstate="print"/>
          <a:stretch>
            <a:fillRect/>
          </a:stretch>
        </p:blipFill>
        <p:spPr>
          <a:xfrm>
            <a:off x="1002757" y="2403931"/>
            <a:ext cx="7504525" cy="2935110"/>
          </a:xfrm>
          <a:prstGeom prst="rect">
            <a:avLst/>
          </a:prstGeom>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365126"/>
            <a:ext cx="7886700" cy="1325563"/>
          </a:xfrm>
        </p:spPr>
        <p:txBody>
          <a:bodyPr vert="horz" wrap="square" lIns="0" tIns="207570" rIns="0" bIns="0" rtlCol="0">
            <a:spAutoFit/>
          </a:bodyPr>
          <a:lstStyle/>
          <a:p>
            <a:r>
              <a:rPr lang="en-US" dirty="0"/>
              <a:t>DBSCAN</a:t>
            </a:r>
          </a:p>
        </p:txBody>
      </p:sp>
      <p:sp>
        <p:nvSpPr>
          <p:cNvPr id="7" name="Content Placeholder 6">
            <a:extLst>
              <a:ext uri="{FF2B5EF4-FFF2-40B4-BE49-F238E27FC236}">
                <a16:creationId xmlns:a16="http://schemas.microsoft.com/office/drawing/2014/main" id="{D30A1C52-D72B-C774-90F5-20539948DC30}"/>
              </a:ext>
            </a:extLst>
          </p:cNvPr>
          <p:cNvSpPr>
            <a:spLocks noGrp="1"/>
          </p:cNvSpPr>
          <p:nvPr>
            <p:ph idx="1"/>
          </p:nvPr>
        </p:nvSpPr>
        <p:spPr/>
        <p:txBody>
          <a:bodyPr/>
          <a:lstStyle/>
          <a:p>
            <a:pPr marL="355600" marR="278765" indent="-342900">
              <a:lnSpc>
                <a:spcPts val="2700"/>
              </a:lnSpc>
              <a:spcBef>
                <a:spcPts val="740"/>
              </a:spcBef>
              <a:buFont typeface="Arial"/>
              <a:buChar char="•"/>
              <a:tabLst>
                <a:tab pos="355600" algn="l"/>
              </a:tabLst>
            </a:pPr>
            <a:r>
              <a:rPr lang="vi-VN" sz="2800">
                <a:latin typeface="Gill Sans MT"/>
                <a:cs typeface="Gill Sans MT"/>
              </a:rPr>
              <a:t>V</a:t>
            </a:r>
            <a:r>
              <a:rPr lang="vi-VN" sz="2800">
                <a:latin typeface="Calibri"/>
                <a:cs typeface="Calibri"/>
              </a:rPr>
              <a:t>ớ</a:t>
            </a:r>
            <a:r>
              <a:rPr lang="vi-VN" sz="2800">
                <a:latin typeface="Gill Sans MT"/>
                <a:cs typeface="Gill Sans MT"/>
              </a:rPr>
              <a:t>i hai tham s</a:t>
            </a:r>
            <a:r>
              <a:rPr lang="vi-VN" sz="2800">
                <a:latin typeface="Calibri"/>
                <a:cs typeface="Calibri"/>
              </a:rPr>
              <a:t>ố </a:t>
            </a:r>
            <a:r>
              <a:rPr lang="vi-VN" sz="2800">
                <a:latin typeface="Gill Sans MT"/>
                <a:cs typeface="Gill Sans MT"/>
              </a:rPr>
              <a:t>Eps và MinPts cho tr</a:t>
            </a:r>
            <a:r>
              <a:rPr lang="vi-VN" sz="2800">
                <a:latin typeface="Calibri"/>
                <a:cs typeface="Calibri"/>
              </a:rPr>
              <a:t>ướ</a:t>
            </a:r>
            <a:r>
              <a:rPr lang="vi-VN" sz="2800">
                <a:latin typeface="Gill Sans MT"/>
                <a:cs typeface="Gill Sans MT"/>
              </a:rPr>
              <a:t>c, có th</a:t>
            </a:r>
            <a:r>
              <a:rPr lang="vi-VN" sz="2800">
                <a:latin typeface="Calibri"/>
                <a:cs typeface="Calibri"/>
              </a:rPr>
              <a:t>ể </a:t>
            </a:r>
            <a:r>
              <a:rPr lang="vi-VN" sz="2800">
                <a:latin typeface="Gill Sans MT"/>
                <a:cs typeface="Gill Sans MT"/>
              </a:rPr>
              <a:t>khám phá các c</a:t>
            </a:r>
            <a:r>
              <a:rPr lang="vi-VN" sz="2800">
                <a:latin typeface="Calibri"/>
                <a:cs typeface="Calibri"/>
              </a:rPr>
              <a:t>ụ</a:t>
            </a:r>
            <a:r>
              <a:rPr lang="vi-VN" sz="2800">
                <a:latin typeface="Gill Sans MT"/>
                <a:cs typeface="Gill Sans MT"/>
              </a:rPr>
              <a:t>m theo hai b</a:t>
            </a:r>
            <a:r>
              <a:rPr lang="vi-VN" sz="2800">
                <a:latin typeface="Calibri"/>
                <a:cs typeface="Calibri"/>
              </a:rPr>
              <a:t>ướ</a:t>
            </a:r>
            <a:r>
              <a:rPr lang="vi-VN" sz="2800">
                <a:latin typeface="Gill Sans MT"/>
                <a:cs typeface="Gill Sans MT"/>
              </a:rPr>
              <a:t>c:</a:t>
            </a:r>
          </a:p>
          <a:p>
            <a:pPr marL="367665" marR="5080" lvl="1" indent="0">
              <a:lnSpc>
                <a:spcPct val="79900"/>
              </a:lnSpc>
              <a:buClr>
                <a:srgbClr val="558ED5"/>
              </a:buClr>
              <a:buSzPct val="75000"/>
              <a:buNone/>
              <a:tabLst>
                <a:tab pos="761365" algn="l"/>
              </a:tabLst>
            </a:pPr>
            <a:r>
              <a:rPr lang="vi-VN" sz="2400" i="1">
                <a:solidFill>
                  <a:srgbClr val="FF0066"/>
                </a:solidFill>
                <a:latin typeface="Gill Sans MT Italic"/>
                <a:cs typeface="Gill Sans MT Italic"/>
              </a:rPr>
              <a:t>B</a:t>
            </a:r>
            <a:r>
              <a:rPr lang="vi-VN" sz="2400" i="1">
                <a:solidFill>
                  <a:srgbClr val="FF0066"/>
                </a:solidFill>
                <a:latin typeface="Calibri"/>
                <a:cs typeface="Calibri"/>
              </a:rPr>
              <a:t>ướ</a:t>
            </a:r>
            <a:r>
              <a:rPr lang="vi-VN" sz="2400" i="1">
                <a:solidFill>
                  <a:srgbClr val="FF0066"/>
                </a:solidFill>
                <a:latin typeface="Gill Sans MT Italic"/>
                <a:cs typeface="Gill Sans MT Italic"/>
              </a:rPr>
              <a:t>c 1</a:t>
            </a:r>
            <a:r>
              <a:rPr lang="vi-VN" sz="2400">
                <a:latin typeface="Gill Sans MT"/>
                <a:cs typeface="Gill Sans MT"/>
              </a:rPr>
              <a:t>: Ch</a:t>
            </a:r>
            <a:r>
              <a:rPr lang="vi-VN" sz="2400">
                <a:latin typeface="Calibri"/>
                <a:cs typeface="Calibri"/>
              </a:rPr>
              <a:t>ọ</a:t>
            </a:r>
            <a:r>
              <a:rPr lang="vi-VN" sz="2400">
                <a:latin typeface="Gill Sans MT"/>
                <a:cs typeface="Gill Sans MT"/>
              </a:rPr>
              <a:t>n m</a:t>
            </a:r>
            <a:r>
              <a:rPr lang="vi-VN" sz="2400">
                <a:latin typeface="Calibri"/>
                <a:cs typeface="Calibri"/>
              </a:rPr>
              <a:t>ộ</a:t>
            </a:r>
            <a:r>
              <a:rPr lang="vi-VN" sz="2400">
                <a:latin typeface="Gill Sans MT"/>
                <a:cs typeface="Gill Sans MT"/>
              </a:rPr>
              <a:t>t đi</a:t>
            </a:r>
            <a:r>
              <a:rPr lang="vi-VN" sz="2400">
                <a:latin typeface="Calibri"/>
                <a:cs typeface="Calibri"/>
              </a:rPr>
              <a:t>ể</a:t>
            </a:r>
            <a:r>
              <a:rPr lang="vi-VN" sz="2400">
                <a:latin typeface="Gill Sans MT"/>
                <a:cs typeface="Gill Sans MT"/>
              </a:rPr>
              <a:t>m b</a:t>
            </a:r>
            <a:r>
              <a:rPr lang="vi-VN" sz="2400">
                <a:latin typeface="Calibri"/>
                <a:cs typeface="Calibri"/>
              </a:rPr>
              <a:t>ấ</a:t>
            </a:r>
            <a:r>
              <a:rPr lang="vi-VN" sz="2400">
                <a:latin typeface="Gill Sans MT"/>
                <a:cs typeface="Gill Sans MT"/>
              </a:rPr>
              <a:t>t k</a:t>
            </a:r>
            <a:r>
              <a:rPr lang="vi-VN" sz="2400">
                <a:latin typeface="Calibri"/>
                <a:cs typeface="Calibri"/>
              </a:rPr>
              <a:t>ỳ </a:t>
            </a:r>
            <a:r>
              <a:rPr lang="vi-VN" sz="2400">
                <a:latin typeface="Gill Sans MT"/>
                <a:cs typeface="Gill Sans MT"/>
              </a:rPr>
              <a:t>t</a:t>
            </a:r>
            <a:r>
              <a:rPr lang="vi-VN" sz="2400">
                <a:latin typeface="Calibri"/>
                <a:cs typeface="Calibri"/>
              </a:rPr>
              <a:t>ừ </a:t>
            </a:r>
            <a:r>
              <a:rPr lang="vi-VN" sz="2400">
                <a:latin typeface="Gill Sans MT"/>
                <a:cs typeface="Gill Sans MT"/>
              </a:rPr>
              <a:t>t</a:t>
            </a:r>
            <a:r>
              <a:rPr lang="vi-VN" sz="2400">
                <a:latin typeface="Calibri"/>
                <a:cs typeface="Calibri"/>
              </a:rPr>
              <a:t>ậ</a:t>
            </a:r>
            <a:r>
              <a:rPr lang="vi-VN" sz="2400">
                <a:latin typeface="Gill Sans MT"/>
                <a:cs typeface="Gill Sans MT"/>
              </a:rPr>
              <a:t>p DL ban đ</a:t>
            </a:r>
            <a:r>
              <a:rPr lang="vi-VN" sz="2400">
                <a:latin typeface="Calibri"/>
                <a:cs typeface="Calibri"/>
              </a:rPr>
              <a:t>ầ</a:t>
            </a:r>
            <a:r>
              <a:rPr lang="vi-VN" sz="2400">
                <a:latin typeface="Gill Sans MT"/>
                <a:cs typeface="Gill Sans MT"/>
              </a:rPr>
              <a:t>u tho</a:t>
            </a:r>
            <a:r>
              <a:rPr lang="vi-VN" sz="2400">
                <a:latin typeface="Calibri"/>
                <a:cs typeface="Calibri"/>
              </a:rPr>
              <a:t>ả </a:t>
            </a:r>
            <a:r>
              <a:rPr lang="vi-VN" sz="2400">
                <a:latin typeface="Gill Sans MT"/>
                <a:cs typeface="Gill Sans MT"/>
              </a:rPr>
              <a:t>mãn đi</a:t>
            </a:r>
            <a:r>
              <a:rPr lang="vi-VN" sz="2400">
                <a:latin typeface="Calibri"/>
                <a:cs typeface="Calibri"/>
              </a:rPr>
              <a:t>ề</a:t>
            </a:r>
            <a:r>
              <a:rPr lang="vi-VN" sz="2400">
                <a:latin typeface="Gill Sans MT"/>
                <a:cs typeface="Gill Sans MT"/>
              </a:rPr>
              <a:t>u ki</a:t>
            </a:r>
            <a:r>
              <a:rPr lang="vi-VN" sz="2400">
                <a:latin typeface="Calibri"/>
                <a:cs typeface="Calibri"/>
              </a:rPr>
              <a:t>ệ</a:t>
            </a:r>
            <a:r>
              <a:rPr lang="vi-VN" sz="2400">
                <a:latin typeface="Gill Sans MT"/>
                <a:cs typeface="Gill Sans MT"/>
              </a:rPr>
              <a:t>n nhân.</a:t>
            </a:r>
          </a:p>
          <a:p>
            <a:pPr marL="367665" marR="42545" lvl="1" indent="0">
              <a:lnSpc>
                <a:spcPct val="79900"/>
              </a:lnSpc>
              <a:buClr>
                <a:srgbClr val="558ED5"/>
              </a:buClr>
              <a:buSzPct val="75000"/>
              <a:buNone/>
              <a:tabLst>
                <a:tab pos="761365" algn="l"/>
              </a:tabLst>
            </a:pPr>
            <a:r>
              <a:rPr lang="vi-VN" sz="2400" i="1">
                <a:solidFill>
                  <a:srgbClr val="FF0066"/>
                </a:solidFill>
                <a:latin typeface="Gill Sans MT Italic"/>
                <a:cs typeface="Gill Sans MT Italic"/>
              </a:rPr>
              <a:t>B</a:t>
            </a:r>
            <a:r>
              <a:rPr lang="vi-VN" sz="2400" i="1">
                <a:solidFill>
                  <a:srgbClr val="FF0066"/>
                </a:solidFill>
                <a:latin typeface="Calibri"/>
                <a:cs typeface="Calibri"/>
              </a:rPr>
              <a:t>ướ</a:t>
            </a:r>
            <a:r>
              <a:rPr lang="vi-VN" sz="2400" i="1">
                <a:solidFill>
                  <a:srgbClr val="FF0066"/>
                </a:solidFill>
                <a:latin typeface="Gill Sans MT Italic"/>
                <a:cs typeface="Gill Sans MT Italic"/>
              </a:rPr>
              <a:t>c 2</a:t>
            </a:r>
            <a:r>
              <a:rPr lang="vi-VN" sz="2400">
                <a:latin typeface="Gill Sans MT"/>
                <a:cs typeface="Gill Sans MT"/>
              </a:rPr>
              <a:t>: L</a:t>
            </a:r>
            <a:r>
              <a:rPr lang="vi-VN" sz="2400">
                <a:latin typeface="Calibri"/>
                <a:cs typeface="Calibri"/>
              </a:rPr>
              <a:t>ấ</a:t>
            </a:r>
            <a:r>
              <a:rPr lang="vi-VN" sz="2400">
                <a:latin typeface="Gill Sans MT"/>
                <a:cs typeface="Gill Sans MT"/>
              </a:rPr>
              <a:t>y t</a:t>
            </a:r>
            <a:r>
              <a:rPr lang="vi-VN" sz="2400">
                <a:latin typeface="Calibri"/>
                <a:cs typeface="Calibri"/>
              </a:rPr>
              <a:t>ấ</a:t>
            </a:r>
            <a:r>
              <a:rPr lang="vi-VN" sz="2400">
                <a:latin typeface="Gill Sans MT"/>
                <a:cs typeface="Gill Sans MT"/>
              </a:rPr>
              <a:t>t c</a:t>
            </a:r>
            <a:r>
              <a:rPr lang="vi-VN" sz="2400">
                <a:latin typeface="Calibri"/>
                <a:cs typeface="Calibri"/>
              </a:rPr>
              <a:t>ả </a:t>
            </a:r>
            <a:r>
              <a:rPr lang="vi-VN" sz="2400">
                <a:latin typeface="Gill Sans MT"/>
                <a:cs typeface="Gill Sans MT"/>
              </a:rPr>
              <a:t>các đi</a:t>
            </a:r>
            <a:r>
              <a:rPr lang="vi-VN" sz="2400">
                <a:latin typeface="Calibri"/>
                <a:cs typeface="Calibri"/>
              </a:rPr>
              <a:t>ể</a:t>
            </a:r>
            <a:r>
              <a:rPr lang="vi-VN" sz="2400">
                <a:latin typeface="Gill Sans MT"/>
                <a:cs typeface="Gill Sans MT"/>
              </a:rPr>
              <a:t>m đ</a:t>
            </a:r>
            <a:r>
              <a:rPr lang="vi-VN" sz="2400">
                <a:latin typeface="Calibri"/>
                <a:cs typeface="Calibri"/>
              </a:rPr>
              <a:t>ế</a:t>
            </a:r>
            <a:r>
              <a:rPr lang="vi-VN" sz="2400">
                <a:latin typeface="Gill Sans MT"/>
                <a:cs typeface="Gill Sans MT"/>
              </a:rPr>
              <a:t>n đ</a:t>
            </a:r>
            <a:r>
              <a:rPr lang="vi-VN" sz="2400">
                <a:latin typeface="Calibri"/>
                <a:cs typeface="Calibri"/>
              </a:rPr>
              <a:t>ượ</a:t>
            </a:r>
            <a:r>
              <a:rPr lang="vi-VN" sz="2400">
                <a:latin typeface="Gill Sans MT"/>
                <a:cs typeface="Gill Sans MT"/>
              </a:rPr>
              <a:t>c m</a:t>
            </a:r>
            <a:r>
              <a:rPr lang="vi-VN" sz="2400">
                <a:latin typeface="Calibri"/>
                <a:cs typeface="Calibri"/>
              </a:rPr>
              <a:t>ậ</a:t>
            </a:r>
            <a:r>
              <a:rPr lang="vi-VN" sz="2400">
                <a:latin typeface="Gill Sans MT"/>
                <a:cs typeface="Gill Sans MT"/>
              </a:rPr>
              <a:t>t đ</a:t>
            </a:r>
            <a:r>
              <a:rPr lang="vi-VN" sz="2400">
                <a:latin typeface="Calibri"/>
                <a:cs typeface="Calibri"/>
              </a:rPr>
              <a:t>ộ </a:t>
            </a:r>
            <a:r>
              <a:rPr lang="vi-VN" sz="2400">
                <a:latin typeface="Gill Sans MT"/>
                <a:cs typeface="Gill Sans MT"/>
              </a:rPr>
              <a:t>v</a:t>
            </a:r>
            <a:r>
              <a:rPr lang="vi-VN" sz="2400">
                <a:latin typeface="Calibri"/>
                <a:cs typeface="Calibri"/>
              </a:rPr>
              <a:t>ớ</a:t>
            </a:r>
            <a:r>
              <a:rPr lang="vi-VN" sz="2400">
                <a:latin typeface="Gill Sans MT"/>
                <a:cs typeface="Gill Sans MT"/>
              </a:rPr>
              <a:t>i đi</a:t>
            </a:r>
            <a:r>
              <a:rPr lang="vi-VN" sz="2400">
                <a:latin typeface="Calibri"/>
                <a:cs typeface="Calibri"/>
              </a:rPr>
              <a:t>ể</a:t>
            </a:r>
            <a:r>
              <a:rPr lang="vi-VN" sz="2400">
                <a:latin typeface="Gill Sans MT"/>
                <a:cs typeface="Gill Sans MT"/>
              </a:rPr>
              <a:t>m nhân đã ch</a:t>
            </a:r>
            <a:r>
              <a:rPr lang="vi-VN" sz="2400">
                <a:latin typeface="Calibri"/>
                <a:cs typeface="Calibri"/>
              </a:rPr>
              <a:t>ọ</a:t>
            </a:r>
            <a:r>
              <a:rPr lang="vi-VN" sz="2400">
                <a:latin typeface="Gill Sans MT"/>
                <a:cs typeface="Gill Sans MT"/>
              </a:rPr>
              <a:t>n </a:t>
            </a:r>
            <a:r>
              <a:rPr lang="vi-VN" sz="2400">
                <a:latin typeface="Calibri"/>
                <a:cs typeface="Calibri"/>
              </a:rPr>
              <a:t>ở </a:t>
            </a:r>
            <a:r>
              <a:rPr lang="vi-VN" sz="2400">
                <a:latin typeface="Gill Sans MT"/>
                <a:cs typeface="Gill Sans MT"/>
              </a:rPr>
              <a:t>trên đ</a:t>
            </a:r>
            <a:r>
              <a:rPr lang="vi-VN" sz="2400">
                <a:latin typeface="Calibri"/>
                <a:cs typeface="Calibri"/>
              </a:rPr>
              <a:t>ể </a:t>
            </a:r>
            <a:r>
              <a:rPr lang="vi-VN" sz="2400">
                <a:latin typeface="Gill Sans MT"/>
                <a:cs typeface="Gill Sans MT"/>
              </a:rPr>
              <a:t>t</a:t>
            </a:r>
            <a:r>
              <a:rPr lang="vi-VN" sz="2400">
                <a:latin typeface="Calibri"/>
                <a:cs typeface="Calibri"/>
              </a:rPr>
              <a:t>ạ</a:t>
            </a:r>
            <a:r>
              <a:rPr lang="vi-VN" sz="2400">
                <a:latin typeface="Gill Sans MT"/>
                <a:cs typeface="Gill Sans MT"/>
              </a:rPr>
              <a:t>o thành c</a:t>
            </a:r>
            <a:r>
              <a:rPr lang="vi-VN" sz="2400">
                <a:latin typeface="Calibri"/>
                <a:cs typeface="Calibri"/>
              </a:rPr>
              <a:t>ụ</a:t>
            </a:r>
            <a:r>
              <a:rPr lang="vi-VN" sz="2400">
                <a:latin typeface="Gill Sans MT"/>
                <a:cs typeface="Gill Sans MT"/>
              </a:rPr>
              <a:t>m.</a:t>
            </a:r>
          </a:p>
          <a:p>
            <a:endParaRPr lang="en-US"/>
          </a:p>
        </p:txBody>
      </p:sp>
      <p:sp>
        <p:nvSpPr>
          <p:cNvPr id="4" name="object 4"/>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117</a:t>
            </a:fld>
            <a:endParaRPr lang="en-US"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628650" y="365126"/>
            <a:ext cx="7886700" cy="1325563"/>
          </a:xfrm>
          <a:prstGeom prst="rect">
            <a:avLst/>
          </a:prstGeom>
        </p:spPr>
        <p:txBody>
          <a:bodyPr vert="horz" wrap="square" lIns="0" tIns="207570" rIns="0" bIns="0" rtlCol="0">
            <a:spAutoFit/>
          </a:bodyPr>
          <a:lstStyle/>
          <a:p>
            <a:pPr marL="417195">
              <a:lnSpc>
                <a:spcPct val="100000"/>
              </a:lnSpc>
              <a:spcBef>
                <a:spcPts val="100"/>
              </a:spcBef>
            </a:pPr>
            <a:r>
              <a:rPr lang="en-US" spc="-10"/>
              <a:t>DBSCAN</a:t>
            </a:r>
            <a:endParaRPr lang="en-US" spc="-10" dirty="0"/>
          </a:p>
        </p:txBody>
      </p:sp>
      <p:sp>
        <p:nvSpPr>
          <p:cNvPr id="5" name="Content Placeholder 4">
            <a:extLst>
              <a:ext uri="{FF2B5EF4-FFF2-40B4-BE49-F238E27FC236}">
                <a16:creationId xmlns:a16="http://schemas.microsoft.com/office/drawing/2014/main" id="{1BA8F02B-6A6B-4AC9-B9D6-6627A33B7D94}"/>
              </a:ext>
            </a:extLst>
          </p:cNvPr>
          <p:cNvSpPr>
            <a:spLocks noGrp="1"/>
          </p:cNvSpPr>
          <p:nvPr>
            <p:ph idx="1"/>
          </p:nvPr>
        </p:nvSpPr>
        <p:spPr>
          <a:xfrm>
            <a:off x="838200" y="1690689"/>
            <a:ext cx="7886700" cy="4351338"/>
          </a:xfrm>
        </p:spPr>
        <p:txBody>
          <a:bodyPr>
            <a:normAutofit fontScale="70000" lnSpcReduction="20000"/>
          </a:bodyPr>
          <a:lstStyle/>
          <a:p>
            <a:endParaRPr lang="en-US" dirty="0"/>
          </a:p>
          <a:p>
            <a:r>
              <a:rPr lang="en-US" dirty="0"/>
              <a:t>E </a:t>
            </a:r>
            <a:r>
              <a:rPr lang="en-US" dirty="0" err="1"/>
              <a:t>Loại</a:t>
            </a:r>
            <a:r>
              <a:rPr lang="en-US" dirty="0"/>
              <a:t> </a:t>
            </a:r>
            <a:r>
              <a:rPr lang="en-US" dirty="0" err="1"/>
              <a:t>bỏ</a:t>
            </a:r>
            <a:r>
              <a:rPr lang="en-US" dirty="0"/>
              <a:t> </a:t>
            </a:r>
            <a:r>
              <a:rPr lang="en-US" dirty="0" err="1"/>
              <a:t>các</a:t>
            </a:r>
            <a:r>
              <a:rPr lang="en-US" dirty="0"/>
              <a:t> </a:t>
            </a:r>
            <a:r>
              <a:rPr lang="en-US" dirty="0" err="1"/>
              <a:t>điểm</a:t>
            </a:r>
            <a:r>
              <a:rPr lang="en-US" dirty="0"/>
              <a:t> </a:t>
            </a:r>
            <a:r>
              <a:rPr lang="en-US" dirty="0" err="1"/>
              <a:t>nhiễu</a:t>
            </a:r>
            <a:endParaRPr lang="en-US" dirty="0"/>
          </a:p>
          <a:p>
            <a:r>
              <a:rPr lang="en-US" dirty="0" err="1"/>
              <a:t>Thực</a:t>
            </a:r>
            <a:r>
              <a:rPr lang="en-US" dirty="0"/>
              <a:t> </a:t>
            </a:r>
            <a:r>
              <a:rPr lang="en-US" dirty="0" err="1"/>
              <a:t>hiện</a:t>
            </a:r>
            <a:r>
              <a:rPr lang="en-US" dirty="0"/>
              <a:t> </a:t>
            </a:r>
            <a:r>
              <a:rPr lang="en-US" dirty="0" err="1"/>
              <a:t>phân</a:t>
            </a:r>
            <a:r>
              <a:rPr lang="en-US" dirty="0"/>
              <a:t> </a:t>
            </a:r>
            <a:r>
              <a:rPr lang="en-US" dirty="0" err="1"/>
              <a:t>cụm</a:t>
            </a:r>
            <a:r>
              <a:rPr lang="en-US" dirty="0"/>
              <a:t> </a:t>
            </a:r>
            <a:r>
              <a:rPr lang="en-US" dirty="0" err="1"/>
              <a:t>trên</a:t>
            </a:r>
            <a:r>
              <a:rPr lang="en-US" dirty="0"/>
              <a:t> </a:t>
            </a:r>
            <a:r>
              <a:rPr lang="en-US" dirty="0" err="1"/>
              <a:t>các</a:t>
            </a:r>
            <a:r>
              <a:rPr lang="en-US" dirty="0"/>
              <a:t> </a:t>
            </a:r>
            <a:r>
              <a:rPr lang="en-US" dirty="0" err="1"/>
              <a:t>điểm</a:t>
            </a:r>
            <a:r>
              <a:rPr lang="en-US" dirty="0"/>
              <a:t> </a:t>
            </a:r>
            <a:r>
              <a:rPr lang="en-US" dirty="0" err="1"/>
              <a:t>còn</a:t>
            </a:r>
            <a:r>
              <a:rPr lang="en-US" dirty="0"/>
              <a:t> </a:t>
            </a:r>
            <a:r>
              <a:rPr lang="en-US" dirty="0" err="1"/>
              <a:t>lại</a:t>
            </a:r>
            <a:endParaRPr lang="en-US" dirty="0"/>
          </a:p>
          <a:p>
            <a:pPr marL="0" indent="0">
              <a:buNone/>
            </a:pPr>
            <a:r>
              <a:rPr lang="en-US" sz="2400" dirty="0" err="1">
                <a:latin typeface="Tahoma" panose="020B0604030504040204" pitchFamily="34" charset="0"/>
                <a:ea typeface="Tahoma" panose="020B0604030504040204" pitchFamily="34" charset="0"/>
                <a:cs typeface="Tahoma" panose="020B0604030504040204" pitchFamily="34" charset="0"/>
              </a:rPr>
              <a:t>current_cluster_label</a:t>
            </a:r>
            <a:r>
              <a:rPr lang="en-US" sz="2400" dirty="0">
                <a:latin typeface="Tahoma" panose="020B0604030504040204" pitchFamily="34" charset="0"/>
                <a:ea typeface="Tahoma" panose="020B0604030504040204" pitchFamily="34" charset="0"/>
                <a:cs typeface="Tahoma" panose="020B0604030504040204" pitchFamily="34" charset="0"/>
              </a:rPr>
              <a:t>← 1</a:t>
            </a:r>
          </a:p>
          <a:p>
            <a:pPr marL="342900" lvl="1" indent="0">
              <a:buNone/>
            </a:pPr>
            <a:r>
              <a:rPr lang="en-US" sz="2400" dirty="0">
                <a:latin typeface="Tahoma" panose="020B0604030504040204" pitchFamily="34" charset="0"/>
                <a:ea typeface="Tahoma" panose="020B0604030504040204" pitchFamily="34" charset="0"/>
                <a:cs typeface="Tahoma" panose="020B0604030504040204" pitchFamily="34" charset="0"/>
              </a:rPr>
              <a:t>for all core points do</a:t>
            </a:r>
          </a:p>
          <a:p>
            <a:pPr marL="685800" lvl="2" indent="0">
              <a:buNone/>
            </a:pPr>
            <a:r>
              <a:rPr lang="en-US" sz="2400" dirty="0">
                <a:latin typeface="Tahoma" panose="020B0604030504040204" pitchFamily="34" charset="0"/>
                <a:ea typeface="Tahoma" panose="020B0604030504040204" pitchFamily="34" charset="0"/>
                <a:cs typeface="Tahoma" panose="020B0604030504040204" pitchFamily="34" charset="0"/>
              </a:rPr>
              <a:t>if the core point has no cluster label then</a:t>
            </a:r>
          </a:p>
          <a:p>
            <a:pPr marL="1028700" lvl="3" indent="0">
              <a:buNone/>
            </a:pPr>
            <a:r>
              <a:rPr lang="en-US" sz="2400" dirty="0" err="1">
                <a:latin typeface="Tahoma" panose="020B0604030504040204" pitchFamily="34" charset="0"/>
                <a:ea typeface="Tahoma" panose="020B0604030504040204" pitchFamily="34" charset="0"/>
                <a:cs typeface="Tahoma" panose="020B0604030504040204" pitchFamily="34" charset="0"/>
              </a:rPr>
              <a:t>current_cluster_label</a:t>
            </a:r>
            <a:r>
              <a:rPr lang="en-US" sz="2400" dirty="0">
                <a:latin typeface="Tahoma" panose="020B0604030504040204" pitchFamily="34" charset="0"/>
                <a:ea typeface="Tahoma" panose="020B0604030504040204" pitchFamily="34" charset="0"/>
                <a:cs typeface="Tahoma" panose="020B0604030504040204" pitchFamily="34" charset="0"/>
              </a:rPr>
              <a:t> ← </a:t>
            </a:r>
            <a:r>
              <a:rPr lang="en-US" sz="2400" dirty="0" err="1">
                <a:latin typeface="Tahoma" panose="020B0604030504040204" pitchFamily="34" charset="0"/>
                <a:ea typeface="Tahoma" panose="020B0604030504040204" pitchFamily="34" charset="0"/>
                <a:cs typeface="Tahoma" panose="020B0604030504040204" pitchFamily="34" charset="0"/>
              </a:rPr>
              <a:t>current_cluster_label</a:t>
            </a:r>
            <a:r>
              <a:rPr lang="en-US" sz="2400" dirty="0">
                <a:latin typeface="Tahoma" panose="020B0604030504040204" pitchFamily="34" charset="0"/>
                <a:ea typeface="Tahoma" panose="020B0604030504040204" pitchFamily="34" charset="0"/>
                <a:cs typeface="Tahoma" panose="020B0604030504040204" pitchFamily="34" charset="0"/>
              </a:rPr>
              <a:t> + 1</a:t>
            </a:r>
          </a:p>
          <a:p>
            <a:pPr marL="1028700" lvl="3" indent="0">
              <a:buNone/>
            </a:pPr>
            <a:r>
              <a:rPr lang="en-US" sz="2400" dirty="0">
                <a:latin typeface="Tahoma" panose="020B0604030504040204" pitchFamily="34" charset="0"/>
                <a:ea typeface="Tahoma" panose="020B0604030504040204" pitchFamily="34" charset="0"/>
                <a:cs typeface="Tahoma" panose="020B0604030504040204" pitchFamily="34" charset="0"/>
              </a:rPr>
              <a:t>Label the current core point with cluster label</a:t>
            </a:r>
          </a:p>
          <a:p>
            <a:pPr marL="1028700" lvl="3" indent="0">
              <a:buNone/>
            </a:pPr>
            <a:r>
              <a:rPr lang="en-US" sz="2400" dirty="0" err="1">
                <a:latin typeface="Tahoma" panose="020B0604030504040204" pitchFamily="34" charset="0"/>
                <a:ea typeface="Tahoma" panose="020B0604030504040204" pitchFamily="34" charset="0"/>
                <a:cs typeface="Tahoma" panose="020B0604030504040204" pitchFamily="34" charset="0"/>
              </a:rPr>
              <a:t>current_cluster_label</a:t>
            </a:r>
            <a:endParaRPr lang="en-US" sz="2400" dirty="0">
              <a:latin typeface="Tahoma" panose="020B0604030504040204" pitchFamily="34" charset="0"/>
              <a:ea typeface="Tahoma" panose="020B0604030504040204" pitchFamily="34" charset="0"/>
              <a:cs typeface="Tahoma" panose="020B0604030504040204" pitchFamily="34" charset="0"/>
            </a:endParaRPr>
          </a:p>
          <a:p>
            <a:pPr marL="685800" lvl="2" indent="0">
              <a:buNone/>
            </a:pPr>
            <a:r>
              <a:rPr lang="en-US" sz="2400" dirty="0">
                <a:latin typeface="Tahoma" panose="020B0604030504040204" pitchFamily="34" charset="0"/>
                <a:ea typeface="Tahoma" panose="020B0604030504040204" pitchFamily="34" charset="0"/>
                <a:cs typeface="Tahoma" panose="020B0604030504040204" pitchFamily="34" charset="0"/>
              </a:rPr>
              <a:t>end if</a:t>
            </a:r>
          </a:p>
          <a:p>
            <a:pPr marL="342900" lvl="1" indent="0">
              <a:buNone/>
            </a:pPr>
            <a:r>
              <a:rPr lang="en-US" sz="2400" dirty="0">
                <a:latin typeface="Tahoma" panose="020B0604030504040204" pitchFamily="34" charset="0"/>
                <a:ea typeface="Tahoma" panose="020B0604030504040204" pitchFamily="34" charset="0"/>
                <a:cs typeface="Tahoma" panose="020B0604030504040204" pitchFamily="34" charset="0"/>
              </a:rPr>
              <a:t>for all points in the Eps-neighborhood, except the point itself</a:t>
            </a:r>
          </a:p>
          <a:p>
            <a:pPr marL="685800" lvl="2" indent="0">
              <a:buNone/>
            </a:pPr>
            <a:r>
              <a:rPr lang="en-US" sz="2400" dirty="0">
                <a:latin typeface="Tahoma" panose="020B0604030504040204" pitchFamily="34" charset="0"/>
                <a:ea typeface="Tahoma" panose="020B0604030504040204" pitchFamily="34" charset="0"/>
                <a:cs typeface="Tahoma" panose="020B0604030504040204" pitchFamily="34" charset="0"/>
              </a:rPr>
              <a:t>do</a:t>
            </a:r>
          </a:p>
          <a:p>
            <a:pPr marL="1028700" lvl="3" indent="0">
              <a:buNone/>
            </a:pPr>
            <a:r>
              <a:rPr lang="en-US" sz="2400" dirty="0">
                <a:latin typeface="Tahoma" panose="020B0604030504040204" pitchFamily="34" charset="0"/>
                <a:ea typeface="Tahoma" panose="020B0604030504040204" pitchFamily="34" charset="0"/>
                <a:cs typeface="Tahoma" panose="020B0604030504040204" pitchFamily="34" charset="0"/>
              </a:rPr>
              <a:t>if the point does not have a cluster label then</a:t>
            </a:r>
          </a:p>
          <a:p>
            <a:pPr marL="1028700" lvl="3" indent="0">
              <a:buNone/>
            </a:pPr>
            <a:r>
              <a:rPr lang="en-US" sz="2400" dirty="0">
                <a:latin typeface="Tahoma" panose="020B0604030504040204" pitchFamily="34" charset="0"/>
                <a:ea typeface="Tahoma" panose="020B0604030504040204" pitchFamily="34" charset="0"/>
                <a:cs typeface="Tahoma" panose="020B0604030504040204" pitchFamily="34" charset="0"/>
              </a:rPr>
              <a:t>Label the point with cluster label </a:t>
            </a:r>
            <a:r>
              <a:rPr lang="en-US" sz="2400" dirty="0" err="1">
                <a:latin typeface="Tahoma" panose="020B0604030504040204" pitchFamily="34" charset="0"/>
                <a:ea typeface="Tahoma" panose="020B0604030504040204" pitchFamily="34" charset="0"/>
                <a:cs typeface="Tahoma" panose="020B0604030504040204" pitchFamily="34" charset="0"/>
              </a:rPr>
              <a:t>current_cluster_label</a:t>
            </a:r>
            <a:r>
              <a:rPr lang="en-US" sz="2400" dirty="0">
                <a:latin typeface="Tahoma" panose="020B0604030504040204" pitchFamily="34" charset="0"/>
                <a:ea typeface="Tahoma" panose="020B0604030504040204" pitchFamily="34" charset="0"/>
                <a:cs typeface="Tahoma" panose="020B0604030504040204" pitchFamily="34" charset="0"/>
              </a:rPr>
              <a:t> </a:t>
            </a:r>
          </a:p>
          <a:p>
            <a:pPr marL="1028700" lvl="3" indent="0">
              <a:buNone/>
            </a:pPr>
            <a:r>
              <a:rPr lang="en-US" sz="2400" dirty="0">
                <a:latin typeface="Tahoma" panose="020B0604030504040204" pitchFamily="34" charset="0"/>
                <a:ea typeface="Tahoma" panose="020B0604030504040204" pitchFamily="34" charset="0"/>
                <a:cs typeface="Tahoma" panose="020B0604030504040204" pitchFamily="34" charset="0"/>
              </a:rPr>
              <a:t>end if</a:t>
            </a:r>
          </a:p>
          <a:p>
            <a:pPr marL="685800" lvl="2" indent="0">
              <a:buNone/>
            </a:pPr>
            <a:r>
              <a:rPr lang="en-US" sz="2400" dirty="0">
                <a:latin typeface="Tahoma" panose="020B0604030504040204" pitchFamily="34" charset="0"/>
                <a:ea typeface="Tahoma" panose="020B0604030504040204" pitchFamily="34" charset="0"/>
                <a:cs typeface="Tahoma" panose="020B0604030504040204" pitchFamily="34" charset="0"/>
              </a:rPr>
              <a:t>end for</a:t>
            </a:r>
          </a:p>
          <a:p>
            <a:pPr marL="342900" lvl="1" indent="0">
              <a:buNone/>
            </a:pPr>
            <a:r>
              <a:rPr lang="en-US" sz="2400" dirty="0">
                <a:latin typeface="Tahoma" panose="020B0604030504040204" pitchFamily="34" charset="0"/>
                <a:ea typeface="Tahoma" panose="020B0604030504040204" pitchFamily="34" charset="0"/>
                <a:cs typeface="Tahoma" panose="020B0604030504040204" pitchFamily="34" charset="0"/>
              </a:rPr>
              <a:t>end for</a:t>
            </a:r>
          </a:p>
        </p:txBody>
      </p:sp>
      <p:sp>
        <p:nvSpPr>
          <p:cNvPr id="4" name="object 4"/>
          <p:cNvSpPr txBox="1">
            <a:spLocks noGrp="1"/>
          </p:cNvSpPr>
          <p:nvPr>
            <p:ph type="sldNum" sz="quarter" idx="12"/>
          </p:nvPr>
        </p:nvSpPr>
        <p:spPr>
          <a:xfrm>
            <a:off x="6457950" y="6356351"/>
            <a:ext cx="2057400" cy="365125"/>
          </a:xfrm>
          <a:prstGeom prst="rect">
            <a:avLst/>
          </a:prstGeom>
        </p:spPr>
        <p:txBody>
          <a:bodyPr vert="horz" wrap="square" lIns="0" tIns="3810" rIns="0" bIns="0" rtlCol="0">
            <a:spAutoFit/>
          </a:bodyPr>
          <a:lstStyle/>
          <a:p>
            <a:pPr marL="38100">
              <a:lnSpc>
                <a:spcPct val="100000"/>
              </a:lnSpc>
              <a:spcBef>
                <a:spcPts val="30"/>
              </a:spcBef>
            </a:pPr>
            <a:fld id="{81D60167-4931-47E6-BA6A-407CBD079E47}" type="slidenum">
              <a:rPr lang="en-US" spc="-25" smtClean="0"/>
              <a:t>118</a:t>
            </a:fld>
            <a:endParaRPr lang="en-US" spc="-25"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365126"/>
            <a:ext cx="7886700" cy="1325563"/>
          </a:xfrm>
        </p:spPr>
        <p:txBody>
          <a:bodyPr vert="horz" wrap="square" lIns="0" tIns="207570" rIns="0" bIns="0" rtlCol="0">
            <a:spAutoFit/>
          </a:bodyPr>
          <a:lstStyle/>
          <a:p>
            <a:r>
              <a:rPr lang="en-US" dirty="0"/>
              <a:t>DBSCAN</a:t>
            </a:r>
          </a:p>
        </p:txBody>
      </p:sp>
      <p:sp>
        <p:nvSpPr>
          <p:cNvPr id="10" name="Content Placeholder 9">
            <a:extLst>
              <a:ext uri="{FF2B5EF4-FFF2-40B4-BE49-F238E27FC236}">
                <a16:creationId xmlns:a16="http://schemas.microsoft.com/office/drawing/2014/main" id="{51BFADF2-9A19-E83B-D16A-ADFB37E91BFB}"/>
              </a:ext>
            </a:extLst>
          </p:cNvPr>
          <p:cNvSpPr>
            <a:spLocks noGrp="1"/>
          </p:cNvSpPr>
          <p:nvPr>
            <p:ph idx="1"/>
          </p:nvPr>
        </p:nvSpPr>
        <p:spPr/>
        <p:txBody>
          <a:bodyPr>
            <a:normAutofit fontScale="92500" lnSpcReduction="20000"/>
          </a:bodyPr>
          <a:lstStyle/>
          <a:p>
            <a:pPr marL="12700" algn="just">
              <a:lnSpc>
                <a:spcPct val="100000"/>
              </a:lnSpc>
              <a:spcBef>
                <a:spcPts val="100"/>
              </a:spcBef>
              <a:tabLst>
                <a:tab pos="354965" algn="l"/>
              </a:tabLst>
            </a:pPr>
            <a:r>
              <a:rPr lang="vi-VN" sz="2800" b="1">
                <a:solidFill>
                  <a:srgbClr val="FF0066"/>
                </a:solidFill>
                <a:latin typeface="Gill Sans MT Bold"/>
                <a:cs typeface="Gill Sans MT Bold"/>
              </a:rPr>
              <a:t>Thu</a:t>
            </a:r>
            <a:r>
              <a:rPr lang="vi-VN" sz="2800" b="1">
                <a:solidFill>
                  <a:srgbClr val="FF0066"/>
                </a:solidFill>
                <a:latin typeface="Calibri"/>
                <a:cs typeface="Calibri"/>
              </a:rPr>
              <a:t>ậ</a:t>
            </a:r>
            <a:r>
              <a:rPr lang="vi-VN" sz="2800" b="1">
                <a:solidFill>
                  <a:srgbClr val="FF0066"/>
                </a:solidFill>
                <a:latin typeface="Gill Sans MT Bold"/>
                <a:cs typeface="Gill Sans MT Bold"/>
              </a:rPr>
              <a:t>t toán DBSCAN</a:t>
            </a:r>
            <a:endParaRPr lang="vi-VN" sz="2800">
              <a:latin typeface="Gill Sans MT Bold"/>
              <a:cs typeface="Gill Sans MT Bold"/>
            </a:endParaRPr>
          </a:p>
          <a:p>
            <a:pPr marL="12700" marR="118110" algn="just">
              <a:lnSpc>
                <a:spcPct val="79200"/>
              </a:lnSpc>
              <a:spcBef>
                <a:spcPts val="520"/>
              </a:spcBef>
              <a:tabLst>
                <a:tab pos="355600" algn="l"/>
              </a:tabLst>
            </a:pPr>
            <a:r>
              <a:rPr lang="vi-VN" sz="2400">
                <a:latin typeface="Gill Sans MT"/>
                <a:cs typeface="Gill Sans MT"/>
              </a:rPr>
              <a:t>B1: Kh</a:t>
            </a:r>
            <a:r>
              <a:rPr lang="vi-VN" sz="2400">
                <a:latin typeface="Calibri"/>
                <a:cs typeface="Calibri"/>
              </a:rPr>
              <a:t>ở</a:t>
            </a:r>
            <a:r>
              <a:rPr lang="vi-VN" sz="2400">
                <a:latin typeface="Gill Sans MT"/>
                <a:cs typeface="Gill Sans MT"/>
              </a:rPr>
              <a:t>i t</a:t>
            </a:r>
            <a:r>
              <a:rPr lang="vi-VN" sz="2400">
                <a:latin typeface="Calibri"/>
                <a:cs typeface="Calibri"/>
              </a:rPr>
              <a:t>ạ</a:t>
            </a:r>
            <a:r>
              <a:rPr lang="vi-VN" sz="2400">
                <a:latin typeface="Gill Sans MT"/>
                <a:cs typeface="Gill Sans MT"/>
              </a:rPr>
              <a:t>o đi</a:t>
            </a:r>
            <a:r>
              <a:rPr lang="vi-VN" sz="2400">
                <a:latin typeface="Calibri"/>
                <a:cs typeface="Calibri"/>
              </a:rPr>
              <a:t>ể</a:t>
            </a:r>
            <a:r>
              <a:rPr lang="vi-VN" sz="2400">
                <a:latin typeface="Gill Sans MT"/>
                <a:cs typeface="Gill Sans MT"/>
              </a:rPr>
              <a:t>m p tu</a:t>
            </a:r>
            <a:r>
              <a:rPr lang="vi-VN" sz="2400">
                <a:latin typeface="Calibri"/>
                <a:cs typeface="Calibri"/>
              </a:rPr>
              <a:t>ỳ </a:t>
            </a:r>
            <a:r>
              <a:rPr lang="vi-VN" sz="2400">
                <a:latin typeface="Gill Sans MT"/>
                <a:cs typeface="Gill Sans MT"/>
              </a:rPr>
              <a:t>ý</a:t>
            </a:r>
            <a:r>
              <a:rPr lang="vi-VN" sz="2400">
                <a:latin typeface="Times New Roman"/>
                <a:cs typeface="Times New Roman"/>
              </a:rPr>
              <a:t> </a:t>
            </a:r>
            <a:r>
              <a:rPr lang="vi-VN" sz="2400">
                <a:latin typeface="Gill Sans MT"/>
                <a:cs typeface="Gill Sans MT"/>
              </a:rPr>
              <a:t>và l</a:t>
            </a:r>
            <a:r>
              <a:rPr lang="vi-VN" sz="2400">
                <a:latin typeface="Calibri"/>
                <a:cs typeface="Calibri"/>
              </a:rPr>
              <a:t>ấ</a:t>
            </a:r>
            <a:r>
              <a:rPr lang="vi-VN" sz="2400">
                <a:latin typeface="Gill Sans MT"/>
                <a:cs typeface="Gill Sans MT"/>
              </a:rPr>
              <a:t>y t</a:t>
            </a:r>
            <a:r>
              <a:rPr lang="vi-VN" sz="2400">
                <a:latin typeface="Calibri"/>
                <a:cs typeface="Calibri"/>
              </a:rPr>
              <a:t>ấ</a:t>
            </a:r>
            <a:r>
              <a:rPr lang="vi-VN" sz="2400">
                <a:latin typeface="Gill Sans MT"/>
                <a:cs typeface="Gill Sans MT"/>
              </a:rPr>
              <a:t>t c</a:t>
            </a:r>
            <a:r>
              <a:rPr lang="vi-VN" sz="2400">
                <a:latin typeface="Calibri"/>
                <a:cs typeface="Calibri"/>
              </a:rPr>
              <a:t>ả </a:t>
            </a:r>
            <a:r>
              <a:rPr lang="vi-VN" sz="2400">
                <a:latin typeface="Gill Sans MT"/>
                <a:cs typeface="Gill Sans MT"/>
              </a:rPr>
              <a:t>các đi</a:t>
            </a:r>
            <a:r>
              <a:rPr lang="vi-VN" sz="2400">
                <a:latin typeface="Calibri"/>
                <a:cs typeface="Calibri"/>
              </a:rPr>
              <a:t>ể</a:t>
            </a:r>
            <a:r>
              <a:rPr lang="vi-VN" sz="2400">
                <a:latin typeface="Gill Sans MT"/>
                <a:cs typeface="Gill Sans MT"/>
              </a:rPr>
              <a:t>m đ</a:t>
            </a:r>
            <a:r>
              <a:rPr lang="vi-VN" sz="2400">
                <a:latin typeface="Calibri"/>
                <a:cs typeface="Calibri"/>
              </a:rPr>
              <a:t>ế</a:t>
            </a:r>
            <a:r>
              <a:rPr lang="vi-VN" sz="2400">
                <a:latin typeface="Gill Sans MT"/>
                <a:cs typeface="Gill Sans MT"/>
              </a:rPr>
              <a:t>n đ</a:t>
            </a:r>
            <a:r>
              <a:rPr lang="vi-VN" sz="2400">
                <a:latin typeface="Calibri"/>
                <a:cs typeface="Calibri"/>
              </a:rPr>
              <a:t>ượ</a:t>
            </a:r>
            <a:r>
              <a:rPr lang="vi-VN" sz="2400">
                <a:latin typeface="Gill Sans MT"/>
                <a:cs typeface="Gill Sans MT"/>
              </a:rPr>
              <a:t>c m</a:t>
            </a:r>
            <a:r>
              <a:rPr lang="vi-VN" sz="2400">
                <a:latin typeface="Calibri"/>
                <a:cs typeface="Calibri"/>
              </a:rPr>
              <a:t>ậ</a:t>
            </a:r>
            <a:r>
              <a:rPr lang="vi-VN" sz="2400">
                <a:latin typeface="Gill Sans MT"/>
                <a:cs typeface="Gill Sans MT"/>
              </a:rPr>
              <a:t>t đ</a:t>
            </a:r>
            <a:r>
              <a:rPr lang="vi-VN" sz="2400">
                <a:latin typeface="Calibri"/>
                <a:cs typeface="Calibri"/>
              </a:rPr>
              <a:t>ộ </a:t>
            </a:r>
            <a:r>
              <a:rPr lang="vi-VN" sz="2400">
                <a:latin typeface="Gill Sans MT"/>
                <a:cs typeface="Gill Sans MT"/>
              </a:rPr>
              <a:t>t</a:t>
            </a:r>
            <a:r>
              <a:rPr lang="vi-VN" sz="2400">
                <a:latin typeface="Calibri"/>
                <a:cs typeface="Calibri"/>
              </a:rPr>
              <a:t>ừ </a:t>
            </a:r>
            <a:r>
              <a:rPr lang="vi-VN" sz="2400">
                <a:latin typeface="Gill Sans MT"/>
                <a:cs typeface="Gill Sans MT"/>
              </a:rPr>
              <a:t>p v</a:t>
            </a:r>
            <a:r>
              <a:rPr lang="vi-VN" sz="2400">
                <a:latin typeface="Calibri"/>
                <a:cs typeface="Calibri"/>
              </a:rPr>
              <a:t>ớ</a:t>
            </a:r>
            <a:r>
              <a:rPr lang="vi-VN" sz="2400">
                <a:latin typeface="Gill Sans MT"/>
                <a:cs typeface="Gill Sans MT"/>
              </a:rPr>
              <a:t>i Eps, MinPts.</a:t>
            </a:r>
          </a:p>
          <a:p>
            <a:pPr marL="12700" marR="297180" algn="just">
              <a:lnSpc>
                <a:spcPts val="2000"/>
              </a:lnSpc>
              <a:spcBef>
                <a:spcPts val="400"/>
              </a:spcBef>
              <a:tabLst>
                <a:tab pos="355600" algn="l"/>
              </a:tabLst>
            </a:pPr>
            <a:r>
              <a:rPr lang="vi-VN" sz="2400">
                <a:latin typeface="Gill Sans MT"/>
                <a:cs typeface="Gill Sans MT"/>
              </a:rPr>
              <a:t>B2: N</a:t>
            </a:r>
            <a:r>
              <a:rPr lang="vi-VN" sz="2400">
                <a:latin typeface="Calibri"/>
                <a:cs typeface="Calibri"/>
              </a:rPr>
              <a:t>ế</a:t>
            </a:r>
            <a:r>
              <a:rPr lang="vi-VN" sz="2400">
                <a:latin typeface="Gill Sans MT"/>
                <a:cs typeface="Gill Sans MT"/>
              </a:rPr>
              <a:t>u </a:t>
            </a:r>
            <a:r>
              <a:rPr lang="vi-VN" sz="2400">
                <a:solidFill>
                  <a:srgbClr val="FF0000"/>
                </a:solidFill>
                <a:latin typeface="Gill Sans MT"/>
                <a:cs typeface="Gill Sans MT"/>
              </a:rPr>
              <a:t>p không ph</a:t>
            </a:r>
            <a:r>
              <a:rPr lang="vi-VN" sz="2400">
                <a:solidFill>
                  <a:srgbClr val="FF0000"/>
                </a:solidFill>
                <a:latin typeface="Calibri"/>
                <a:cs typeface="Calibri"/>
              </a:rPr>
              <a:t>ả</a:t>
            </a:r>
            <a:r>
              <a:rPr lang="vi-VN" sz="2400">
                <a:solidFill>
                  <a:srgbClr val="FF0000"/>
                </a:solidFill>
                <a:latin typeface="Gill Sans MT"/>
                <a:cs typeface="Gill Sans MT"/>
              </a:rPr>
              <a:t>i là nhân </a:t>
            </a:r>
            <a:r>
              <a:rPr lang="vi-VN" sz="2400">
                <a:latin typeface="Gill Sans MT"/>
                <a:cs typeface="Gill Sans MT"/>
              </a:rPr>
              <a:t>(có th</a:t>
            </a:r>
            <a:r>
              <a:rPr lang="vi-VN" sz="2400">
                <a:latin typeface="Calibri"/>
                <a:cs typeface="Calibri"/>
              </a:rPr>
              <a:t>ể </a:t>
            </a:r>
            <a:r>
              <a:rPr lang="vi-VN" sz="2400">
                <a:latin typeface="Gill Sans MT"/>
                <a:cs typeface="Gill Sans MT"/>
              </a:rPr>
              <a:t>là biên, nhi</a:t>
            </a:r>
            <a:r>
              <a:rPr lang="vi-VN" sz="2400">
                <a:latin typeface="Calibri"/>
                <a:cs typeface="Calibri"/>
              </a:rPr>
              <a:t>ễ</a:t>
            </a:r>
            <a:r>
              <a:rPr lang="vi-VN" sz="2400">
                <a:latin typeface="Gill Sans MT"/>
                <a:cs typeface="Gill Sans MT"/>
              </a:rPr>
              <a:t>u, ho</a:t>
            </a:r>
            <a:r>
              <a:rPr lang="vi-VN" sz="2400">
                <a:latin typeface="Calibri"/>
                <a:cs typeface="Calibri"/>
              </a:rPr>
              <a:t>ặ</a:t>
            </a:r>
            <a:r>
              <a:rPr lang="vi-VN" sz="2400">
                <a:latin typeface="Gill Sans MT"/>
                <a:cs typeface="Gill Sans MT"/>
              </a:rPr>
              <a:t>c s</a:t>
            </a:r>
            <a:r>
              <a:rPr lang="vi-VN" sz="2400">
                <a:latin typeface="Calibri"/>
                <a:cs typeface="Calibri"/>
              </a:rPr>
              <a:t>ố </a:t>
            </a:r>
            <a:r>
              <a:rPr lang="vi-VN" sz="2400">
                <a:latin typeface="Gill Sans MT"/>
                <a:cs typeface="Gill Sans MT"/>
              </a:rPr>
              <a:t>lân c</a:t>
            </a:r>
            <a:r>
              <a:rPr lang="vi-VN" sz="2400">
                <a:latin typeface="Calibri"/>
                <a:cs typeface="Calibri"/>
              </a:rPr>
              <a:t>ậ</a:t>
            </a:r>
            <a:r>
              <a:rPr lang="vi-VN" sz="2400">
                <a:latin typeface="Gill Sans MT"/>
                <a:cs typeface="Gill Sans MT"/>
              </a:rPr>
              <a:t>n c</a:t>
            </a:r>
            <a:r>
              <a:rPr lang="vi-VN" sz="2400">
                <a:latin typeface="Calibri"/>
                <a:cs typeface="Calibri"/>
              </a:rPr>
              <a:t>ủ</a:t>
            </a:r>
            <a:r>
              <a:rPr lang="vi-VN" sz="2400">
                <a:latin typeface="Gill Sans MT"/>
                <a:cs typeface="Gill Sans MT"/>
              </a:rPr>
              <a:t>a p ít h</a:t>
            </a:r>
            <a:r>
              <a:rPr lang="vi-VN" sz="2400">
                <a:latin typeface="Calibri"/>
                <a:cs typeface="Calibri"/>
              </a:rPr>
              <a:t>ơ</a:t>
            </a:r>
            <a:r>
              <a:rPr lang="vi-VN" sz="2400">
                <a:latin typeface="Gill Sans MT"/>
                <a:cs typeface="Gill Sans MT"/>
              </a:rPr>
              <a:t>n Minpts) thì DBSCAN s</a:t>
            </a:r>
            <a:r>
              <a:rPr lang="vi-VN" sz="2400">
                <a:latin typeface="Calibri"/>
                <a:cs typeface="Calibri"/>
              </a:rPr>
              <a:t>ẽ </a:t>
            </a:r>
            <a:r>
              <a:rPr lang="vi-VN" sz="2400">
                <a:latin typeface="Gill Sans MT"/>
                <a:cs typeface="Gill Sans MT"/>
              </a:rPr>
              <a:t>đi thăm đi</a:t>
            </a:r>
            <a:r>
              <a:rPr lang="vi-VN" sz="2400">
                <a:latin typeface="Calibri"/>
                <a:cs typeface="Calibri"/>
              </a:rPr>
              <a:t>ể</a:t>
            </a:r>
            <a:r>
              <a:rPr lang="vi-VN" sz="2400">
                <a:latin typeface="Gill Sans MT"/>
                <a:cs typeface="Gill Sans MT"/>
              </a:rPr>
              <a:t>m ti</a:t>
            </a:r>
            <a:r>
              <a:rPr lang="vi-VN" sz="2400">
                <a:latin typeface="Calibri"/>
                <a:cs typeface="Calibri"/>
              </a:rPr>
              <a:t>ế</a:t>
            </a:r>
            <a:r>
              <a:rPr lang="vi-VN" sz="2400">
                <a:latin typeface="Gill Sans MT"/>
                <a:cs typeface="Gill Sans MT"/>
              </a:rPr>
              <a:t>p theo.</a:t>
            </a:r>
          </a:p>
          <a:p>
            <a:pPr marL="12700" marR="45720" algn="just">
              <a:lnSpc>
                <a:spcPct val="79200"/>
              </a:lnSpc>
              <a:spcBef>
                <a:spcPts val="495"/>
              </a:spcBef>
              <a:tabLst>
                <a:tab pos="355600" algn="l"/>
              </a:tabLst>
            </a:pPr>
            <a:r>
              <a:rPr lang="vi-VN" sz="2400">
                <a:latin typeface="Gill Sans MT"/>
                <a:cs typeface="Gill Sans MT"/>
              </a:rPr>
              <a:t>B3: Ng</a:t>
            </a:r>
            <a:r>
              <a:rPr lang="vi-VN" sz="2400">
                <a:latin typeface="Calibri"/>
                <a:cs typeface="Calibri"/>
              </a:rPr>
              <a:t>ượ</a:t>
            </a:r>
            <a:r>
              <a:rPr lang="vi-VN" sz="2400">
                <a:latin typeface="Gill Sans MT"/>
                <a:cs typeface="Gill Sans MT"/>
              </a:rPr>
              <a:t>c l</a:t>
            </a:r>
            <a:r>
              <a:rPr lang="vi-VN" sz="2400">
                <a:latin typeface="Calibri"/>
                <a:cs typeface="Calibri"/>
              </a:rPr>
              <a:t>ạ</a:t>
            </a:r>
            <a:r>
              <a:rPr lang="vi-VN" sz="2400">
                <a:latin typeface="Gill Sans MT"/>
                <a:cs typeface="Gill Sans MT"/>
              </a:rPr>
              <a:t>i (</a:t>
            </a:r>
            <a:r>
              <a:rPr lang="vi-VN" sz="2400">
                <a:solidFill>
                  <a:srgbClr val="FF0000"/>
                </a:solidFill>
                <a:latin typeface="Gill Sans MT"/>
                <a:cs typeface="Gill Sans MT"/>
              </a:rPr>
              <a:t>p là nhân</a:t>
            </a:r>
            <a:r>
              <a:rPr lang="vi-VN" sz="2400">
                <a:latin typeface="Gill Sans MT"/>
                <a:cs typeface="Gill Sans MT"/>
              </a:rPr>
              <a:t>) thì m</a:t>
            </a:r>
            <a:r>
              <a:rPr lang="vi-VN" sz="2400">
                <a:latin typeface="Calibri"/>
                <a:cs typeface="Calibri"/>
              </a:rPr>
              <a:t>ộ</a:t>
            </a:r>
            <a:r>
              <a:rPr lang="vi-VN" sz="2400">
                <a:latin typeface="Gill Sans MT"/>
                <a:cs typeface="Gill Sans MT"/>
              </a:rPr>
              <a:t>t c</a:t>
            </a:r>
            <a:r>
              <a:rPr lang="vi-VN" sz="2400">
                <a:latin typeface="Calibri"/>
                <a:cs typeface="Calibri"/>
              </a:rPr>
              <a:t>ụ</a:t>
            </a:r>
            <a:r>
              <a:rPr lang="vi-VN" sz="2400">
                <a:latin typeface="Gill Sans MT"/>
                <a:cs typeface="Gill Sans MT"/>
              </a:rPr>
              <a:t>m đ</a:t>
            </a:r>
            <a:r>
              <a:rPr lang="vi-VN" sz="2400">
                <a:latin typeface="Calibri"/>
                <a:cs typeface="Calibri"/>
              </a:rPr>
              <a:t>ượ</a:t>
            </a:r>
            <a:r>
              <a:rPr lang="vi-VN" sz="2400">
                <a:latin typeface="Gill Sans MT"/>
                <a:cs typeface="Gill Sans MT"/>
              </a:rPr>
              <a:t>c hình thành và ch</a:t>
            </a:r>
            <a:r>
              <a:rPr lang="vi-VN" sz="2400">
                <a:latin typeface="Calibri"/>
                <a:cs typeface="Calibri"/>
              </a:rPr>
              <a:t>ứ</a:t>
            </a:r>
            <a:r>
              <a:rPr lang="vi-VN" sz="2400">
                <a:latin typeface="Gill Sans MT"/>
                <a:cs typeface="Gill Sans MT"/>
              </a:rPr>
              <a:t>a t</a:t>
            </a:r>
            <a:r>
              <a:rPr lang="vi-VN" sz="2400">
                <a:latin typeface="Calibri"/>
                <a:cs typeface="Calibri"/>
              </a:rPr>
              <a:t>ấ</a:t>
            </a:r>
            <a:r>
              <a:rPr lang="vi-VN" sz="2400">
                <a:latin typeface="Gill Sans MT"/>
                <a:cs typeface="Gill Sans MT"/>
              </a:rPr>
              <a:t>t c</a:t>
            </a:r>
            <a:r>
              <a:rPr lang="vi-VN" sz="2400">
                <a:latin typeface="Calibri"/>
                <a:cs typeface="Calibri"/>
              </a:rPr>
              <a:t>ả </a:t>
            </a:r>
            <a:r>
              <a:rPr lang="vi-VN" sz="2400">
                <a:latin typeface="Gill Sans MT"/>
                <a:cs typeface="Gill Sans MT"/>
              </a:rPr>
              <a:t>các đ</a:t>
            </a:r>
            <a:r>
              <a:rPr lang="vi-VN" sz="2400">
                <a:latin typeface="Calibri"/>
                <a:cs typeface="Calibri"/>
              </a:rPr>
              <a:t>ố</a:t>
            </a:r>
            <a:r>
              <a:rPr lang="vi-VN" sz="2400">
                <a:latin typeface="Gill Sans MT"/>
                <a:cs typeface="Gill Sans MT"/>
              </a:rPr>
              <a:t>i t</a:t>
            </a:r>
            <a:r>
              <a:rPr lang="vi-VN" sz="2400">
                <a:latin typeface="Calibri"/>
                <a:cs typeface="Calibri"/>
              </a:rPr>
              <a:t>ượ</a:t>
            </a:r>
            <a:r>
              <a:rPr lang="vi-VN" sz="2400">
                <a:latin typeface="Gill Sans MT"/>
                <a:cs typeface="Gill Sans MT"/>
              </a:rPr>
              <a:t>ng trong lân c</a:t>
            </a:r>
            <a:r>
              <a:rPr lang="vi-VN" sz="2400">
                <a:latin typeface="Calibri"/>
                <a:cs typeface="Calibri"/>
              </a:rPr>
              <a:t>ậ</a:t>
            </a:r>
            <a:r>
              <a:rPr lang="vi-VN" sz="2400">
                <a:latin typeface="Gill Sans MT"/>
                <a:cs typeface="Gill Sans MT"/>
              </a:rPr>
              <a:t>n c</a:t>
            </a:r>
            <a:r>
              <a:rPr lang="vi-VN" sz="2400">
                <a:latin typeface="Calibri"/>
                <a:cs typeface="Calibri"/>
              </a:rPr>
              <a:t>ủ</a:t>
            </a:r>
            <a:r>
              <a:rPr lang="vi-VN" sz="2400">
                <a:latin typeface="Gill Sans MT"/>
                <a:cs typeface="Gill Sans MT"/>
              </a:rPr>
              <a:t>a p. Sau đó, lân c</a:t>
            </a:r>
            <a:r>
              <a:rPr lang="vi-VN" sz="2400">
                <a:latin typeface="Calibri"/>
                <a:cs typeface="Calibri"/>
              </a:rPr>
              <a:t>ậ</a:t>
            </a:r>
            <a:r>
              <a:rPr lang="vi-VN" sz="2400">
                <a:latin typeface="Gill Sans MT"/>
                <a:cs typeface="Gill Sans MT"/>
              </a:rPr>
              <a:t>n c</a:t>
            </a:r>
            <a:r>
              <a:rPr lang="vi-VN" sz="2400">
                <a:latin typeface="Calibri"/>
                <a:cs typeface="Calibri"/>
              </a:rPr>
              <a:t>ủ</a:t>
            </a:r>
            <a:r>
              <a:rPr lang="vi-VN" sz="2400">
                <a:latin typeface="Gill Sans MT"/>
                <a:cs typeface="Gill Sans MT"/>
              </a:rPr>
              <a:t>a nh</a:t>
            </a:r>
            <a:r>
              <a:rPr lang="vi-VN" sz="2400">
                <a:latin typeface="Calibri"/>
                <a:cs typeface="Calibri"/>
              </a:rPr>
              <a:t>ữ</a:t>
            </a:r>
            <a:r>
              <a:rPr lang="vi-VN" sz="2400">
                <a:latin typeface="Gill Sans MT"/>
                <a:cs typeface="Gill Sans MT"/>
              </a:rPr>
              <a:t>ng đi</a:t>
            </a:r>
            <a:r>
              <a:rPr lang="vi-VN" sz="2400">
                <a:latin typeface="Calibri"/>
                <a:cs typeface="Calibri"/>
              </a:rPr>
              <a:t>ể</a:t>
            </a:r>
            <a:r>
              <a:rPr lang="vi-VN" sz="2400">
                <a:latin typeface="Gill Sans MT"/>
                <a:cs typeface="Gill Sans MT"/>
              </a:rPr>
              <a:t>m này s</a:t>
            </a:r>
            <a:r>
              <a:rPr lang="vi-VN" sz="2400">
                <a:latin typeface="Calibri"/>
                <a:cs typeface="Calibri"/>
              </a:rPr>
              <a:t>ẽ </a:t>
            </a:r>
            <a:r>
              <a:rPr lang="vi-VN" sz="2400">
                <a:latin typeface="Gill Sans MT"/>
                <a:cs typeface="Gill Sans MT"/>
              </a:rPr>
              <a:t>đ</a:t>
            </a:r>
            <a:r>
              <a:rPr lang="vi-VN" sz="2400">
                <a:latin typeface="Calibri"/>
                <a:cs typeface="Calibri"/>
              </a:rPr>
              <a:t>ượ</a:t>
            </a:r>
            <a:r>
              <a:rPr lang="vi-VN" sz="2400">
                <a:latin typeface="Gill Sans MT"/>
                <a:cs typeface="Gill Sans MT"/>
              </a:rPr>
              <a:t>c kh</a:t>
            </a:r>
            <a:r>
              <a:rPr lang="vi-VN" sz="2400">
                <a:latin typeface="Calibri"/>
                <a:cs typeface="Calibri"/>
              </a:rPr>
              <a:t>ả</a:t>
            </a:r>
            <a:r>
              <a:rPr lang="vi-VN" sz="2400">
                <a:latin typeface="Gill Sans MT"/>
                <a:cs typeface="Gill Sans MT"/>
              </a:rPr>
              <a:t>o sát đ</a:t>
            </a:r>
            <a:r>
              <a:rPr lang="vi-VN" sz="2400">
                <a:latin typeface="Calibri"/>
                <a:cs typeface="Calibri"/>
              </a:rPr>
              <a:t>ể </a:t>
            </a:r>
            <a:r>
              <a:rPr lang="vi-VN" sz="2400">
                <a:latin typeface="Gill Sans MT"/>
                <a:cs typeface="Gill Sans MT"/>
              </a:rPr>
              <a:t>xem li</a:t>
            </a:r>
            <a:r>
              <a:rPr lang="vi-VN" sz="2400">
                <a:latin typeface="Calibri"/>
                <a:cs typeface="Calibri"/>
              </a:rPr>
              <a:t>ệ</a:t>
            </a:r>
            <a:r>
              <a:rPr lang="vi-VN" sz="2400">
                <a:latin typeface="Gill Sans MT"/>
                <a:cs typeface="Gill Sans MT"/>
              </a:rPr>
              <a:t>u nó có đ</a:t>
            </a:r>
            <a:r>
              <a:rPr lang="vi-VN" sz="2400">
                <a:latin typeface="Calibri"/>
                <a:cs typeface="Calibri"/>
              </a:rPr>
              <a:t>ượ</a:t>
            </a:r>
            <a:r>
              <a:rPr lang="vi-VN" sz="2400">
                <a:latin typeface="Gill Sans MT"/>
                <a:cs typeface="Gill Sans MT"/>
              </a:rPr>
              <a:t>c thêm ti</a:t>
            </a:r>
            <a:r>
              <a:rPr lang="vi-VN" sz="2400">
                <a:latin typeface="Calibri"/>
                <a:cs typeface="Calibri"/>
              </a:rPr>
              <a:t>ế</a:t>
            </a:r>
            <a:r>
              <a:rPr lang="vi-VN" sz="2400">
                <a:latin typeface="Gill Sans MT"/>
                <a:cs typeface="Gill Sans MT"/>
              </a:rPr>
              <a:t>p vào c</a:t>
            </a:r>
            <a:r>
              <a:rPr lang="vi-VN" sz="2400">
                <a:latin typeface="Calibri"/>
                <a:cs typeface="Calibri"/>
              </a:rPr>
              <a:t>ụ</a:t>
            </a:r>
            <a:r>
              <a:rPr lang="vi-VN" sz="2400">
                <a:latin typeface="Gill Sans MT"/>
                <a:cs typeface="Gill Sans MT"/>
              </a:rPr>
              <a:t>m này hay không.</a:t>
            </a:r>
          </a:p>
          <a:p>
            <a:pPr marL="12700" marR="304800" algn="just">
              <a:lnSpc>
                <a:spcPct val="100000"/>
              </a:lnSpc>
              <a:spcBef>
                <a:spcPts val="500"/>
              </a:spcBef>
              <a:tabLst>
                <a:tab pos="355600" algn="l"/>
              </a:tabLst>
            </a:pPr>
            <a:r>
              <a:rPr lang="vi-VN" sz="2400">
                <a:latin typeface="Gill Sans MT"/>
                <a:cs typeface="Gill Sans MT"/>
              </a:rPr>
              <a:t>B4: N</a:t>
            </a:r>
            <a:r>
              <a:rPr lang="vi-VN" sz="2400">
                <a:latin typeface="Calibri"/>
                <a:cs typeface="Calibri"/>
              </a:rPr>
              <a:t>ế</a:t>
            </a:r>
            <a:r>
              <a:rPr lang="vi-VN" sz="2400">
                <a:latin typeface="Gill Sans MT"/>
                <a:cs typeface="Gill Sans MT"/>
              </a:rPr>
              <a:t>u c</a:t>
            </a:r>
            <a:r>
              <a:rPr lang="vi-VN" sz="2400">
                <a:latin typeface="Calibri"/>
                <a:cs typeface="Calibri"/>
              </a:rPr>
              <a:t>ụ</a:t>
            </a:r>
            <a:r>
              <a:rPr lang="vi-VN" sz="2400">
                <a:latin typeface="Gill Sans MT"/>
                <a:cs typeface="Gill Sans MT"/>
              </a:rPr>
              <a:t>m không th</a:t>
            </a:r>
            <a:r>
              <a:rPr lang="vi-VN" sz="2400">
                <a:latin typeface="Calibri"/>
                <a:cs typeface="Calibri"/>
              </a:rPr>
              <a:t>ể </a:t>
            </a:r>
            <a:r>
              <a:rPr lang="vi-VN" sz="2400">
                <a:latin typeface="Gill Sans MT"/>
                <a:cs typeface="Gill Sans MT"/>
              </a:rPr>
              <a:t>m</a:t>
            </a:r>
            <a:r>
              <a:rPr lang="vi-VN" sz="2400">
                <a:latin typeface="Calibri"/>
                <a:cs typeface="Calibri"/>
              </a:rPr>
              <a:t>ở </a:t>
            </a:r>
            <a:r>
              <a:rPr lang="vi-VN" sz="2400">
                <a:latin typeface="Gill Sans MT"/>
                <a:cs typeface="Gill Sans MT"/>
              </a:rPr>
              <a:t>r</a:t>
            </a:r>
            <a:r>
              <a:rPr lang="vi-VN" sz="2400">
                <a:latin typeface="Calibri"/>
                <a:cs typeface="Calibri"/>
              </a:rPr>
              <a:t>ộ</a:t>
            </a:r>
            <a:r>
              <a:rPr lang="vi-VN" sz="2400">
                <a:latin typeface="Gill Sans MT"/>
                <a:cs typeface="Gill Sans MT"/>
              </a:rPr>
              <a:t>ng thêm đ</a:t>
            </a:r>
            <a:r>
              <a:rPr lang="vi-VN" sz="2400">
                <a:latin typeface="Calibri"/>
                <a:cs typeface="Calibri"/>
              </a:rPr>
              <a:t>ượ</a:t>
            </a:r>
            <a:r>
              <a:rPr lang="vi-VN" sz="2400">
                <a:latin typeface="Gill Sans MT"/>
                <a:cs typeface="Gill Sans MT"/>
              </a:rPr>
              <a:t>c n</a:t>
            </a:r>
            <a:r>
              <a:rPr lang="vi-VN" sz="2400">
                <a:latin typeface="Calibri"/>
                <a:cs typeface="Calibri"/>
              </a:rPr>
              <a:t>ữ</a:t>
            </a:r>
            <a:r>
              <a:rPr lang="vi-VN" sz="2400">
                <a:latin typeface="Gill Sans MT"/>
                <a:cs typeface="Gill Sans MT"/>
              </a:rPr>
              <a:t>a, thu</a:t>
            </a:r>
            <a:r>
              <a:rPr lang="vi-VN" sz="2400">
                <a:latin typeface="Calibri"/>
                <a:cs typeface="Calibri"/>
              </a:rPr>
              <a:t>ậ</a:t>
            </a:r>
            <a:r>
              <a:rPr lang="vi-VN" sz="2400">
                <a:latin typeface="Gill Sans MT"/>
                <a:cs typeface="Gill Sans MT"/>
              </a:rPr>
              <a:t>t toán </a:t>
            </a:r>
            <a:r>
              <a:rPr lang="vi-VN" sz="2400">
                <a:solidFill>
                  <a:srgbClr val="FF0000"/>
                </a:solidFill>
                <a:latin typeface="Gill Sans MT"/>
                <a:cs typeface="Gill Sans MT"/>
              </a:rPr>
              <a:t>ch</a:t>
            </a:r>
            <a:r>
              <a:rPr lang="vi-VN" sz="2400">
                <a:solidFill>
                  <a:srgbClr val="FF0000"/>
                </a:solidFill>
                <a:latin typeface="Calibri"/>
                <a:cs typeface="Calibri"/>
              </a:rPr>
              <a:t>ọ</a:t>
            </a:r>
            <a:r>
              <a:rPr lang="vi-VN" sz="2400">
                <a:solidFill>
                  <a:srgbClr val="FF0000"/>
                </a:solidFill>
                <a:latin typeface="Gill Sans MT"/>
                <a:cs typeface="Gill Sans MT"/>
              </a:rPr>
              <a:t>n ng</a:t>
            </a:r>
            <a:r>
              <a:rPr lang="vi-VN" sz="2400">
                <a:solidFill>
                  <a:srgbClr val="FF0000"/>
                </a:solidFill>
                <a:latin typeface="Calibri"/>
                <a:cs typeface="Calibri"/>
              </a:rPr>
              <a:t>ẫ</a:t>
            </a:r>
            <a:r>
              <a:rPr lang="vi-VN" sz="2400">
                <a:solidFill>
                  <a:srgbClr val="FF0000"/>
                </a:solidFill>
                <a:latin typeface="Gill Sans MT"/>
                <a:cs typeface="Gill Sans MT"/>
              </a:rPr>
              <a:t>u nhiên m</a:t>
            </a:r>
            <a:r>
              <a:rPr lang="vi-VN" sz="2400">
                <a:solidFill>
                  <a:srgbClr val="FF0000"/>
                </a:solidFill>
                <a:latin typeface="Calibri"/>
                <a:cs typeface="Calibri"/>
              </a:rPr>
              <a:t>ộ</a:t>
            </a:r>
            <a:r>
              <a:rPr lang="vi-VN" sz="2400">
                <a:solidFill>
                  <a:srgbClr val="FF0000"/>
                </a:solidFill>
                <a:latin typeface="Gill Sans MT"/>
                <a:cs typeface="Gill Sans MT"/>
              </a:rPr>
              <a:t>t đ</a:t>
            </a:r>
            <a:r>
              <a:rPr lang="vi-VN" sz="2400">
                <a:solidFill>
                  <a:srgbClr val="FF0000"/>
                </a:solidFill>
                <a:latin typeface="Calibri"/>
                <a:cs typeface="Calibri"/>
              </a:rPr>
              <a:t>ố</a:t>
            </a:r>
            <a:r>
              <a:rPr lang="vi-VN" sz="2400">
                <a:solidFill>
                  <a:srgbClr val="FF0000"/>
                </a:solidFill>
                <a:latin typeface="Gill Sans MT"/>
                <a:cs typeface="Gill Sans MT"/>
              </a:rPr>
              <a:t>i t</a:t>
            </a:r>
            <a:r>
              <a:rPr lang="vi-VN" sz="2400">
                <a:solidFill>
                  <a:srgbClr val="FF0000"/>
                </a:solidFill>
                <a:latin typeface="Calibri"/>
                <a:cs typeface="Calibri"/>
              </a:rPr>
              <a:t>ượ</a:t>
            </a:r>
            <a:r>
              <a:rPr lang="vi-VN" sz="2400">
                <a:solidFill>
                  <a:srgbClr val="FF0000"/>
                </a:solidFill>
                <a:latin typeface="Gill Sans MT"/>
                <a:cs typeface="Gill Sans MT"/>
              </a:rPr>
              <a:t>ng p khác ch</a:t>
            </a:r>
            <a:r>
              <a:rPr lang="vi-VN" sz="2400">
                <a:solidFill>
                  <a:srgbClr val="FF0000"/>
                </a:solidFill>
                <a:latin typeface="Calibri"/>
                <a:cs typeface="Calibri"/>
              </a:rPr>
              <a:t>ư</a:t>
            </a:r>
            <a:r>
              <a:rPr lang="vi-VN" sz="2400">
                <a:solidFill>
                  <a:srgbClr val="FF0000"/>
                </a:solidFill>
                <a:latin typeface="Gill Sans MT"/>
                <a:cs typeface="Gill Sans MT"/>
              </a:rPr>
              <a:t>a xét và l</a:t>
            </a:r>
            <a:r>
              <a:rPr lang="vi-VN" sz="2400">
                <a:solidFill>
                  <a:srgbClr val="FF0000"/>
                </a:solidFill>
                <a:latin typeface="Calibri"/>
                <a:cs typeface="Calibri"/>
              </a:rPr>
              <a:t>ặ</a:t>
            </a:r>
            <a:r>
              <a:rPr lang="vi-VN" sz="2400">
                <a:solidFill>
                  <a:srgbClr val="FF0000"/>
                </a:solidFill>
                <a:latin typeface="Gill Sans MT"/>
                <a:cs typeface="Gill Sans MT"/>
              </a:rPr>
              <a:t>p l</a:t>
            </a:r>
            <a:r>
              <a:rPr lang="vi-VN" sz="2400">
                <a:solidFill>
                  <a:srgbClr val="FF0000"/>
                </a:solidFill>
                <a:latin typeface="Calibri"/>
                <a:cs typeface="Calibri"/>
              </a:rPr>
              <a:t>ạ</a:t>
            </a:r>
            <a:r>
              <a:rPr lang="vi-VN" sz="2400">
                <a:solidFill>
                  <a:srgbClr val="FF0000"/>
                </a:solidFill>
                <a:latin typeface="Gill Sans MT"/>
                <a:cs typeface="Gill Sans MT"/>
              </a:rPr>
              <a:t>i quá trình trên</a:t>
            </a:r>
            <a:r>
              <a:rPr lang="vi-VN" sz="2400">
                <a:latin typeface="Gill Sans MT"/>
                <a:cs typeface="Gill Sans MT"/>
              </a:rPr>
              <a:t>.</a:t>
            </a:r>
          </a:p>
          <a:p>
            <a:pPr marL="12700" marR="5080" algn="just">
              <a:lnSpc>
                <a:spcPct val="100000"/>
              </a:lnSpc>
              <a:spcBef>
                <a:spcPts val="400"/>
              </a:spcBef>
              <a:tabLst>
                <a:tab pos="355600" algn="l"/>
              </a:tabLst>
            </a:pPr>
            <a:r>
              <a:rPr lang="vi-VN" sz="2400">
                <a:latin typeface="Gill Sans MT"/>
                <a:cs typeface="Gill Sans MT"/>
              </a:rPr>
              <a:t>B5: L</a:t>
            </a:r>
            <a:r>
              <a:rPr lang="vi-VN" sz="2400">
                <a:latin typeface="Calibri"/>
                <a:cs typeface="Calibri"/>
              </a:rPr>
              <a:t>ặ</a:t>
            </a:r>
            <a:r>
              <a:rPr lang="vi-VN" sz="2400">
                <a:latin typeface="Gill Sans MT"/>
                <a:cs typeface="Gill Sans MT"/>
              </a:rPr>
              <a:t>p cho đ</a:t>
            </a:r>
            <a:r>
              <a:rPr lang="vi-VN" sz="2400">
                <a:latin typeface="Calibri"/>
                <a:cs typeface="Calibri"/>
              </a:rPr>
              <a:t>ế</a:t>
            </a:r>
            <a:r>
              <a:rPr lang="vi-VN" sz="2400">
                <a:latin typeface="Gill Sans MT"/>
                <a:cs typeface="Gill Sans MT"/>
              </a:rPr>
              <a:t>n khi m</a:t>
            </a:r>
            <a:r>
              <a:rPr lang="vi-VN" sz="2400">
                <a:latin typeface="Calibri"/>
                <a:cs typeface="Calibri"/>
              </a:rPr>
              <a:t>ọ</a:t>
            </a:r>
            <a:r>
              <a:rPr lang="vi-VN" sz="2400">
                <a:latin typeface="Gill Sans MT"/>
                <a:cs typeface="Gill Sans MT"/>
              </a:rPr>
              <a:t>i đ</a:t>
            </a:r>
            <a:r>
              <a:rPr lang="vi-VN" sz="2400">
                <a:latin typeface="Calibri"/>
                <a:cs typeface="Calibri"/>
              </a:rPr>
              <a:t>ố</a:t>
            </a:r>
            <a:r>
              <a:rPr lang="vi-VN" sz="2400">
                <a:latin typeface="Gill Sans MT"/>
                <a:cs typeface="Gill Sans MT"/>
              </a:rPr>
              <a:t>i t</a:t>
            </a:r>
            <a:r>
              <a:rPr lang="vi-VN" sz="2400">
                <a:latin typeface="Calibri"/>
                <a:cs typeface="Calibri"/>
              </a:rPr>
              <a:t>ượ</a:t>
            </a:r>
            <a:r>
              <a:rPr lang="vi-VN" sz="2400">
                <a:latin typeface="Gill Sans MT"/>
                <a:cs typeface="Gill Sans MT"/>
              </a:rPr>
              <a:t>ng đ</a:t>
            </a:r>
            <a:r>
              <a:rPr lang="vi-VN" sz="2400">
                <a:latin typeface="Calibri"/>
                <a:cs typeface="Calibri"/>
              </a:rPr>
              <a:t>ề</a:t>
            </a:r>
            <a:r>
              <a:rPr lang="vi-VN" sz="2400">
                <a:latin typeface="Gill Sans MT"/>
                <a:cs typeface="Gill Sans MT"/>
              </a:rPr>
              <a:t>u đ</a:t>
            </a:r>
            <a:r>
              <a:rPr lang="vi-VN" sz="2400">
                <a:latin typeface="Calibri"/>
                <a:cs typeface="Calibri"/>
              </a:rPr>
              <a:t>ượ</a:t>
            </a:r>
            <a:r>
              <a:rPr lang="vi-VN" sz="2400">
                <a:latin typeface="Gill Sans MT"/>
                <a:cs typeface="Gill Sans MT"/>
              </a:rPr>
              <a:t>c gom c</a:t>
            </a:r>
            <a:r>
              <a:rPr lang="vi-VN" sz="2400">
                <a:latin typeface="Calibri"/>
                <a:cs typeface="Calibri"/>
              </a:rPr>
              <a:t>ụ</a:t>
            </a:r>
            <a:r>
              <a:rPr lang="vi-VN" sz="2400">
                <a:latin typeface="Gill Sans MT"/>
                <a:cs typeface="Gill Sans MT"/>
              </a:rPr>
              <a:t>m hay đ</a:t>
            </a:r>
            <a:r>
              <a:rPr lang="vi-VN" sz="2400">
                <a:latin typeface="Calibri"/>
                <a:cs typeface="Calibri"/>
              </a:rPr>
              <a:t>ượ</a:t>
            </a:r>
            <a:r>
              <a:rPr lang="vi-VN" sz="2400">
                <a:latin typeface="Gill Sans MT"/>
                <a:cs typeface="Gill Sans MT"/>
              </a:rPr>
              <a:t>c đánh d</a:t>
            </a:r>
            <a:r>
              <a:rPr lang="vi-VN" sz="2400">
                <a:latin typeface="Calibri"/>
                <a:cs typeface="Calibri"/>
              </a:rPr>
              <a:t>ấ</a:t>
            </a:r>
            <a:r>
              <a:rPr lang="vi-VN" sz="2400">
                <a:latin typeface="Gill Sans MT"/>
                <a:cs typeface="Gill Sans MT"/>
              </a:rPr>
              <a:t>u là ngo</a:t>
            </a:r>
            <a:r>
              <a:rPr lang="vi-VN" sz="2400">
                <a:latin typeface="Calibri"/>
                <a:cs typeface="Calibri"/>
              </a:rPr>
              <a:t>ạ</a:t>
            </a:r>
            <a:r>
              <a:rPr lang="vi-VN" sz="2400">
                <a:latin typeface="Gill Sans MT"/>
                <a:cs typeface="Gill Sans MT"/>
              </a:rPr>
              <a:t>i lai/nhi</a:t>
            </a:r>
            <a:r>
              <a:rPr lang="vi-VN" sz="2400">
                <a:latin typeface="Calibri"/>
                <a:cs typeface="Calibri"/>
              </a:rPr>
              <a:t>ễ</a:t>
            </a:r>
            <a:r>
              <a:rPr lang="vi-VN" sz="2400">
                <a:latin typeface="Gill Sans MT"/>
                <a:cs typeface="Gill Sans MT"/>
              </a:rPr>
              <a:t>u. V</a:t>
            </a:r>
            <a:r>
              <a:rPr lang="vi-VN" sz="2400">
                <a:latin typeface="Calibri"/>
                <a:cs typeface="Calibri"/>
              </a:rPr>
              <a:t>ớ</a:t>
            </a:r>
            <a:r>
              <a:rPr lang="vi-VN" sz="2400">
                <a:latin typeface="Gill Sans MT"/>
                <a:cs typeface="Gill Sans MT"/>
              </a:rPr>
              <a:t>i m</a:t>
            </a:r>
            <a:r>
              <a:rPr lang="vi-VN" sz="2400">
                <a:latin typeface="Calibri"/>
                <a:cs typeface="Calibri"/>
              </a:rPr>
              <a:t>ộ</a:t>
            </a:r>
            <a:r>
              <a:rPr lang="vi-VN" sz="2400">
                <a:latin typeface="Gill Sans MT"/>
                <a:cs typeface="Gill Sans MT"/>
              </a:rPr>
              <a:t>t CSDL có n m</a:t>
            </a:r>
            <a:r>
              <a:rPr lang="vi-VN" sz="2400">
                <a:latin typeface="Calibri"/>
                <a:cs typeface="Calibri"/>
              </a:rPr>
              <a:t>ẫ</a:t>
            </a:r>
            <a:r>
              <a:rPr lang="vi-VN" sz="2400">
                <a:latin typeface="Gill Sans MT"/>
                <a:cs typeface="Gill Sans MT"/>
              </a:rPr>
              <a:t>u tin, c</a:t>
            </a:r>
            <a:r>
              <a:rPr lang="vi-VN" sz="2400">
                <a:latin typeface="Calibri"/>
                <a:cs typeface="Calibri"/>
              </a:rPr>
              <a:t>ầ</a:t>
            </a:r>
            <a:r>
              <a:rPr lang="vi-VN" sz="2400">
                <a:latin typeface="Gill Sans MT"/>
                <a:cs typeface="Gill Sans MT"/>
              </a:rPr>
              <a:t>n ph</a:t>
            </a:r>
            <a:r>
              <a:rPr lang="vi-VN" sz="2400">
                <a:latin typeface="Calibri"/>
                <a:cs typeface="Calibri"/>
              </a:rPr>
              <a:t>ả</a:t>
            </a:r>
            <a:r>
              <a:rPr lang="vi-VN" sz="2400">
                <a:latin typeface="Gill Sans MT"/>
                <a:cs typeface="Gill Sans MT"/>
              </a:rPr>
              <a:t>i truy v</a:t>
            </a:r>
            <a:r>
              <a:rPr lang="vi-VN" sz="2400">
                <a:latin typeface="Calibri"/>
                <a:cs typeface="Calibri"/>
              </a:rPr>
              <a:t>ấ</a:t>
            </a:r>
            <a:r>
              <a:rPr lang="vi-VN" sz="2400">
                <a:latin typeface="Gill Sans MT"/>
                <a:cs typeface="Gill Sans MT"/>
              </a:rPr>
              <a:t>n vùng n l</a:t>
            </a:r>
            <a:r>
              <a:rPr lang="vi-VN" sz="2400">
                <a:latin typeface="Calibri"/>
                <a:cs typeface="Calibri"/>
              </a:rPr>
              <a:t>ầ</a:t>
            </a:r>
            <a:r>
              <a:rPr lang="vi-VN" sz="2400">
                <a:latin typeface="Gill Sans MT"/>
                <a:cs typeface="Gill Sans MT"/>
              </a:rPr>
              <a:t>n.</a:t>
            </a:r>
          </a:p>
          <a:p>
            <a:endParaRPr lang="en-US"/>
          </a:p>
          <a:p>
            <a:endParaRPr lang="en-US"/>
          </a:p>
        </p:txBody>
      </p:sp>
      <p:sp>
        <p:nvSpPr>
          <p:cNvPr id="4" name="object 4"/>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119</a:t>
            </a:fld>
            <a:endParaRPr lang="en-US"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365126"/>
            <a:ext cx="7886700" cy="1325563"/>
          </a:xfrm>
        </p:spPr>
        <p:txBody>
          <a:bodyPr vert="horz" wrap="square" lIns="0" tIns="207570" rIns="0" bIns="0" rtlCol="0">
            <a:spAutoFit/>
          </a:bodyPr>
          <a:lstStyle/>
          <a:p>
            <a:r>
              <a:rPr lang="en-US" dirty="0"/>
              <a:t>DBSCAN</a:t>
            </a:r>
          </a:p>
        </p:txBody>
      </p:sp>
      <p:sp>
        <p:nvSpPr>
          <p:cNvPr id="7" name="Content Placeholder 6">
            <a:extLst>
              <a:ext uri="{FF2B5EF4-FFF2-40B4-BE49-F238E27FC236}">
                <a16:creationId xmlns:a16="http://schemas.microsoft.com/office/drawing/2014/main" id="{30E6C8A5-B1F8-F114-7CD1-42359B863E3F}"/>
              </a:ext>
            </a:extLst>
          </p:cNvPr>
          <p:cNvSpPr>
            <a:spLocks noGrp="1"/>
          </p:cNvSpPr>
          <p:nvPr>
            <p:ph idx="1"/>
          </p:nvPr>
        </p:nvSpPr>
        <p:spPr/>
        <p:txBody>
          <a:bodyPr/>
          <a:lstStyle/>
          <a:p>
            <a:pPr marL="355600" marR="5080" indent="-342900">
              <a:lnSpc>
                <a:spcPct val="79900"/>
              </a:lnSpc>
              <a:spcBef>
                <a:spcPts val="675"/>
              </a:spcBef>
              <a:buFont typeface="Arial"/>
              <a:buChar char="•"/>
              <a:tabLst>
                <a:tab pos="355600" algn="l"/>
              </a:tabLst>
            </a:pPr>
            <a:r>
              <a:rPr lang="en-US" sz="2800">
                <a:latin typeface="Gill Sans MT"/>
                <a:cs typeface="Gill Sans MT"/>
              </a:rPr>
              <a:t>N</a:t>
            </a:r>
            <a:r>
              <a:rPr lang="en-US" sz="2800">
                <a:latin typeface="Calibri"/>
                <a:cs typeface="Calibri"/>
              </a:rPr>
              <a:t>ế</a:t>
            </a:r>
            <a:r>
              <a:rPr lang="en-US" sz="2800">
                <a:latin typeface="Gill Sans MT"/>
                <a:cs typeface="Gill Sans MT"/>
              </a:rPr>
              <a:t>u s</a:t>
            </a:r>
            <a:r>
              <a:rPr lang="en-US" sz="2800">
                <a:latin typeface="Calibri"/>
                <a:cs typeface="Calibri"/>
              </a:rPr>
              <a:t>ử </a:t>
            </a:r>
            <a:r>
              <a:rPr lang="en-US" sz="2800">
                <a:latin typeface="Gill Sans MT"/>
                <a:cs typeface="Gill Sans MT"/>
              </a:rPr>
              <a:t>d</a:t>
            </a:r>
            <a:r>
              <a:rPr lang="en-US" sz="2800">
                <a:latin typeface="Calibri"/>
                <a:cs typeface="Calibri"/>
              </a:rPr>
              <a:t>ụ</a:t>
            </a:r>
            <a:r>
              <a:rPr lang="en-US" sz="2800">
                <a:latin typeface="Gill Sans MT"/>
                <a:cs typeface="Gill Sans MT"/>
              </a:rPr>
              <a:t>ng giá tr</a:t>
            </a:r>
            <a:r>
              <a:rPr lang="en-US" sz="2800">
                <a:latin typeface="Calibri"/>
                <a:cs typeface="Calibri"/>
              </a:rPr>
              <a:t>ị </a:t>
            </a:r>
            <a:r>
              <a:rPr lang="en-US" sz="2800">
                <a:latin typeface="Gill Sans MT"/>
                <a:cs typeface="Gill Sans MT"/>
              </a:rPr>
              <a:t>toàn c</a:t>
            </a:r>
            <a:r>
              <a:rPr lang="en-US" sz="2800">
                <a:latin typeface="Calibri"/>
                <a:cs typeface="Calibri"/>
              </a:rPr>
              <a:t>ụ</a:t>
            </a:r>
            <a:r>
              <a:rPr lang="en-US" sz="2800">
                <a:latin typeface="Gill Sans MT"/>
                <a:cs typeface="Gill Sans MT"/>
              </a:rPr>
              <a:t>c Eps và MinPts, DBSCAN có th</a:t>
            </a:r>
            <a:r>
              <a:rPr lang="en-US" sz="2800">
                <a:latin typeface="Calibri"/>
                <a:cs typeface="Calibri"/>
              </a:rPr>
              <a:t>ể </a:t>
            </a:r>
            <a:r>
              <a:rPr lang="en-US" sz="2800">
                <a:latin typeface="Gill Sans MT"/>
                <a:cs typeface="Gill Sans MT"/>
              </a:rPr>
              <a:t>hoà nh</a:t>
            </a:r>
            <a:r>
              <a:rPr lang="en-US" sz="2800">
                <a:latin typeface="Calibri"/>
                <a:cs typeface="Calibri"/>
              </a:rPr>
              <a:t>ậ</a:t>
            </a:r>
            <a:r>
              <a:rPr lang="en-US" sz="2800">
                <a:latin typeface="Gill Sans MT"/>
                <a:cs typeface="Gill Sans MT"/>
              </a:rPr>
              <a:t>p hai c</a:t>
            </a:r>
            <a:r>
              <a:rPr lang="en-US" sz="2800">
                <a:latin typeface="Calibri"/>
                <a:cs typeface="Calibri"/>
              </a:rPr>
              <a:t>ụ</a:t>
            </a:r>
            <a:r>
              <a:rPr lang="en-US" sz="2800">
                <a:latin typeface="Gill Sans MT"/>
                <a:cs typeface="Gill Sans MT"/>
              </a:rPr>
              <a:t>m theo đ</a:t>
            </a:r>
            <a:r>
              <a:rPr lang="en-US" sz="2800">
                <a:latin typeface="Calibri"/>
                <a:cs typeface="Calibri"/>
              </a:rPr>
              <a:t>ị</a:t>
            </a:r>
            <a:r>
              <a:rPr lang="en-US" sz="2800">
                <a:latin typeface="Gill Sans MT"/>
                <a:cs typeface="Gill Sans MT"/>
              </a:rPr>
              <a:t>nh ngh</a:t>
            </a:r>
            <a:r>
              <a:rPr lang="en-US" sz="2800">
                <a:latin typeface="Calibri"/>
                <a:cs typeface="Calibri"/>
              </a:rPr>
              <a:t>ĩ</a:t>
            </a:r>
            <a:r>
              <a:rPr lang="en-US" sz="2800">
                <a:latin typeface="Gill Sans MT"/>
                <a:cs typeface="Gill Sans MT"/>
              </a:rPr>
              <a:t>a 5 thành m</a:t>
            </a:r>
            <a:r>
              <a:rPr lang="en-US" sz="2800">
                <a:latin typeface="Calibri"/>
                <a:cs typeface="Calibri"/>
              </a:rPr>
              <a:t>ộ</a:t>
            </a:r>
            <a:r>
              <a:rPr lang="en-US" sz="2800">
                <a:latin typeface="Gill Sans MT"/>
                <a:cs typeface="Gill Sans MT"/>
              </a:rPr>
              <a:t>t c</a:t>
            </a:r>
            <a:r>
              <a:rPr lang="en-US" sz="2800">
                <a:latin typeface="Calibri"/>
                <a:cs typeface="Calibri"/>
              </a:rPr>
              <a:t>ụ</a:t>
            </a:r>
            <a:r>
              <a:rPr lang="en-US" sz="2800">
                <a:latin typeface="Gill Sans MT"/>
                <a:cs typeface="Gill Sans MT"/>
              </a:rPr>
              <a:t>m n</a:t>
            </a:r>
            <a:r>
              <a:rPr lang="en-US" sz="2800">
                <a:latin typeface="Calibri"/>
                <a:cs typeface="Calibri"/>
              </a:rPr>
              <a:t>ế</a:t>
            </a:r>
            <a:r>
              <a:rPr lang="en-US" sz="2800">
                <a:latin typeface="Gill Sans MT"/>
                <a:cs typeface="Gill Sans MT"/>
              </a:rPr>
              <a:t>u m</a:t>
            </a:r>
            <a:r>
              <a:rPr lang="en-US" sz="2800">
                <a:latin typeface="Calibri"/>
                <a:cs typeface="Calibri"/>
              </a:rPr>
              <a:t>ậ</a:t>
            </a:r>
            <a:r>
              <a:rPr lang="en-US" sz="2800">
                <a:latin typeface="Gill Sans MT"/>
                <a:cs typeface="Gill Sans MT"/>
              </a:rPr>
              <a:t>t đ</a:t>
            </a:r>
            <a:r>
              <a:rPr lang="en-US" sz="2800">
                <a:latin typeface="Calibri"/>
                <a:cs typeface="Calibri"/>
              </a:rPr>
              <a:t>ộ </a:t>
            </a:r>
            <a:r>
              <a:rPr lang="en-US" sz="2800">
                <a:latin typeface="Gill Sans MT"/>
                <a:cs typeface="Gill Sans MT"/>
              </a:rPr>
              <a:t>c</a:t>
            </a:r>
            <a:r>
              <a:rPr lang="en-US" sz="2800">
                <a:latin typeface="Calibri"/>
                <a:cs typeface="Calibri"/>
              </a:rPr>
              <a:t>ủ</a:t>
            </a:r>
            <a:r>
              <a:rPr lang="en-US" sz="2800">
                <a:latin typeface="Gill Sans MT"/>
                <a:cs typeface="Gill Sans MT"/>
              </a:rPr>
              <a:t>a hai c</a:t>
            </a:r>
            <a:r>
              <a:rPr lang="en-US" sz="2800">
                <a:latin typeface="Calibri"/>
                <a:cs typeface="Calibri"/>
              </a:rPr>
              <a:t>ụ</a:t>
            </a:r>
            <a:r>
              <a:rPr lang="en-US" sz="2800">
                <a:latin typeface="Gill Sans MT"/>
                <a:cs typeface="Gill Sans MT"/>
              </a:rPr>
              <a:t>m g</a:t>
            </a:r>
            <a:r>
              <a:rPr lang="en-US" sz="2800">
                <a:latin typeface="Calibri"/>
                <a:cs typeface="Calibri"/>
              </a:rPr>
              <a:t>ầ</a:t>
            </a:r>
            <a:r>
              <a:rPr lang="en-US" sz="2800">
                <a:latin typeface="Gill Sans MT"/>
                <a:cs typeface="Gill Sans MT"/>
              </a:rPr>
              <a:t>n b</a:t>
            </a:r>
            <a:r>
              <a:rPr lang="en-US" sz="2800">
                <a:latin typeface="Calibri"/>
                <a:cs typeface="Calibri"/>
              </a:rPr>
              <a:t>ằ</a:t>
            </a:r>
            <a:r>
              <a:rPr lang="en-US" sz="2800">
                <a:latin typeface="Gill Sans MT"/>
                <a:cs typeface="Gill Sans MT"/>
              </a:rPr>
              <a:t>ng nhau.</a:t>
            </a:r>
          </a:p>
          <a:p>
            <a:pPr marL="354965" indent="-342265">
              <a:lnSpc>
                <a:spcPts val="2590"/>
              </a:lnSpc>
              <a:buFont typeface="Arial"/>
              <a:buChar char="•"/>
              <a:tabLst>
                <a:tab pos="354965" algn="l"/>
              </a:tabLst>
            </a:pPr>
            <a:r>
              <a:rPr lang="en-US" sz="2800">
                <a:latin typeface="Gill Sans MT"/>
                <a:cs typeface="Gill Sans MT"/>
              </a:rPr>
              <a:t>Gi</a:t>
            </a:r>
            <a:r>
              <a:rPr lang="en-US" sz="2800">
                <a:latin typeface="Calibri"/>
                <a:cs typeface="Calibri"/>
              </a:rPr>
              <a:t>ả </a:t>
            </a:r>
            <a:r>
              <a:rPr lang="en-US" sz="2800">
                <a:latin typeface="Gill Sans MT"/>
                <a:cs typeface="Gill Sans MT"/>
              </a:rPr>
              <a:t>s</a:t>
            </a:r>
            <a:r>
              <a:rPr lang="en-US" sz="2800">
                <a:latin typeface="Calibri"/>
                <a:cs typeface="Calibri"/>
              </a:rPr>
              <a:t>ử </a:t>
            </a:r>
            <a:r>
              <a:rPr lang="en-US" sz="2800">
                <a:latin typeface="Gill Sans MT"/>
                <a:cs typeface="Gill Sans MT"/>
              </a:rPr>
              <a:t>kho</a:t>
            </a:r>
            <a:r>
              <a:rPr lang="en-US" sz="2800">
                <a:latin typeface="Calibri"/>
                <a:cs typeface="Calibri"/>
              </a:rPr>
              <a:t>ả</a:t>
            </a:r>
            <a:r>
              <a:rPr lang="en-US" sz="2800">
                <a:latin typeface="Gill Sans MT"/>
                <a:cs typeface="Gill Sans MT"/>
              </a:rPr>
              <a:t>ng cách gi</a:t>
            </a:r>
            <a:r>
              <a:rPr lang="en-US" sz="2800">
                <a:latin typeface="Calibri"/>
                <a:cs typeface="Calibri"/>
              </a:rPr>
              <a:t>ữ</a:t>
            </a:r>
            <a:r>
              <a:rPr lang="en-US" sz="2800">
                <a:latin typeface="Gill Sans MT"/>
                <a:cs typeface="Gill Sans MT"/>
              </a:rPr>
              <a:t>a hai t</a:t>
            </a:r>
            <a:r>
              <a:rPr lang="en-US" sz="2800">
                <a:latin typeface="Calibri"/>
                <a:cs typeface="Calibri"/>
              </a:rPr>
              <a:t>ậ</a:t>
            </a:r>
            <a:r>
              <a:rPr lang="en-US" sz="2800">
                <a:latin typeface="Gill Sans MT"/>
                <a:cs typeface="Gill Sans MT"/>
              </a:rPr>
              <a:t>p DL S1, S2 là Dist (S1,S2)</a:t>
            </a:r>
          </a:p>
          <a:p>
            <a:pPr marL="355600">
              <a:lnSpc>
                <a:spcPts val="2590"/>
              </a:lnSpc>
            </a:pPr>
            <a:r>
              <a:rPr lang="en-US" sz="2800">
                <a:latin typeface="Gill Sans MT"/>
                <a:cs typeface="Gill Sans MT"/>
              </a:rPr>
              <a:t>= min{dist(p,q)| p</a:t>
            </a:r>
            <a:r>
              <a:rPr lang="en-US" sz="2800">
                <a:latin typeface="Symbol"/>
                <a:cs typeface="Symbol"/>
              </a:rPr>
              <a:t></a:t>
            </a:r>
            <a:r>
              <a:rPr lang="en-US" sz="2800">
                <a:latin typeface="Times New Roman"/>
                <a:cs typeface="Times New Roman"/>
              </a:rPr>
              <a:t> </a:t>
            </a:r>
            <a:r>
              <a:rPr lang="en-US" sz="2800">
                <a:latin typeface="Gill Sans MT"/>
                <a:cs typeface="Gill Sans MT"/>
              </a:rPr>
              <a:t>S1 và q</a:t>
            </a:r>
            <a:r>
              <a:rPr lang="en-US" sz="2800">
                <a:latin typeface="Symbol"/>
                <a:cs typeface="Symbol"/>
              </a:rPr>
              <a:t></a:t>
            </a:r>
            <a:r>
              <a:rPr lang="en-US" sz="2800">
                <a:latin typeface="Times New Roman"/>
                <a:cs typeface="Times New Roman"/>
              </a:rPr>
              <a:t> </a:t>
            </a:r>
            <a:r>
              <a:rPr lang="en-US" sz="2800">
                <a:latin typeface="Gill Sans MT"/>
                <a:cs typeface="Gill Sans MT"/>
              </a:rPr>
              <a:t>S2}.</a:t>
            </a:r>
          </a:p>
          <a:p>
            <a:endParaRPr lang="en-US"/>
          </a:p>
        </p:txBody>
      </p:sp>
      <p:sp>
        <p:nvSpPr>
          <p:cNvPr id="4" name="object 4"/>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120</a:t>
            </a:fld>
            <a:endParaRPr lang="en-US"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365126"/>
            <a:ext cx="7886700" cy="1325563"/>
          </a:xfrm>
        </p:spPr>
        <p:txBody>
          <a:bodyPr vert="horz" wrap="square" lIns="0" tIns="207570" rIns="0" bIns="0" rtlCol="0">
            <a:spAutoFit/>
          </a:bodyPr>
          <a:lstStyle/>
          <a:p>
            <a:r>
              <a:rPr lang="en-US" dirty="0"/>
              <a:t>DBSCAN</a:t>
            </a:r>
          </a:p>
        </p:txBody>
      </p:sp>
      <p:sp>
        <p:nvSpPr>
          <p:cNvPr id="7" name="Content Placeholder 6">
            <a:extLst>
              <a:ext uri="{FF2B5EF4-FFF2-40B4-BE49-F238E27FC236}">
                <a16:creationId xmlns:a16="http://schemas.microsoft.com/office/drawing/2014/main" id="{E00C89E4-59E5-9357-A2E4-AB6B24B1DF72}"/>
              </a:ext>
            </a:extLst>
          </p:cNvPr>
          <p:cNvSpPr>
            <a:spLocks noGrp="1"/>
          </p:cNvSpPr>
          <p:nvPr>
            <p:ph idx="1"/>
          </p:nvPr>
        </p:nvSpPr>
        <p:spPr/>
        <p:txBody>
          <a:bodyPr>
            <a:normAutofit fontScale="77500" lnSpcReduction="20000"/>
          </a:bodyPr>
          <a:lstStyle/>
          <a:p>
            <a:pPr marL="12700">
              <a:lnSpc>
                <a:spcPct val="100000"/>
              </a:lnSpc>
              <a:spcBef>
                <a:spcPts val="600"/>
              </a:spcBef>
              <a:buSzPct val="120000"/>
              <a:tabLst>
                <a:tab pos="443865" algn="l"/>
              </a:tabLst>
            </a:pPr>
            <a:r>
              <a:rPr lang="vi-VN" sz="2800" b="1">
                <a:latin typeface="Calibri"/>
                <a:cs typeface="Calibri"/>
              </a:rPr>
              <a:t>Ư</a:t>
            </a:r>
            <a:r>
              <a:rPr lang="vi-VN" sz="2800" b="1">
                <a:latin typeface="Gill Sans MT Bold"/>
                <a:cs typeface="Gill Sans MT Bold"/>
              </a:rPr>
              <a:t>u đi</a:t>
            </a:r>
            <a:r>
              <a:rPr lang="vi-VN" sz="2800" b="1">
                <a:latin typeface="Calibri"/>
                <a:cs typeface="Calibri"/>
              </a:rPr>
              <a:t>ể</a:t>
            </a:r>
            <a:r>
              <a:rPr lang="vi-VN" sz="2800" b="1">
                <a:latin typeface="Gill Sans MT Bold"/>
                <a:cs typeface="Gill Sans MT Bold"/>
              </a:rPr>
              <a:t>m:</a:t>
            </a:r>
            <a:endParaRPr lang="vi-VN" sz="2800">
              <a:latin typeface="Gill Sans MT Bold"/>
              <a:cs typeface="Gill Sans MT Bold"/>
            </a:endParaRPr>
          </a:p>
          <a:p>
            <a:pPr marL="12700">
              <a:lnSpc>
                <a:spcPct val="100000"/>
              </a:lnSpc>
              <a:spcBef>
                <a:spcPts val="500"/>
              </a:spcBef>
              <a:tabLst>
                <a:tab pos="354965" algn="l"/>
              </a:tabLst>
            </a:pPr>
            <a:r>
              <a:rPr lang="vi-VN" sz="2800">
                <a:latin typeface="Gill Sans MT"/>
                <a:cs typeface="Gill Sans MT"/>
              </a:rPr>
              <a:t>Có th</a:t>
            </a:r>
            <a:r>
              <a:rPr lang="vi-VN" sz="2800">
                <a:latin typeface="Calibri"/>
                <a:cs typeface="Calibri"/>
              </a:rPr>
              <a:t>ể </a:t>
            </a:r>
            <a:r>
              <a:rPr lang="vi-VN" sz="2800">
                <a:latin typeface="Gill Sans MT"/>
                <a:cs typeface="Gill Sans MT"/>
              </a:rPr>
              <a:t>phát hi</a:t>
            </a:r>
            <a:r>
              <a:rPr lang="vi-VN" sz="2800">
                <a:latin typeface="Calibri"/>
                <a:cs typeface="Calibri"/>
              </a:rPr>
              <a:t>ệ</a:t>
            </a:r>
            <a:r>
              <a:rPr lang="vi-VN" sz="2800">
                <a:latin typeface="Gill Sans MT"/>
                <a:cs typeface="Gill Sans MT"/>
              </a:rPr>
              <a:t>n các cluster có hình d</a:t>
            </a:r>
            <a:r>
              <a:rPr lang="vi-VN" sz="2800">
                <a:latin typeface="Calibri"/>
                <a:cs typeface="Calibri"/>
              </a:rPr>
              <a:t>ạ</a:t>
            </a:r>
            <a:r>
              <a:rPr lang="vi-VN" sz="2800">
                <a:latin typeface="Gill Sans MT"/>
                <a:cs typeface="Gill Sans MT"/>
              </a:rPr>
              <a:t>ng b</a:t>
            </a:r>
            <a:r>
              <a:rPr lang="vi-VN" sz="2800">
                <a:latin typeface="Calibri"/>
                <a:cs typeface="Calibri"/>
              </a:rPr>
              <a:t>ấ</a:t>
            </a:r>
            <a:r>
              <a:rPr lang="vi-VN" sz="2800">
                <a:latin typeface="Gill Sans MT"/>
                <a:cs typeface="Gill Sans MT"/>
              </a:rPr>
              <a:t>t k</a:t>
            </a:r>
            <a:r>
              <a:rPr lang="vi-VN" sz="2800">
                <a:latin typeface="Calibri"/>
                <a:cs typeface="Calibri"/>
              </a:rPr>
              <a:t>ỳ</a:t>
            </a:r>
          </a:p>
          <a:p>
            <a:pPr marL="12700">
              <a:lnSpc>
                <a:spcPct val="100000"/>
              </a:lnSpc>
              <a:spcBef>
                <a:spcPts val="500"/>
              </a:spcBef>
              <a:tabLst>
                <a:tab pos="354965" algn="l"/>
              </a:tabLst>
            </a:pPr>
            <a:r>
              <a:rPr lang="vi-VN" sz="2800">
                <a:latin typeface="Gill Sans MT"/>
                <a:cs typeface="Gill Sans MT"/>
              </a:rPr>
              <a:t>Ch</a:t>
            </a:r>
            <a:r>
              <a:rPr lang="vi-VN" sz="2800">
                <a:latin typeface="Calibri"/>
                <a:cs typeface="Calibri"/>
              </a:rPr>
              <a:t>ỉ </a:t>
            </a:r>
            <a:r>
              <a:rPr lang="vi-VN" sz="2800">
                <a:latin typeface="Gill Sans MT"/>
                <a:cs typeface="Gill Sans MT"/>
              </a:rPr>
              <a:t>yêu c</a:t>
            </a:r>
            <a:r>
              <a:rPr lang="vi-VN" sz="2800">
                <a:latin typeface="Calibri"/>
                <a:cs typeface="Calibri"/>
              </a:rPr>
              <a:t>ầ</a:t>
            </a:r>
            <a:r>
              <a:rPr lang="vi-VN" sz="2800">
                <a:latin typeface="Gill Sans MT"/>
                <a:cs typeface="Gill Sans MT"/>
              </a:rPr>
              <a:t>u m</a:t>
            </a:r>
            <a:r>
              <a:rPr lang="vi-VN" sz="2800">
                <a:latin typeface="Calibri"/>
                <a:cs typeface="Calibri"/>
              </a:rPr>
              <a:t>ộ</a:t>
            </a:r>
            <a:r>
              <a:rPr lang="vi-VN" sz="2800">
                <a:latin typeface="Gill Sans MT"/>
                <a:cs typeface="Gill Sans MT"/>
              </a:rPr>
              <a:t>t hàm đo kho</a:t>
            </a:r>
            <a:r>
              <a:rPr lang="vi-VN" sz="2800">
                <a:latin typeface="Calibri"/>
                <a:cs typeface="Calibri"/>
              </a:rPr>
              <a:t>ả</a:t>
            </a:r>
            <a:r>
              <a:rPr lang="vi-VN" sz="2800">
                <a:latin typeface="Gill Sans MT"/>
                <a:cs typeface="Gill Sans MT"/>
              </a:rPr>
              <a:t>ng cách và hai tham s</a:t>
            </a:r>
            <a:r>
              <a:rPr lang="vi-VN" sz="2800">
                <a:latin typeface="Calibri"/>
                <a:cs typeface="Calibri"/>
              </a:rPr>
              <a:t>ố </a:t>
            </a:r>
            <a:r>
              <a:rPr lang="vi-VN" sz="2800">
                <a:latin typeface="Gill Sans MT"/>
                <a:cs typeface="Gill Sans MT"/>
              </a:rPr>
              <a:t>đ</a:t>
            </a:r>
            <a:r>
              <a:rPr lang="vi-VN" sz="2800">
                <a:latin typeface="Calibri"/>
                <a:cs typeface="Calibri"/>
              </a:rPr>
              <a:t>ầ</a:t>
            </a:r>
            <a:r>
              <a:rPr lang="vi-VN" sz="2800">
                <a:latin typeface="Gill Sans MT"/>
                <a:cs typeface="Gill Sans MT"/>
              </a:rPr>
              <a:t>u vào: Eps và MinPts.</a:t>
            </a:r>
          </a:p>
          <a:p>
            <a:pPr marL="12700">
              <a:lnSpc>
                <a:spcPct val="100000"/>
              </a:lnSpc>
              <a:spcBef>
                <a:spcPts val="400"/>
              </a:spcBef>
              <a:tabLst>
                <a:tab pos="354965" algn="l"/>
              </a:tabLst>
            </a:pPr>
            <a:r>
              <a:rPr lang="vi-VN" sz="2800">
                <a:latin typeface="Gill Sans MT"/>
                <a:cs typeface="Gill Sans MT"/>
              </a:rPr>
              <a:t>Cho ra k</a:t>
            </a:r>
            <a:r>
              <a:rPr lang="vi-VN" sz="2800">
                <a:latin typeface="Calibri"/>
                <a:cs typeface="Calibri"/>
              </a:rPr>
              <a:t>ế</a:t>
            </a:r>
            <a:r>
              <a:rPr lang="vi-VN" sz="2800">
                <a:latin typeface="Gill Sans MT"/>
                <a:cs typeface="Gill Sans MT"/>
              </a:rPr>
              <a:t>t qu</a:t>
            </a:r>
            <a:r>
              <a:rPr lang="vi-VN" sz="2800">
                <a:latin typeface="Calibri"/>
                <a:cs typeface="Calibri"/>
              </a:rPr>
              <a:t>ả </a:t>
            </a:r>
            <a:r>
              <a:rPr lang="vi-VN" sz="2800">
                <a:latin typeface="Gill Sans MT"/>
                <a:cs typeface="Gill Sans MT"/>
              </a:rPr>
              <a:t>t</a:t>
            </a:r>
            <a:r>
              <a:rPr lang="vi-VN" sz="2800">
                <a:latin typeface="Calibri"/>
                <a:cs typeface="Calibri"/>
              </a:rPr>
              <a:t>ố</a:t>
            </a:r>
            <a:r>
              <a:rPr lang="vi-VN" sz="2800">
                <a:latin typeface="Gill Sans MT"/>
                <a:cs typeface="Gill Sans MT"/>
              </a:rPr>
              <a:t>t và th</a:t>
            </a:r>
            <a:r>
              <a:rPr lang="vi-VN" sz="2800">
                <a:latin typeface="Calibri"/>
                <a:cs typeface="Calibri"/>
              </a:rPr>
              <a:t>ự</a:t>
            </a:r>
            <a:r>
              <a:rPr lang="vi-VN" sz="2800">
                <a:latin typeface="Gill Sans MT"/>
                <a:cs typeface="Gill Sans MT"/>
              </a:rPr>
              <a:t>c thi hi</a:t>
            </a:r>
            <a:r>
              <a:rPr lang="vi-VN" sz="2800">
                <a:latin typeface="Calibri"/>
                <a:cs typeface="Calibri"/>
              </a:rPr>
              <a:t>ệ</a:t>
            </a:r>
            <a:r>
              <a:rPr lang="vi-VN" sz="2800">
                <a:latin typeface="Gill Sans MT"/>
                <a:cs typeface="Gill Sans MT"/>
              </a:rPr>
              <a:t>u qu</a:t>
            </a:r>
            <a:r>
              <a:rPr lang="vi-VN" sz="2800">
                <a:latin typeface="Calibri"/>
                <a:cs typeface="Calibri"/>
              </a:rPr>
              <a:t>ả </a:t>
            </a:r>
            <a:r>
              <a:rPr lang="vi-VN" sz="2800">
                <a:latin typeface="Gill Sans MT"/>
                <a:cs typeface="Gill Sans MT"/>
              </a:rPr>
              <a:t>trên nhi</a:t>
            </a:r>
            <a:r>
              <a:rPr lang="vi-VN" sz="2800">
                <a:latin typeface="Calibri"/>
                <a:cs typeface="Calibri"/>
              </a:rPr>
              <a:t>ề</a:t>
            </a:r>
            <a:r>
              <a:rPr lang="vi-VN" sz="2800">
                <a:latin typeface="Gill Sans MT"/>
                <a:cs typeface="Gill Sans MT"/>
              </a:rPr>
              <a:t>u t</a:t>
            </a:r>
            <a:r>
              <a:rPr lang="vi-VN" sz="2800">
                <a:latin typeface="Calibri"/>
                <a:cs typeface="Calibri"/>
              </a:rPr>
              <a:t>ậ</a:t>
            </a:r>
            <a:r>
              <a:rPr lang="vi-VN" sz="2800">
                <a:latin typeface="Gill Sans MT"/>
                <a:cs typeface="Gill Sans MT"/>
              </a:rPr>
              <a:t>p d</a:t>
            </a:r>
            <a:r>
              <a:rPr lang="vi-VN" sz="2800">
                <a:latin typeface="Calibri"/>
                <a:cs typeface="Calibri"/>
              </a:rPr>
              <a:t>ữ </a:t>
            </a:r>
            <a:r>
              <a:rPr lang="vi-VN" sz="2800">
                <a:latin typeface="Gill Sans MT"/>
                <a:cs typeface="Gill Sans MT"/>
              </a:rPr>
              <a:t>li</a:t>
            </a:r>
            <a:r>
              <a:rPr lang="vi-VN" sz="2800">
                <a:latin typeface="Calibri"/>
                <a:cs typeface="Calibri"/>
              </a:rPr>
              <a:t>ệ</a:t>
            </a:r>
            <a:r>
              <a:rPr lang="vi-VN" sz="2800">
                <a:latin typeface="Gill Sans MT"/>
                <a:cs typeface="Gill Sans MT"/>
              </a:rPr>
              <a:t>u.</a:t>
            </a:r>
          </a:p>
          <a:p>
            <a:pPr marL="12700">
              <a:lnSpc>
                <a:spcPct val="100000"/>
              </a:lnSpc>
              <a:spcBef>
                <a:spcPts val="500"/>
              </a:spcBef>
              <a:tabLst>
                <a:tab pos="354965" algn="l"/>
              </a:tabLst>
            </a:pPr>
            <a:r>
              <a:rPr lang="vi-VN" sz="2800" b="1">
                <a:latin typeface="Gill Sans MT Bold"/>
                <a:cs typeface="Gill Sans MT Bold"/>
              </a:rPr>
              <a:t>Nh</a:t>
            </a:r>
            <a:r>
              <a:rPr lang="vi-VN" sz="2800" b="1">
                <a:latin typeface="Calibri"/>
                <a:cs typeface="Calibri"/>
              </a:rPr>
              <a:t>ượ</a:t>
            </a:r>
            <a:r>
              <a:rPr lang="vi-VN" sz="2800" b="1">
                <a:latin typeface="Gill Sans MT Bold"/>
                <a:cs typeface="Gill Sans MT Bold"/>
              </a:rPr>
              <a:t>c đi</a:t>
            </a:r>
            <a:r>
              <a:rPr lang="vi-VN" sz="2800" b="1">
                <a:latin typeface="Calibri"/>
                <a:cs typeface="Calibri"/>
              </a:rPr>
              <a:t>ể</a:t>
            </a:r>
            <a:r>
              <a:rPr lang="vi-VN" sz="2800" b="1">
                <a:latin typeface="Gill Sans MT Bold"/>
                <a:cs typeface="Gill Sans MT Bold"/>
              </a:rPr>
              <a:t>m:</a:t>
            </a:r>
            <a:endParaRPr lang="vi-VN" sz="2800">
              <a:latin typeface="Gill Sans MT Bold"/>
              <a:cs typeface="Gill Sans MT Bold"/>
            </a:endParaRPr>
          </a:p>
          <a:p>
            <a:pPr marL="12700">
              <a:lnSpc>
                <a:spcPct val="100000"/>
              </a:lnSpc>
              <a:spcBef>
                <a:spcPts val="500"/>
              </a:spcBef>
              <a:tabLst>
                <a:tab pos="354965" algn="l"/>
              </a:tabLst>
            </a:pPr>
            <a:r>
              <a:rPr lang="vi-VN" sz="2800">
                <a:latin typeface="Gill Sans MT"/>
                <a:cs typeface="Gill Sans MT"/>
              </a:rPr>
              <a:t>Không thích h</a:t>
            </a:r>
            <a:r>
              <a:rPr lang="vi-VN" sz="2800">
                <a:latin typeface="Calibri"/>
                <a:cs typeface="Calibri"/>
              </a:rPr>
              <a:t>ợ</a:t>
            </a:r>
            <a:r>
              <a:rPr lang="vi-VN" sz="2800">
                <a:latin typeface="Gill Sans MT"/>
                <a:cs typeface="Gill Sans MT"/>
              </a:rPr>
              <a:t>p cho vi</a:t>
            </a:r>
            <a:r>
              <a:rPr lang="vi-VN" sz="2800">
                <a:latin typeface="Calibri"/>
                <a:cs typeface="Calibri"/>
              </a:rPr>
              <a:t>ệ</a:t>
            </a:r>
            <a:r>
              <a:rPr lang="vi-VN" sz="2800">
                <a:latin typeface="Gill Sans MT"/>
                <a:cs typeface="Gill Sans MT"/>
              </a:rPr>
              <a:t>c tìm các cluster trong CSDL c</a:t>
            </a:r>
            <a:r>
              <a:rPr lang="vi-VN" sz="2800">
                <a:latin typeface="Calibri"/>
                <a:cs typeface="Calibri"/>
              </a:rPr>
              <a:t>ự</a:t>
            </a:r>
            <a:r>
              <a:rPr lang="vi-VN" sz="2800">
                <a:latin typeface="Gill Sans MT"/>
                <a:cs typeface="Gill Sans MT"/>
              </a:rPr>
              <a:t>c l</a:t>
            </a:r>
            <a:r>
              <a:rPr lang="vi-VN" sz="2800">
                <a:latin typeface="Calibri"/>
                <a:cs typeface="Calibri"/>
              </a:rPr>
              <a:t>ớ</a:t>
            </a:r>
            <a:r>
              <a:rPr lang="vi-VN" sz="2800">
                <a:latin typeface="Gill Sans MT"/>
                <a:cs typeface="Gill Sans MT"/>
              </a:rPr>
              <a:t>n.</a:t>
            </a:r>
          </a:p>
          <a:p>
            <a:pPr marL="12700">
              <a:lnSpc>
                <a:spcPct val="100000"/>
              </a:lnSpc>
              <a:spcBef>
                <a:spcPts val="400"/>
              </a:spcBef>
              <a:tabLst>
                <a:tab pos="354965" algn="l"/>
              </a:tabLst>
            </a:pPr>
            <a:r>
              <a:rPr lang="vi-VN" sz="2800">
                <a:latin typeface="Gill Sans MT"/>
                <a:cs typeface="Gill Sans MT"/>
              </a:rPr>
              <a:t>N</a:t>
            </a:r>
            <a:r>
              <a:rPr lang="vi-VN" sz="2800">
                <a:latin typeface="Calibri"/>
                <a:cs typeface="Calibri"/>
              </a:rPr>
              <a:t>ế</a:t>
            </a:r>
            <a:r>
              <a:rPr lang="vi-VN" sz="2800">
                <a:latin typeface="Gill Sans MT"/>
                <a:cs typeface="Gill Sans MT"/>
              </a:rPr>
              <a:t>u t</a:t>
            </a:r>
            <a:r>
              <a:rPr lang="vi-VN" sz="2800">
                <a:latin typeface="Calibri"/>
                <a:cs typeface="Calibri"/>
              </a:rPr>
              <a:t>ậ</a:t>
            </a:r>
            <a:r>
              <a:rPr lang="vi-VN" sz="2800">
                <a:latin typeface="Gill Sans MT"/>
                <a:cs typeface="Gill Sans MT"/>
              </a:rPr>
              <a:t>p d</a:t>
            </a:r>
            <a:r>
              <a:rPr lang="vi-VN" sz="2800">
                <a:latin typeface="Calibri"/>
                <a:cs typeface="Calibri"/>
              </a:rPr>
              <a:t>ữ </a:t>
            </a:r>
            <a:r>
              <a:rPr lang="vi-VN" sz="2800">
                <a:latin typeface="Gill Sans MT"/>
                <a:cs typeface="Gill Sans MT"/>
              </a:rPr>
              <a:t>li</a:t>
            </a:r>
            <a:r>
              <a:rPr lang="vi-VN" sz="2800">
                <a:latin typeface="Calibri"/>
                <a:cs typeface="Calibri"/>
              </a:rPr>
              <a:t>ệ</a:t>
            </a:r>
            <a:r>
              <a:rPr lang="vi-VN" sz="2800">
                <a:latin typeface="Gill Sans MT"/>
                <a:cs typeface="Gill Sans MT"/>
              </a:rPr>
              <a:t>u có m</a:t>
            </a:r>
            <a:r>
              <a:rPr lang="vi-VN" sz="2800">
                <a:latin typeface="Calibri"/>
                <a:cs typeface="Calibri"/>
              </a:rPr>
              <a:t>ậ</a:t>
            </a:r>
            <a:r>
              <a:rPr lang="vi-VN" sz="2800">
                <a:latin typeface="Gill Sans MT"/>
                <a:cs typeface="Gill Sans MT"/>
              </a:rPr>
              <a:t>t đ</a:t>
            </a:r>
            <a:r>
              <a:rPr lang="vi-VN" sz="2800">
                <a:latin typeface="Calibri"/>
                <a:cs typeface="Calibri"/>
              </a:rPr>
              <a:t>ộ </a:t>
            </a:r>
            <a:r>
              <a:rPr lang="vi-VN" sz="2800">
                <a:latin typeface="Gill Sans MT"/>
                <a:cs typeface="Gill Sans MT"/>
              </a:rPr>
              <a:t>thay đ</a:t>
            </a:r>
            <a:r>
              <a:rPr lang="vi-VN" sz="2800">
                <a:latin typeface="Calibri"/>
                <a:cs typeface="Calibri"/>
              </a:rPr>
              <a:t>ổ</a:t>
            </a:r>
            <a:r>
              <a:rPr lang="vi-VN" sz="2800">
                <a:latin typeface="Gill Sans MT"/>
                <a:cs typeface="Gill Sans MT"/>
              </a:rPr>
              <a:t>i l</a:t>
            </a:r>
            <a:r>
              <a:rPr lang="vi-VN" sz="2800">
                <a:latin typeface="Calibri"/>
                <a:cs typeface="Calibri"/>
              </a:rPr>
              <a:t>ớ</a:t>
            </a:r>
            <a:r>
              <a:rPr lang="vi-VN" sz="2800">
                <a:latin typeface="Gill Sans MT"/>
                <a:cs typeface="Gill Sans MT"/>
              </a:rPr>
              <a:t>n, thu</a:t>
            </a:r>
            <a:r>
              <a:rPr lang="vi-VN" sz="2800">
                <a:latin typeface="Calibri"/>
                <a:cs typeface="Calibri"/>
              </a:rPr>
              <a:t>ậ</a:t>
            </a:r>
            <a:r>
              <a:rPr lang="vi-VN" sz="2800">
                <a:latin typeface="Gill Sans MT"/>
                <a:cs typeface="Gill Sans MT"/>
              </a:rPr>
              <a:t>t toán qu</a:t>
            </a:r>
            <a:r>
              <a:rPr lang="vi-VN" sz="2800">
                <a:latin typeface="Calibri"/>
                <a:cs typeface="Calibri"/>
              </a:rPr>
              <a:t>ả</a:t>
            </a:r>
            <a:r>
              <a:rPr lang="vi-VN" sz="2800">
                <a:latin typeface="Gill Sans MT"/>
                <a:cs typeface="Gill Sans MT"/>
              </a:rPr>
              <a:t>n lý</a:t>
            </a:r>
            <a:r>
              <a:rPr lang="vi-VN" sz="2800">
                <a:latin typeface="Times New Roman"/>
                <a:cs typeface="Times New Roman"/>
              </a:rPr>
              <a:t> </a:t>
            </a:r>
            <a:r>
              <a:rPr lang="vi-VN" sz="2800">
                <a:latin typeface="Gill Sans MT"/>
                <a:cs typeface="Gill Sans MT"/>
              </a:rPr>
              <a:t>kém hi</a:t>
            </a:r>
            <a:r>
              <a:rPr lang="vi-VN" sz="2800">
                <a:latin typeface="Calibri"/>
                <a:cs typeface="Calibri"/>
              </a:rPr>
              <a:t>ệ</a:t>
            </a:r>
            <a:r>
              <a:rPr lang="vi-VN" sz="2800">
                <a:latin typeface="Gill Sans MT"/>
                <a:cs typeface="Gill Sans MT"/>
              </a:rPr>
              <a:t>u qu</a:t>
            </a:r>
            <a:r>
              <a:rPr lang="vi-VN" sz="2800">
                <a:latin typeface="Calibri"/>
                <a:cs typeface="Calibri"/>
              </a:rPr>
              <a:t>ả</a:t>
            </a:r>
            <a:r>
              <a:rPr lang="vi-VN" sz="2800">
                <a:latin typeface="Gill Sans MT"/>
                <a:cs typeface="Gill Sans MT"/>
              </a:rPr>
              <a:t>.</a:t>
            </a:r>
          </a:p>
          <a:p>
            <a:pPr marL="12700">
              <a:lnSpc>
                <a:spcPct val="100000"/>
              </a:lnSpc>
              <a:spcBef>
                <a:spcPts val="300"/>
              </a:spcBef>
              <a:tabLst>
                <a:tab pos="354965" algn="l"/>
              </a:tabLst>
            </a:pPr>
            <a:r>
              <a:rPr lang="vi-VN" sz="2800" b="1">
                <a:latin typeface="Gill Sans MT Bold"/>
                <a:cs typeface="Gill Sans MT Bold"/>
              </a:rPr>
              <a:t>Đ</a:t>
            </a:r>
            <a:r>
              <a:rPr lang="vi-VN" sz="2800" b="1">
                <a:latin typeface="Calibri"/>
                <a:cs typeface="Calibri"/>
              </a:rPr>
              <a:t>ộ </a:t>
            </a:r>
            <a:r>
              <a:rPr lang="vi-VN" sz="2800" b="1">
                <a:latin typeface="Gill Sans MT Bold"/>
                <a:cs typeface="Gill Sans MT Bold"/>
              </a:rPr>
              <a:t>ph</a:t>
            </a:r>
            <a:r>
              <a:rPr lang="vi-VN" sz="2800" b="1">
                <a:latin typeface="Calibri"/>
                <a:cs typeface="Calibri"/>
              </a:rPr>
              <a:t>ứ</a:t>
            </a:r>
            <a:r>
              <a:rPr lang="vi-VN" sz="2800" b="1">
                <a:latin typeface="Gill Sans MT Bold"/>
                <a:cs typeface="Gill Sans MT Bold"/>
              </a:rPr>
              <a:t>c t</a:t>
            </a:r>
            <a:r>
              <a:rPr lang="vi-VN" sz="2800" b="1">
                <a:latin typeface="Calibri"/>
                <a:cs typeface="Calibri"/>
              </a:rPr>
              <a:t>ạ</a:t>
            </a:r>
            <a:r>
              <a:rPr lang="vi-VN" sz="2800" b="1">
                <a:latin typeface="Gill Sans MT Bold"/>
                <a:cs typeface="Gill Sans MT Bold"/>
              </a:rPr>
              <a:t>p</a:t>
            </a:r>
            <a:endParaRPr lang="vi-VN" sz="2800">
              <a:latin typeface="Gill Sans MT Bold"/>
              <a:cs typeface="Gill Sans MT Bold"/>
            </a:endParaRPr>
          </a:p>
          <a:p>
            <a:pPr marL="12700">
              <a:lnSpc>
                <a:spcPct val="100000"/>
              </a:lnSpc>
              <a:spcBef>
                <a:spcPts val="200"/>
              </a:spcBef>
              <a:tabLst>
                <a:tab pos="354965" algn="l"/>
              </a:tabLst>
            </a:pPr>
            <a:r>
              <a:rPr lang="vi-VN" sz="2800">
                <a:latin typeface="Gill Sans MT"/>
                <a:cs typeface="Gill Sans MT"/>
              </a:rPr>
              <a:t>Đ</a:t>
            </a:r>
            <a:r>
              <a:rPr lang="vi-VN" sz="2800">
                <a:latin typeface="Calibri"/>
                <a:cs typeface="Calibri"/>
              </a:rPr>
              <a:t>ộ </a:t>
            </a:r>
            <a:r>
              <a:rPr lang="vi-VN" sz="2800">
                <a:latin typeface="Gill Sans MT"/>
                <a:cs typeface="Gill Sans MT"/>
              </a:rPr>
              <a:t>ph</a:t>
            </a:r>
            <a:r>
              <a:rPr lang="vi-VN" sz="2800">
                <a:latin typeface="Calibri"/>
                <a:cs typeface="Calibri"/>
              </a:rPr>
              <a:t>ứ</a:t>
            </a:r>
            <a:r>
              <a:rPr lang="vi-VN" sz="2800">
                <a:latin typeface="Gill Sans MT"/>
                <a:cs typeface="Gill Sans MT"/>
              </a:rPr>
              <a:t>c t</a:t>
            </a:r>
            <a:r>
              <a:rPr lang="vi-VN" sz="2800">
                <a:latin typeface="Calibri"/>
                <a:cs typeface="Calibri"/>
              </a:rPr>
              <a:t>ạ</a:t>
            </a:r>
            <a:r>
              <a:rPr lang="vi-VN" sz="2800">
                <a:latin typeface="Gill Sans MT"/>
                <a:cs typeface="Gill Sans MT"/>
              </a:rPr>
              <a:t>p trung bình c</a:t>
            </a:r>
            <a:r>
              <a:rPr lang="vi-VN" sz="2800">
                <a:latin typeface="Calibri"/>
                <a:cs typeface="Calibri"/>
              </a:rPr>
              <a:t>ủ</a:t>
            </a:r>
            <a:r>
              <a:rPr lang="vi-VN" sz="2800">
                <a:latin typeface="Gill Sans MT"/>
                <a:cs typeface="Gill Sans MT"/>
              </a:rPr>
              <a:t>a m</a:t>
            </a:r>
            <a:r>
              <a:rPr lang="vi-VN" sz="2800">
                <a:latin typeface="Calibri"/>
                <a:cs typeface="Calibri"/>
              </a:rPr>
              <a:t>ỗ</a:t>
            </a:r>
            <a:r>
              <a:rPr lang="vi-VN" sz="2800">
                <a:latin typeface="Gill Sans MT"/>
                <a:cs typeface="Gill Sans MT"/>
              </a:rPr>
              <a:t>i truy v</a:t>
            </a:r>
            <a:r>
              <a:rPr lang="vi-VN" sz="2800">
                <a:latin typeface="Calibri"/>
                <a:cs typeface="Calibri"/>
              </a:rPr>
              <a:t>ấ</a:t>
            </a:r>
            <a:r>
              <a:rPr lang="vi-VN" sz="2800">
                <a:latin typeface="Gill Sans MT"/>
                <a:cs typeface="Gill Sans MT"/>
              </a:rPr>
              <a:t>n là O(logn).</a:t>
            </a:r>
          </a:p>
          <a:p>
            <a:pPr marL="12700">
              <a:lnSpc>
                <a:spcPct val="100000"/>
              </a:lnSpc>
              <a:spcBef>
                <a:spcPts val="300"/>
              </a:spcBef>
              <a:tabLst>
                <a:tab pos="354965" algn="l"/>
              </a:tabLst>
            </a:pPr>
            <a:r>
              <a:rPr lang="vi-VN" sz="2800">
                <a:latin typeface="Gill Sans MT"/>
                <a:cs typeface="Gill Sans MT"/>
              </a:rPr>
              <a:t>Đ</a:t>
            </a:r>
            <a:r>
              <a:rPr lang="vi-VN" sz="2800">
                <a:latin typeface="Calibri"/>
                <a:cs typeface="Calibri"/>
              </a:rPr>
              <a:t>ộ </a:t>
            </a:r>
            <a:r>
              <a:rPr lang="vi-VN" sz="2800">
                <a:latin typeface="Gill Sans MT"/>
                <a:cs typeface="Gill Sans MT"/>
              </a:rPr>
              <a:t>ph</a:t>
            </a:r>
            <a:r>
              <a:rPr lang="vi-VN" sz="2800">
                <a:latin typeface="Calibri"/>
                <a:cs typeface="Calibri"/>
              </a:rPr>
              <a:t>ứ</a:t>
            </a:r>
            <a:r>
              <a:rPr lang="vi-VN" sz="2800">
                <a:latin typeface="Gill Sans MT"/>
                <a:cs typeface="Gill Sans MT"/>
              </a:rPr>
              <a:t>c t</a:t>
            </a:r>
            <a:r>
              <a:rPr lang="vi-VN" sz="2800">
                <a:latin typeface="Calibri"/>
                <a:cs typeface="Calibri"/>
              </a:rPr>
              <a:t>ạ</a:t>
            </a:r>
            <a:r>
              <a:rPr lang="vi-VN" sz="2800">
                <a:latin typeface="Gill Sans MT"/>
                <a:cs typeface="Gill Sans MT"/>
              </a:rPr>
              <a:t>p c</a:t>
            </a:r>
            <a:r>
              <a:rPr lang="vi-VN" sz="2800">
                <a:latin typeface="Calibri"/>
                <a:cs typeface="Calibri"/>
              </a:rPr>
              <a:t>ủ</a:t>
            </a:r>
            <a:r>
              <a:rPr lang="vi-VN" sz="2800">
                <a:latin typeface="Gill Sans MT"/>
                <a:cs typeface="Gill Sans MT"/>
              </a:rPr>
              <a:t>a thu</a:t>
            </a:r>
            <a:r>
              <a:rPr lang="vi-VN" sz="2800">
                <a:latin typeface="Calibri"/>
                <a:cs typeface="Calibri"/>
              </a:rPr>
              <a:t>ậ</a:t>
            </a:r>
            <a:r>
              <a:rPr lang="vi-VN" sz="2800">
                <a:latin typeface="Gill Sans MT"/>
                <a:cs typeface="Gill Sans MT"/>
              </a:rPr>
              <a:t>t toán là </a:t>
            </a:r>
            <a:r>
              <a:rPr lang="vi-VN" sz="2800">
                <a:solidFill>
                  <a:srgbClr val="FF0066"/>
                </a:solidFill>
                <a:latin typeface="Gill Sans MT"/>
                <a:cs typeface="Gill Sans MT"/>
              </a:rPr>
              <a:t>O(nlogn), </a:t>
            </a:r>
            <a:r>
              <a:rPr lang="vi-VN" sz="2800">
                <a:latin typeface="Gill Sans MT"/>
                <a:cs typeface="Gill Sans MT"/>
              </a:rPr>
              <a:t>n là kích th</a:t>
            </a:r>
            <a:r>
              <a:rPr lang="vi-VN" sz="2800">
                <a:latin typeface="Calibri"/>
                <a:cs typeface="Calibri"/>
              </a:rPr>
              <a:t>ướ</a:t>
            </a:r>
            <a:r>
              <a:rPr lang="vi-VN" sz="2800">
                <a:latin typeface="Gill Sans MT"/>
                <a:cs typeface="Gill Sans MT"/>
              </a:rPr>
              <a:t>c t</a:t>
            </a:r>
            <a:r>
              <a:rPr lang="vi-VN" sz="2800">
                <a:latin typeface="Calibri"/>
                <a:cs typeface="Calibri"/>
              </a:rPr>
              <a:t>ậ</a:t>
            </a:r>
            <a:r>
              <a:rPr lang="vi-VN" sz="2800">
                <a:latin typeface="Gill Sans MT"/>
                <a:cs typeface="Gill Sans MT"/>
              </a:rPr>
              <a:t>p d</a:t>
            </a:r>
            <a:r>
              <a:rPr lang="vi-VN" sz="2800">
                <a:latin typeface="Calibri"/>
                <a:cs typeface="Calibri"/>
              </a:rPr>
              <a:t>ữ </a:t>
            </a:r>
            <a:r>
              <a:rPr lang="vi-VN" sz="2800">
                <a:latin typeface="Gill Sans MT"/>
                <a:cs typeface="Gill Sans MT"/>
              </a:rPr>
              <a:t>li</a:t>
            </a:r>
            <a:r>
              <a:rPr lang="vi-VN" sz="2800">
                <a:latin typeface="Calibri"/>
                <a:cs typeface="Calibri"/>
              </a:rPr>
              <a:t>ệ</a:t>
            </a:r>
            <a:r>
              <a:rPr lang="vi-VN" sz="2800">
                <a:latin typeface="Gill Sans MT"/>
                <a:cs typeface="Calibri"/>
              </a:rPr>
              <a:t>u.</a:t>
            </a:r>
            <a:endParaRPr lang="vi-VN" sz="2800">
              <a:latin typeface="Gill Sans MT"/>
              <a:cs typeface="Gill Sans MT"/>
            </a:endParaRPr>
          </a:p>
          <a:p>
            <a:endParaRPr lang="en-US"/>
          </a:p>
        </p:txBody>
      </p:sp>
      <p:sp>
        <p:nvSpPr>
          <p:cNvPr id="4" name="object 4"/>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121</a:t>
            </a:fld>
            <a:endParaRPr lang="en-US"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365126"/>
            <a:ext cx="7886700" cy="1325563"/>
          </a:xfrm>
        </p:spPr>
        <p:txBody>
          <a:bodyPr vert="horz" wrap="square" lIns="0" tIns="207570" rIns="0" bIns="0" rtlCol="0">
            <a:spAutoFit/>
          </a:bodyPr>
          <a:lstStyle/>
          <a:p>
            <a:r>
              <a:rPr lang="en-US" dirty="0"/>
              <a:t>OPTICS</a:t>
            </a:r>
          </a:p>
        </p:txBody>
      </p:sp>
      <p:sp>
        <p:nvSpPr>
          <p:cNvPr id="7" name="Content Placeholder 6">
            <a:extLst>
              <a:ext uri="{FF2B5EF4-FFF2-40B4-BE49-F238E27FC236}">
                <a16:creationId xmlns:a16="http://schemas.microsoft.com/office/drawing/2014/main" id="{052CAD70-EAFA-136E-47E2-06FAE2C96B4A}"/>
              </a:ext>
            </a:extLst>
          </p:cNvPr>
          <p:cNvSpPr>
            <a:spLocks noGrp="1"/>
          </p:cNvSpPr>
          <p:nvPr>
            <p:ph idx="1"/>
          </p:nvPr>
        </p:nvSpPr>
        <p:spPr/>
        <p:txBody>
          <a:bodyPr>
            <a:normAutofit fontScale="92500" lnSpcReduction="10000"/>
          </a:bodyPr>
          <a:lstStyle/>
          <a:p>
            <a:pPr marL="355600" marR="316230" indent="-342900">
              <a:lnSpc>
                <a:spcPct val="79900"/>
              </a:lnSpc>
              <a:spcBef>
                <a:spcPts val="675"/>
              </a:spcBef>
              <a:buFont typeface="Arial"/>
              <a:buChar char="•"/>
              <a:tabLst>
                <a:tab pos="355600" algn="l"/>
              </a:tabLst>
            </a:pPr>
            <a:r>
              <a:rPr lang="vi-VN" sz="2800">
                <a:latin typeface="Gill Sans MT"/>
                <a:cs typeface="Gill Sans MT"/>
              </a:rPr>
              <a:t>Là m</a:t>
            </a:r>
            <a:r>
              <a:rPr lang="vi-VN" sz="2800">
                <a:latin typeface="Calibri"/>
                <a:cs typeface="Calibri"/>
              </a:rPr>
              <a:t>ở </a:t>
            </a:r>
            <a:r>
              <a:rPr lang="vi-VN" sz="2800">
                <a:latin typeface="Gill Sans MT"/>
                <a:cs typeface="Gill Sans MT"/>
              </a:rPr>
              <a:t>r</a:t>
            </a:r>
            <a:r>
              <a:rPr lang="vi-VN" sz="2800">
                <a:latin typeface="Calibri"/>
                <a:cs typeface="Calibri"/>
              </a:rPr>
              <a:t>ộ</a:t>
            </a:r>
            <a:r>
              <a:rPr lang="vi-VN" sz="2800">
                <a:latin typeface="Gill Sans MT"/>
                <a:cs typeface="Gill Sans MT"/>
              </a:rPr>
              <a:t>ng c</a:t>
            </a:r>
            <a:r>
              <a:rPr lang="vi-VN" sz="2800">
                <a:latin typeface="Calibri"/>
                <a:cs typeface="Calibri"/>
              </a:rPr>
              <a:t>ủ</a:t>
            </a:r>
            <a:r>
              <a:rPr lang="vi-VN" sz="2800">
                <a:latin typeface="Gill Sans MT"/>
                <a:cs typeface="Gill Sans MT"/>
              </a:rPr>
              <a:t>a DBSCAN, b</a:t>
            </a:r>
            <a:r>
              <a:rPr lang="vi-VN" sz="2800">
                <a:latin typeface="Calibri"/>
                <a:cs typeface="Calibri"/>
              </a:rPr>
              <a:t>ằ</a:t>
            </a:r>
            <a:r>
              <a:rPr lang="vi-VN" sz="2800">
                <a:latin typeface="Gill Sans MT"/>
                <a:cs typeface="Gill Sans MT"/>
              </a:rPr>
              <a:t>ng cách gi</a:t>
            </a:r>
            <a:r>
              <a:rPr lang="vi-VN" sz="2800">
                <a:latin typeface="Calibri"/>
                <a:cs typeface="Calibri"/>
              </a:rPr>
              <a:t>ả</a:t>
            </a:r>
            <a:r>
              <a:rPr lang="vi-VN" sz="2800">
                <a:latin typeface="Gill Sans MT"/>
                <a:cs typeface="Gill Sans MT"/>
              </a:rPr>
              <a:t>m b</a:t>
            </a:r>
            <a:r>
              <a:rPr lang="vi-VN" sz="2800">
                <a:latin typeface="Calibri"/>
                <a:cs typeface="Calibri"/>
              </a:rPr>
              <a:t>ớ</a:t>
            </a:r>
            <a:r>
              <a:rPr lang="vi-VN" sz="2800">
                <a:latin typeface="Gill Sans MT"/>
                <a:cs typeface="Gill Sans MT"/>
              </a:rPr>
              <a:t>t các tham s</a:t>
            </a:r>
            <a:r>
              <a:rPr lang="vi-VN" sz="2800">
                <a:latin typeface="Calibri"/>
                <a:cs typeface="Calibri"/>
              </a:rPr>
              <a:t>ố </a:t>
            </a:r>
            <a:r>
              <a:rPr lang="vi-VN" sz="2800">
                <a:latin typeface="Gill Sans MT"/>
                <a:cs typeface="Gill Sans MT"/>
              </a:rPr>
              <a:t>đ</a:t>
            </a:r>
            <a:r>
              <a:rPr lang="vi-VN" sz="2800">
                <a:latin typeface="Calibri"/>
                <a:cs typeface="Calibri"/>
              </a:rPr>
              <a:t>ầ</a:t>
            </a:r>
            <a:r>
              <a:rPr lang="vi-VN" sz="2800">
                <a:latin typeface="Gill Sans MT"/>
                <a:cs typeface="Gill Sans MT"/>
              </a:rPr>
              <a:t>u vào.</a:t>
            </a:r>
          </a:p>
          <a:p>
            <a:pPr marL="355600" marR="5080" indent="-342900">
              <a:lnSpc>
                <a:spcPct val="79900"/>
              </a:lnSpc>
              <a:spcBef>
                <a:spcPts val="600"/>
              </a:spcBef>
              <a:buFont typeface="Arial"/>
              <a:buChar char="•"/>
              <a:tabLst>
                <a:tab pos="355600" algn="l"/>
              </a:tabLst>
            </a:pPr>
            <a:r>
              <a:rPr lang="vi-VN" sz="2800">
                <a:latin typeface="Gill Sans MT"/>
                <a:cs typeface="Gill Sans MT"/>
              </a:rPr>
              <a:t>OPTICS </a:t>
            </a:r>
            <a:r>
              <a:rPr lang="vi-VN" sz="2800" i="1">
                <a:latin typeface="Gill Sans MT Italic"/>
                <a:cs typeface="Gill Sans MT Italic"/>
              </a:rPr>
              <a:t>(Ordering PointsTo Identify the Clustering Structure) </a:t>
            </a:r>
            <a:r>
              <a:rPr lang="vi-VN" sz="2800">
                <a:latin typeface="Gill Sans MT"/>
                <a:cs typeface="Gill Sans MT"/>
              </a:rPr>
              <a:t>s</a:t>
            </a:r>
            <a:r>
              <a:rPr lang="vi-VN" sz="2800">
                <a:latin typeface="Calibri"/>
                <a:cs typeface="Calibri"/>
              </a:rPr>
              <a:t>ắ</a:t>
            </a:r>
            <a:r>
              <a:rPr lang="vi-VN" sz="2800">
                <a:latin typeface="Gill Sans MT"/>
                <a:cs typeface="Gill Sans MT"/>
              </a:rPr>
              <a:t>p x</a:t>
            </a:r>
            <a:r>
              <a:rPr lang="vi-VN" sz="2800">
                <a:latin typeface="Calibri"/>
                <a:cs typeface="Calibri"/>
              </a:rPr>
              <a:t>ế</a:t>
            </a:r>
            <a:r>
              <a:rPr lang="vi-VN" sz="2800">
                <a:latin typeface="Gill Sans MT"/>
                <a:cs typeface="Gill Sans MT"/>
              </a:rPr>
              <a:t>p các c</a:t>
            </a:r>
            <a:r>
              <a:rPr lang="vi-VN" sz="2800">
                <a:latin typeface="Calibri"/>
                <a:cs typeface="Calibri"/>
              </a:rPr>
              <a:t>ụ</a:t>
            </a:r>
            <a:r>
              <a:rPr lang="vi-VN" sz="2800">
                <a:latin typeface="Gill Sans MT"/>
                <a:cs typeface="Gill Sans MT"/>
              </a:rPr>
              <a:t>m theo th</a:t>
            </a:r>
            <a:r>
              <a:rPr lang="vi-VN" sz="2800">
                <a:latin typeface="Calibri"/>
                <a:cs typeface="Calibri"/>
              </a:rPr>
              <a:t>ứ </a:t>
            </a:r>
            <a:r>
              <a:rPr lang="vi-VN" sz="2800">
                <a:latin typeface="Gill Sans MT"/>
                <a:cs typeface="Gill Sans MT"/>
              </a:rPr>
              <a:t>t</a:t>
            </a:r>
            <a:r>
              <a:rPr lang="vi-VN" sz="2800">
                <a:latin typeface="Calibri"/>
                <a:cs typeface="Calibri"/>
              </a:rPr>
              <a:t>ự </a:t>
            </a:r>
            <a:r>
              <a:rPr lang="vi-VN" sz="2800">
                <a:latin typeface="Gill Sans MT"/>
                <a:cs typeface="Gill Sans MT"/>
              </a:rPr>
              <a:t>tăng d</a:t>
            </a:r>
            <a:r>
              <a:rPr lang="vi-VN" sz="2800">
                <a:latin typeface="Calibri"/>
                <a:cs typeface="Calibri"/>
              </a:rPr>
              <a:t>ầ</a:t>
            </a:r>
            <a:r>
              <a:rPr lang="vi-VN" sz="2800">
                <a:latin typeface="Gill Sans MT"/>
                <a:cs typeface="Gill Sans MT"/>
              </a:rPr>
              <a:t>n nh</a:t>
            </a:r>
            <a:r>
              <a:rPr lang="vi-VN" sz="2800">
                <a:latin typeface="Calibri"/>
                <a:cs typeface="Calibri"/>
              </a:rPr>
              <a:t>ằ</a:t>
            </a:r>
            <a:r>
              <a:rPr lang="vi-VN" sz="2800">
                <a:latin typeface="Gill Sans MT"/>
                <a:cs typeface="Gill Sans MT"/>
              </a:rPr>
              <a:t>m t</a:t>
            </a:r>
            <a:r>
              <a:rPr lang="vi-VN" sz="2800">
                <a:latin typeface="Calibri"/>
                <a:cs typeface="Calibri"/>
              </a:rPr>
              <a:t>ự </a:t>
            </a:r>
            <a:r>
              <a:rPr lang="vi-VN" sz="2800">
                <a:latin typeface="Gill Sans MT"/>
                <a:cs typeface="Gill Sans MT"/>
              </a:rPr>
              <a:t>đ</a:t>
            </a:r>
            <a:r>
              <a:rPr lang="vi-VN" sz="2800">
                <a:latin typeface="Calibri"/>
                <a:cs typeface="Calibri"/>
              </a:rPr>
              <a:t>ộ</a:t>
            </a:r>
            <a:r>
              <a:rPr lang="vi-VN" sz="2800">
                <a:latin typeface="Gill Sans MT"/>
                <a:cs typeface="Gill Sans MT"/>
              </a:rPr>
              <a:t>ng phân c</a:t>
            </a:r>
            <a:r>
              <a:rPr lang="vi-VN" sz="2800">
                <a:latin typeface="Calibri"/>
                <a:cs typeface="Calibri"/>
              </a:rPr>
              <a:t>ụ</a:t>
            </a:r>
            <a:r>
              <a:rPr lang="vi-VN" sz="2800">
                <a:latin typeface="Gill Sans MT"/>
                <a:cs typeface="Gill Sans MT"/>
              </a:rPr>
              <a:t>m d</a:t>
            </a:r>
            <a:r>
              <a:rPr lang="vi-VN" sz="2800">
                <a:latin typeface="Calibri"/>
                <a:cs typeface="Calibri"/>
              </a:rPr>
              <a:t>ữ </a:t>
            </a:r>
            <a:r>
              <a:rPr lang="vi-VN" sz="2800">
                <a:latin typeface="Gill Sans MT"/>
                <a:cs typeface="Gill Sans MT"/>
              </a:rPr>
              <a:t>li</a:t>
            </a:r>
            <a:r>
              <a:rPr lang="vi-VN" sz="2800">
                <a:latin typeface="Calibri"/>
                <a:cs typeface="Calibri"/>
              </a:rPr>
              <a:t>ệ</a:t>
            </a:r>
            <a:r>
              <a:rPr lang="vi-VN" sz="2800">
                <a:latin typeface="Gill Sans MT"/>
                <a:cs typeface="Gill Sans MT"/>
              </a:rPr>
              <a:t>u.</a:t>
            </a:r>
          </a:p>
          <a:p>
            <a:pPr marL="355600" marR="322580" indent="-342900">
              <a:lnSpc>
                <a:spcPct val="79900"/>
              </a:lnSpc>
              <a:spcBef>
                <a:spcPts val="600"/>
              </a:spcBef>
              <a:buFont typeface="Arial"/>
              <a:buChar char="•"/>
              <a:tabLst>
                <a:tab pos="355600" algn="l"/>
              </a:tabLst>
            </a:pPr>
            <a:r>
              <a:rPr lang="vi-VN" sz="2800">
                <a:latin typeface="Gill Sans MT"/>
                <a:cs typeface="Gill Sans MT"/>
              </a:rPr>
              <a:t>Th</a:t>
            </a:r>
            <a:r>
              <a:rPr lang="vi-VN" sz="2800">
                <a:latin typeface="Calibri"/>
                <a:cs typeface="Calibri"/>
              </a:rPr>
              <a:t>ứ </a:t>
            </a:r>
            <a:r>
              <a:rPr lang="vi-VN" sz="2800">
                <a:latin typeface="Gill Sans MT"/>
                <a:cs typeface="Gill Sans MT"/>
              </a:rPr>
              <a:t>t</a:t>
            </a:r>
            <a:r>
              <a:rPr lang="vi-VN" sz="2800">
                <a:latin typeface="Calibri"/>
                <a:cs typeface="Calibri"/>
              </a:rPr>
              <a:t>ự </a:t>
            </a:r>
            <a:r>
              <a:rPr lang="vi-VN" sz="2800">
                <a:latin typeface="Gill Sans MT"/>
                <a:cs typeface="Gill Sans MT"/>
              </a:rPr>
              <a:t>này di</a:t>
            </a:r>
            <a:r>
              <a:rPr lang="vi-VN" sz="2800">
                <a:latin typeface="Calibri"/>
                <a:cs typeface="Calibri"/>
              </a:rPr>
              <a:t>ễ</a:t>
            </a:r>
            <a:r>
              <a:rPr lang="vi-VN" sz="2800">
                <a:latin typeface="Gill Sans MT"/>
                <a:cs typeface="Gill Sans MT"/>
              </a:rPr>
              <a:t>n t</a:t>
            </a:r>
            <a:r>
              <a:rPr lang="vi-VN" sz="2800">
                <a:latin typeface="Calibri"/>
                <a:cs typeface="Calibri"/>
              </a:rPr>
              <a:t>ả </a:t>
            </a:r>
            <a:r>
              <a:rPr lang="vi-VN" sz="2800">
                <a:latin typeface="Gill Sans MT"/>
                <a:cs typeface="Gill Sans MT"/>
              </a:rPr>
              <a:t>c</a:t>
            </a:r>
            <a:r>
              <a:rPr lang="vi-VN" sz="2800">
                <a:latin typeface="Calibri"/>
                <a:cs typeface="Calibri"/>
              </a:rPr>
              <a:t>ấ</a:t>
            </a:r>
            <a:r>
              <a:rPr lang="vi-VN" sz="2800">
                <a:latin typeface="Gill Sans MT"/>
                <a:cs typeface="Gill Sans MT"/>
              </a:rPr>
              <a:t>u trúc DL phân c</a:t>
            </a:r>
            <a:r>
              <a:rPr lang="vi-VN" sz="2800">
                <a:latin typeface="Calibri"/>
                <a:cs typeface="Calibri"/>
              </a:rPr>
              <a:t>ụ</a:t>
            </a:r>
            <a:r>
              <a:rPr lang="vi-VN" sz="2800">
                <a:latin typeface="Gill Sans MT"/>
                <a:cs typeface="Gill Sans MT"/>
              </a:rPr>
              <a:t>m d</a:t>
            </a:r>
            <a:r>
              <a:rPr lang="vi-VN" sz="2800">
                <a:latin typeface="Calibri"/>
                <a:cs typeface="Calibri"/>
              </a:rPr>
              <a:t>ự</a:t>
            </a:r>
            <a:r>
              <a:rPr lang="vi-VN" sz="2800">
                <a:latin typeface="Gill Sans MT"/>
                <a:cs typeface="Gill Sans MT"/>
              </a:rPr>
              <a:t>a trên m</a:t>
            </a:r>
            <a:r>
              <a:rPr lang="vi-VN" sz="2800">
                <a:latin typeface="Calibri"/>
                <a:cs typeface="Calibri"/>
              </a:rPr>
              <a:t>ậ</a:t>
            </a:r>
            <a:r>
              <a:rPr lang="vi-VN" sz="2800">
                <a:latin typeface="Gill Sans MT"/>
                <a:cs typeface="Gill Sans MT"/>
              </a:rPr>
              <a:t>t đ</a:t>
            </a:r>
            <a:r>
              <a:rPr lang="vi-VN" sz="2800">
                <a:latin typeface="Calibri"/>
                <a:cs typeface="Calibri"/>
              </a:rPr>
              <a:t>ộ </a:t>
            </a:r>
            <a:r>
              <a:rPr lang="vi-VN" sz="2800">
                <a:latin typeface="Gill Sans MT"/>
                <a:cs typeface="Gill Sans MT"/>
              </a:rPr>
              <a:t>ch</a:t>
            </a:r>
            <a:r>
              <a:rPr lang="vi-VN" sz="2800">
                <a:latin typeface="Calibri"/>
                <a:cs typeface="Calibri"/>
              </a:rPr>
              <a:t>ứ</a:t>
            </a:r>
            <a:r>
              <a:rPr lang="vi-VN" sz="2800">
                <a:latin typeface="Gill Sans MT"/>
                <a:cs typeface="Gill Sans MT"/>
              </a:rPr>
              <a:t>a thông tin t</a:t>
            </a:r>
            <a:r>
              <a:rPr lang="vi-VN" sz="2800">
                <a:latin typeface="Calibri"/>
                <a:cs typeface="Calibri"/>
              </a:rPr>
              <a:t>ươ</a:t>
            </a:r>
            <a:r>
              <a:rPr lang="vi-VN" sz="2800">
                <a:latin typeface="Gill Sans MT"/>
                <a:cs typeface="Gill Sans MT"/>
              </a:rPr>
              <a:t>ng đ</a:t>
            </a:r>
            <a:r>
              <a:rPr lang="vi-VN" sz="2800">
                <a:latin typeface="Calibri"/>
                <a:cs typeface="Calibri"/>
              </a:rPr>
              <a:t>ươ</a:t>
            </a:r>
            <a:r>
              <a:rPr lang="vi-VN" sz="2800">
                <a:latin typeface="Gill Sans MT"/>
                <a:cs typeface="Gill Sans MT"/>
              </a:rPr>
              <a:t>ng v</a:t>
            </a:r>
            <a:r>
              <a:rPr lang="vi-VN" sz="2800">
                <a:latin typeface="Calibri"/>
                <a:cs typeface="Calibri"/>
              </a:rPr>
              <a:t>ớ</a:t>
            </a:r>
            <a:r>
              <a:rPr lang="vi-VN" sz="2800">
                <a:latin typeface="Gill Sans MT"/>
                <a:cs typeface="Gill Sans MT"/>
              </a:rPr>
              <a:t>i phân c</a:t>
            </a:r>
            <a:r>
              <a:rPr lang="vi-VN" sz="2800">
                <a:latin typeface="Calibri"/>
                <a:cs typeface="Calibri"/>
              </a:rPr>
              <a:t>ụ</a:t>
            </a:r>
            <a:r>
              <a:rPr lang="vi-VN" sz="2800">
                <a:latin typeface="Gill Sans MT"/>
                <a:cs typeface="Gill Sans MT"/>
              </a:rPr>
              <a:t>m d</a:t>
            </a:r>
            <a:r>
              <a:rPr lang="vi-VN" sz="2800">
                <a:latin typeface="Calibri"/>
                <a:cs typeface="Calibri"/>
              </a:rPr>
              <a:t>ự</a:t>
            </a:r>
            <a:r>
              <a:rPr lang="vi-VN" sz="2800">
                <a:latin typeface="Gill Sans MT"/>
                <a:cs typeface="Gill Sans MT"/>
              </a:rPr>
              <a:t>a trên m</a:t>
            </a:r>
            <a:r>
              <a:rPr lang="vi-VN" sz="2800">
                <a:latin typeface="Calibri"/>
                <a:cs typeface="Calibri"/>
              </a:rPr>
              <a:t>ậ</a:t>
            </a:r>
            <a:r>
              <a:rPr lang="vi-VN" sz="2800">
                <a:latin typeface="Gill Sans MT"/>
                <a:cs typeface="Gill Sans MT"/>
              </a:rPr>
              <a:t>t đ</a:t>
            </a:r>
            <a:r>
              <a:rPr lang="vi-VN" sz="2800">
                <a:latin typeface="Calibri"/>
                <a:cs typeface="Calibri"/>
              </a:rPr>
              <a:t>ộ </a:t>
            </a:r>
            <a:r>
              <a:rPr lang="vi-VN" sz="2800">
                <a:latin typeface="Gill Sans MT"/>
                <a:cs typeface="Gill Sans MT"/>
              </a:rPr>
              <a:t>v</a:t>
            </a:r>
            <a:r>
              <a:rPr lang="vi-VN" sz="2800">
                <a:latin typeface="Calibri"/>
                <a:cs typeface="Calibri"/>
              </a:rPr>
              <a:t>ớ</a:t>
            </a:r>
            <a:r>
              <a:rPr lang="vi-VN" sz="2800">
                <a:latin typeface="Gill Sans MT"/>
                <a:cs typeface="Gill Sans MT"/>
              </a:rPr>
              <a:t>i m</a:t>
            </a:r>
            <a:r>
              <a:rPr lang="vi-VN" sz="2800">
                <a:latin typeface="Calibri"/>
                <a:cs typeface="Calibri"/>
              </a:rPr>
              <a:t>ộ</a:t>
            </a:r>
            <a:r>
              <a:rPr lang="vi-VN" sz="2800">
                <a:latin typeface="Gill Sans MT"/>
                <a:cs typeface="Gill Sans MT"/>
              </a:rPr>
              <a:t>t dãy các tham s</a:t>
            </a:r>
            <a:r>
              <a:rPr lang="vi-VN" sz="2800">
                <a:latin typeface="Calibri"/>
                <a:cs typeface="Calibri"/>
              </a:rPr>
              <a:t>ố </a:t>
            </a:r>
            <a:r>
              <a:rPr lang="vi-VN" sz="2800">
                <a:latin typeface="Gill Sans MT"/>
                <a:cs typeface="Gill Sans MT"/>
              </a:rPr>
              <a:t>đ</a:t>
            </a:r>
            <a:r>
              <a:rPr lang="vi-VN" sz="2800">
                <a:latin typeface="Calibri"/>
                <a:cs typeface="Calibri"/>
              </a:rPr>
              <a:t>ầ</a:t>
            </a:r>
            <a:r>
              <a:rPr lang="vi-VN" sz="2800">
                <a:latin typeface="Gill Sans MT"/>
                <a:cs typeface="Gill Sans MT"/>
              </a:rPr>
              <a:t>u vào.</a:t>
            </a:r>
          </a:p>
          <a:p>
            <a:pPr marL="355600" marR="506730" indent="-342900">
              <a:lnSpc>
                <a:spcPct val="79900"/>
              </a:lnSpc>
              <a:spcBef>
                <a:spcPts val="600"/>
              </a:spcBef>
              <a:buFont typeface="Arial"/>
              <a:buChar char="•"/>
              <a:tabLst>
                <a:tab pos="355600" algn="l"/>
              </a:tabLst>
            </a:pPr>
            <a:r>
              <a:rPr lang="vi-VN" sz="2800">
                <a:latin typeface="Gill Sans MT"/>
                <a:cs typeface="Gill Sans MT"/>
              </a:rPr>
              <a:t>OPTICS xem xét bán kính t</a:t>
            </a:r>
            <a:r>
              <a:rPr lang="vi-VN" sz="2800">
                <a:latin typeface="Calibri"/>
                <a:cs typeface="Calibri"/>
              </a:rPr>
              <a:t>ố</a:t>
            </a:r>
            <a:r>
              <a:rPr lang="vi-VN" sz="2800">
                <a:latin typeface="Gill Sans MT"/>
                <a:cs typeface="Gill Sans MT"/>
              </a:rPr>
              <a:t>i thi</a:t>
            </a:r>
            <a:r>
              <a:rPr lang="vi-VN" sz="2800">
                <a:latin typeface="Calibri"/>
                <a:cs typeface="Calibri"/>
              </a:rPr>
              <a:t>ể</a:t>
            </a:r>
            <a:r>
              <a:rPr lang="vi-VN" sz="2800">
                <a:latin typeface="Gill Sans MT"/>
                <a:cs typeface="Gill Sans MT"/>
              </a:rPr>
              <a:t>u nh</a:t>
            </a:r>
            <a:r>
              <a:rPr lang="vi-VN" sz="2800">
                <a:latin typeface="Calibri"/>
                <a:cs typeface="Calibri"/>
              </a:rPr>
              <a:t>ằ</a:t>
            </a:r>
            <a:r>
              <a:rPr lang="vi-VN" sz="2800">
                <a:latin typeface="Gill Sans MT"/>
                <a:cs typeface="Gill Sans MT"/>
              </a:rPr>
              <a:t>m xác đ</a:t>
            </a:r>
            <a:r>
              <a:rPr lang="vi-VN" sz="2800">
                <a:latin typeface="Calibri"/>
                <a:cs typeface="Calibri"/>
              </a:rPr>
              <a:t>ị</a:t>
            </a:r>
            <a:r>
              <a:rPr lang="vi-VN" sz="2800">
                <a:latin typeface="Gill Sans MT"/>
                <a:cs typeface="Gill Sans MT"/>
              </a:rPr>
              <a:t>nh các láng gi</a:t>
            </a:r>
            <a:r>
              <a:rPr lang="vi-VN" sz="2800">
                <a:latin typeface="Calibri"/>
                <a:cs typeface="Calibri"/>
              </a:rPr>
              <a:t>ề</a:t>
            </a:r>
            <a:r>
              <a:rPr lang="vi-VN" sz="2800">
                <a:latin typeface="Gill Sans MT"/>
                <a:cs typeface="Gill Sans MT"/>
              </a:rPr>
              <a:t>ng phù h</a:t>
            </a:r>
            <a:r>
              <a:rPr lang="vi-VN" sz="2800">
                <a:latin typeface="Calibri"/>
                <a:cs typeface="Calibri"/>
              </a:rPr>
              <a:t>ợ</a:t>
            </a:r>
            <a:r>
              <a:rPr lang="vi-VN" sz="2800">
                <a:latin typeface="Gill Sans MT"/>
                <a:cs typeface="Gill Sans MT"/>
              </a:rPr>
              <a:t>p.</a:t>
            </a:r>
          </a:p>
          <a:p>
            <a:pPr marL="355600" marR="332105" indent="-342900" algn="just">
              <a:lnSpc>
                <a:spcPct val="79900"/>
              </a:lnSpc>
              <a:spcBef>
                <a:spcPts val="600"/>
              </a:spcBef>
              <a:buFont typeface="Arial"/>
              <a:buChar char="•"/>
              <a:tabLst>
                <a:tab pos="355600" algn="l"/>
                <a:tab pos="442595" algn="l"/>
              </a:tabLst>
            </a:pPr>
            <a:r>
              <a:rPr lang="vi-VN" sz="2800">
                <a:latin typeface="Gill Sans MT"/>
                <a:cs typeface="Gill Sans MT"/>
              </a:rPr>
              <a:t>	DBSCAN và OPTICS t</a:t>
            </a:r>
            <a:r>
              <a:rPr lang="vi-VN" sz="2800">
                <a:latin typeface="Calibri"/>
                <a:cs typeface="Calibri"/>
              </a:rPr>
              <a:t>ươ</a:t>
            </a:r>
            <a:r>
              <a:rPr lang="vi-VN" sz="2800">
                <a:latin typeface="Gill Sans MT"/>
                <a:cs typeface="Gill Sans MT"/>
              </a:rPr>
              <a:t>ng t</a:t>
            </a:r>
            <a:r>
              <a:rPr lang="vi-VN" sz="2800">
                <a:latin typeface="Calibri"/>
                <a:cs typeface="Calibri"/>
              </a:rPr>
              <a:t>ự </a:t>
            </a:r>
            <a:r>
              <a:rPr lang="vi-VN" sz="2800">
                <a:latin typeface="Gill Sans MT"/>
                <a:cs typeface="Gill Sans MT"/>
              </a:rPr>
              <a:t>v</a:t>
            </a:r>
            <a:r>
              <a:rPr lang="vi-VN" sz="2800">
                <a:latin typeface="Calibri"/>
                <a:cs typeface="Calibri"/>
              </a:rPr>
              <a:t>ớ</a:t>
            </a:r>
            <a:r>
              <a:rPr lang="vi-VN" sz="2800">
                <a:latin typeface="Gill Sans MT"/>
                <a:cs typeface="Gill Sans MT"/>
              </a:rPr>
              <a:t>i nhau v</a:t>
            </a:r>
            <a:r>
              <a:rPr lang="vi-VN" sz="2800">
                <a:latin typeface="Calibri"/>
                <a:cs typeface="Calibri"/>
              </a:rPr>
              <a:t>ề </a:t>
            </a:r>
            <a:r>
              <a:rPr lang="vi-VN" sz="2800">
                <a:latin typeface="Gill Sans MT"/>
                <a:cs typeface="Gill Sans MT"/>
              </a:rPr>
              <a:t>c</a:t>
            </a:r>
            <a:r>
              <a:rPr lang="vi-VN" sz="2800">
                <a:latin typeface="Calibri"/>
                <a:cs typeface="Calibri"/>
              </a:rPr>
              <a:t>ấ</a:t>
            </a:r>
            <a:r>
              <a:rPr lang="vi-VN" sz="2800">
                <a:latin typeface="Gill Sans MT"/>
                <a:cs typeface="Gill Sans MT"/>
              </a:rPr>
              <a:t>u trúc và có cùng đ</a:t>
            </a:r>
            <a:r>
              <a:rPr lang="vi-VN" sz="2800">
                <a:latin typeface="Calibri"/>
                <a:cs typeface="Calibri"/>
              </a:rPr>
              <a:t>ộ </a:t>
            </a:r>
            <a:r>
              <a:rPr lang="vi-VN" sz="2800">
                <a:latin typeface="Gill Sans MT"/>
                <a:cs typeface="Gill Sans MT"/>
              </a:rPr>
              <a:t>ph</a:t>
            </a:r>
            <a:r>
              <a:rPr lang="vi-VN" sz="2800">
                <a:latin typeface="Calibri"/>
                <a:cs typeface="Calibri"/>
              </a:rPr>
              <a:t>ứ</a:t>
            </a:r>
            <a:r>
              <a:rPr lang="vi-VN" sz="2800">
                <a:latin typeface="Gill Sans MT"/>
                <a:cs typeface="Gill Sans MT"/>
              </a:rPr>
              <a:t>c t</a:t>
            </a:r>
            <a:r>
              <a:rPr lang="vi-VN" sz="2800">
                <a:latin typeface="Calibri"/>
                <a:cs typeface="Calibri"/>
              </a:rPr>
              <a:t>ạ</a:t>
            </a:r>
            <a:r>
              <a:rPr lang="vi-VN" sz="2800">
                <a:latin typeface="Gill Sans MT"/>
                <a:cs typeface="Gill Sans MT"/>
              </a:rPr>
              <a:t>p: </a:t>
            </a:r>
            <a:r>
              <a:rPr lang="vi-VN" sz="2800">
                <a:solidFill>
                  <a:srgbClr val="FF0066"/>
                </a:solidFill>
                <a:latin typeface="Gill Sans MT"/>
                <a:cs typeface="Gill Sans MT"/>
              </a:rPr>
              <a:t>O(nLogn) </a:t>
            </a:r>
            <a:r>
              <a:rPr lang="vi-VN" sz="2800">
                <a:latin typeface="Gill Sans MT"/>
                <a:cs typeface="Gill Sans MT"/>
              </a:rPr>
              <a:t>(n là kích th</a:t>
            </a:r>
            <a:r>
              <a:rPr lang="vi-VN" sz="2800">
                <a:latin typeface="Calibri"/>
                <a:cs typeface="Calibri"/>
              </a:rPr>
              <a:t>ướ</a:t>
            </a:r>
            <a:r>
              <a:rPr lang="vi-VN" sz="2800">
                <a:latin typeface="Gill Sans MT"/>
                <a:cs typeface="Gill Sans MT"/>
              </a:rPr>
              <a:t>c c</a:t>
            </a:r>
            <a:r>
              <a:rPr lang="vi-VN" sz="2800">
                <a:latin typeface="Calibri"/>
                <a:cs typeface="Calibri"/>
              </a:rPr>
              <a:t>ủ</a:t>
            </a:r>
            <a:r>
              <a:rPr lang="vi-VN" sz="2800">
                <a:latin typeface="Gill Sans MT"/>
                <a:cs typeface="Gill Sans MT"/>
              </a:rPr>
              <a:t>a t</a:t>
            </a:r>
            <a:r>
              <a:rPr lang="vi-VN" sz="2800">
                <a:latin typeface="Calibri"/>
                <a:cs typeface="Calibri"/>
              </a:rPr>
              <a:t>ậ</a:t>
            </a:r>
            <a:r>
              <a:rPr lang="vi-VN" sz="2800">
                <a:latin typeface="Gill Sans MT"/>
                <a:cs typeface="Gill Sans MT"/>
              </a:rPr>
              <a:t>p DL).</a:t>
            </a:r>
          </a:p>
          <a:p>
            <a:endParaRPr lang="en-US"/>
          </a:p>
        </p:txBody>
      </p:sp>
      <p:sp>
        <p:nvSpPr>
          <p:cNvPr id="4" name="object 4"/>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122</a:t>
            </a:fld>
            <a:endParaRPr lang="en-US"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365126"/>
            <a:ext cx="7886700" cy="1325563"/>
          </a:xfrm>
        </p:spPr>
        <p:txBody>
          <a:bodyPr vert="horz" wrap="square" lIns="0" tIns="207570" rIns="0" bIns="0" rtlCol="0">
            <a:spAutoFit/>
          </a:bodyPr>
          <a:lstStyle/>
          <a:p>
            <a:r>
              <a:rPr lang="en-US" dirty="0"/>
              <a:t>OPTICS</a:t>
            </a:r>
          </a:p>
        </p:txBody>
      </p:sp>
      <p:sp>
        <p:nvSpPr>
          <p:cNvPr id="7" name="Content Placeholder 6">
            <a:extLst>
              <a:ext uri="{FF2B5EF4-FFF2-40B4-BE49-F238E27FC236}">
                <a16:creationId xmlns:a16="http://schemas.microsoft.com/office/drawing/2014/main" id="{A8CB3279-0934-ED2A-3A89-6DE2F37D0F99}"/>
              </a:ext>
            </a:extLst>
          </p:cNvPr>
          <p:cNvSpPr>
            <a:spLocks noGrp="1"/>
          </p:cNvSpPr>
          <p:nvPr>
            <p:ph idx="1"/>
          </p:nvPr>
        </p:nvSpPr>
        <p:spPr/>
        <p:txBody>
          <a:bodyPr>
            <a:normAutofit fontScale="85000" lnSpcReduction="10000"/>
          </a:bodyPr>
          <a:lstStyle/>
          <a:p>
            <a:pPr marL="12700" algn="just">
              <a:lnSpc>
                <a:spcPct val="100000"/>
              </a:lnSpc>
              <a:spcBef>
                <a:spcPts val="320"/>
              </a:spcBef>
              <a:tabLst>
                <a:tab pos="354965" algn="l"/>
              </a:tabLst>
            </a:pPr>
            <a:r>
              <a:rPr lang="vi-VN" sz="2800" b="1">
                <a:latin typeface="Tahoma" panose="020B0604030504040204" pitchFamily="34" charset="0"/>
                <a:ea typeface="Tahoma" panose="020B0604030504040204" pitchFamily="34" charset="0"/>
                <a:cs typeface="Tahoma" panose="020B0604030504040204" pitchFamily="34" charset="0"/>
              </a:rPr>
              <a:t>Ưu điểm</a:t>
            </a:r>
            <a:r>
              <a:rPr lang="vi-VN" sz="2800">
                <a:latin typeface="Tahoma" panose="020B0604030504040204" pitchFamily="34" charset="0"/>
                <a:ea typeface="Tahoma" panose="020B0604030504040204" pitchFamily="34" charset="0"/>
                <a:cs typeface="Tahoma" panose="020B0604030504040204" pitchFamily="34" charset="0"/>
              </a:rPr>
              <a:t>:</a:t>
            </a:r>
          </a:p>
          <a:p>
            <a:pPr marL="12700" algn="just">
              <a:lnSpc>
                <a:spcPts val="2740"/>
              </a:lnSpc>
              <a:spcBef>
                <a:spcPts val="219"/>
              </a:spcBef>
              <a:tabLst>
                <a:tab pos="354965" algn="l"/>
              </a:tabLst>
            </a:pPr>
            <a:r>
              <a:rPr lang="vi-VN" sz="2800">
                <a:latin typeface="Tahoma" panose="020B0604030504040204" pitchFamily="34" charset="0"/>
                <a:ea typeface="Tahoma" panose="020B0604030504040204" pitchFamily="34" charset="0"/>
                <a:cs typeface="Tahoma" panose="020B0604030504040204" pitchFamily="34" charset="0"/>
              </a:rPr>
              <a:t>OPTICS là mở rộng của DBSCAN nên có cùng các ưu điểm như DBSCAN.</a:t>
            </a:r>
          </a:p>
          <a:p>
            <a:pPr marL="12700" marR="5080" algn="just">
              <a:lnSpc>
                <a:spcPts val="2600"/>
              </a:lnSpc>
              <a:spcBef>
                <a:spcPts val="640"/>
              </a:spcBef>
              <a:tabLst>
                <a:tab pos="355600" algn="l"/>
              </a:tabLst>
            </a:pPr>
            <a:r>
              <a:rPr lang="vi-VN" sz="2800">
                <a:latin typeface="Tahoma" panose="020B0604030504040204" pitchFamily="34" charset="0"/>
                <a:ea typeface="Tahoma" panose="020B0604030504040204" pitchFamily="34" charset="0"/>
                <a:cs typeface="Tahoma" panose="020B0604030504040204" pitchFamily="34" charset="0"/>
              </a:rPr>
              <a:t>Kết quả cụm không khác nhiều so với DBSCAN nhưng khắc phục được những nhược điểm mà DBSCAN.</a:t>
            </a:r>
          </a:p>
          <a:p>
            <a:pPr marL="12700" algn="just">
              <a:lnSpc>
                <a:spcPct val="100000"/>
              </a:lnSpc>
              <a:spcBef>
                <a:spcPts val="280"/>
              </a:spcBef>
              <a:tabLst>
                <a:tab pos="354965" algn="l"/>
              </a:tabLst>
            </a:pPr>
            <a:r>
              <a:rPr lang="vi-VN" sz="2800">
                <a:latin typeface="Tahoma" panose="020B0604030504040204" pitchFamily="34" charset="0"/>
                <a:ea typeface="Tahoma" panose="020B0604030504040204" pitchFamily="34" charset="0"/>
                <a:cs typeface="Tahoma" panose="020B0604030504040204" pitchFamily="34" charset="0"/>
              </a:rPr>
              <a:t>Độ phức tạp của OPTICS tương đương với DBSCAN.</a:t>
            </a:r>
          </a:p>
          <a:p>
            <a:pPr marL="12700" algn="just">
              <a:lnSpc>
                <a:spcPct val="100000"/>
              </a:lnSpc>
              <a:spcBef>
                <a:spcPts val="219"/>
              </a:spcBef>
              <a:tabLst>
                <a:tab pos="354965" algn="l"/>
              </a:tabLst>
            </a:pPr>
            <a:r>
              <a:rPr lang="vi-VN" sz="2800" b="1">
                <a:latin typeface="Tahoma" panose="020B0604030504040204" pitchFamily="34" charset="0"/>
                <a:ea typeface="Tahoma" panose="020B0604030504040204" pitchFamily="34" charset="0"/>
                <a:cs typeface="Tahoma" panose="020B0604030504040204" pitchFamily="34" charset="0"/>
              </a:rPr>
              <a:t>Nhược điểm</a:t>
            </a:r>
            <a:r>
              <a:rPr lang="vi-VN" sz="2800">
                <a:latin typeface="Tahoma" panose="020B0604030504040204" pitchFamily="34" charset="0"/>
                <a:ea typeface="Tahoma" panose="020B0604030504040204" pitchFamily="34" charset="0"/>
                <a:cs typeface="Tahoma" panose="020B0604030504040204" pitchFamily="34" charset="0"/>
              </a:rPr>
              <a:t>:</a:t>
            </a:r>
          </a:p>
          <a:p>
            <a:pPr marL="12700" marR="40640" algn="just">
              <a:lnSpc>
                <a:spcPts val="2600"/>
              </a:lnSpc>
              <a:spcBef>
                <a:spcPts val="640"/>
              </a:spcBef>
              <a:tabLst>
                <a:tab pos="355600" algn="l"/>
              </a:tabLst>
            </a:pPr>
            <a:r>
              <a:rPr lang="vi-VN" sz="2800">
                <a:latin typeface="Tahoma" panose="020B0604030504040204" pitchFamily="34" charset="0"/>
                <a:ea typeface="Tahoma" panose="020B0604030504040204" pitchFamily="34" charset="0"/>
                <a:cs typeface="Tahoma" panose="020B0604030504040204" pitchFamily="34" charset="0"/>
              </a:rPr>
              <a:t>Có vài đối tượng biên có thể bị thiếu khi trích rút cụm nếu chúng được xử lý bởi OPTICS trước khi một đối tượng nhân của cụm tương ứng được tìm thấy.</a:t>
            </a:r>
          </a:p>
          <a:p>
            <a:endParaRPr lang="en-US"/>
          </a:p>
        </p:txBody>
      </p:sp>
      <p:sp>
        <p:nvSpPr>
          <p:cNvPr id="4" name="object 4"/>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123</a:t>
            </a:fld>
            <a:endParaRPr lang="en-US"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365126"/>
            <a:ext cx="7886700" cy="1325563"/>
          </a:xfrm>
        </p:spPr>
        <p:txBody>
          <a:bodyPr vert="horz" wrap="square" lIns="0" tIns="207570" rIns="0" bIns="0" rtlCol="0">
            <a:spAutoFit/>
          </a:bodyPr>
          <a:lstStyle/>
          <a:p>
            <a:r>
              <a:rPr lang="en-US" dirty="0"/>
              <a:t>DENCLUE (</a:t>
            </a:r>
            <a:r>
              <a:rPr lang="en-US" dirty="0" err="1"/>
              <a:t>DENsity</a:t>
            </a:r>
            <a:r>
              <a:rPr lang="en-US" dirty="0"/>
              <a:t> - Based </a:t>
            </a:r>
            <a:r>
              <a:rPr lang="en-US" dirty="0" err="1"/>
              <a:t>CLUstEring</a:t>
            </a:r>
            <a:r>
              <a:rPr lang="en-US" dirty="0"/>
              <a:t>)</a:t>
            </a:r>
          </a:p>
        </p:txBody>
      </p:sp>
      <p:sp>
        <p:nvSpPr>
          <p:cNvPr id="8" name="Content Placeholder 7">
            <a:extLst>
              <a:ext uri="{FF2B5EF4-FFF2-40B4-BE49-F238E27FC236}">
                <a16:creationId xmlns:a16="http://schemas.microsoft.com/office/drawing/2014/main" id="{0037F94F-C16F-917F-B69F-46C79FEEF8FA}"/>
              </a:ext>
            </a:extLst>
          </p:cNvPr>
          <p:cNvSpPr>
            <a:spLocks noGrp="1"/>
          </p:cNvSpPr>
          <p:nvPr>
            <p:ph idx="1"/>
          </p:nvPr>
        </p:nvSpPr>
        <p:spPr/>
        <p:txBody>
          <a:bodyPr/>
          <a:lstStyle/>
          <a:p>
            <a:pPr marL="355600" marR="107314" indent="-342900" algn="just">
              <a:lnSpc>
                <a:spcPts val="2700"/>
              </a:lnSpc>
              <a:spcBef>
                <a:spcPts val="740"/>
              </a:spcBef>
              <a:buFont typeface="Arial"/>
              <a:buChar char="•"/>
              <a:tabLst>
                <a:tab pos="355600" algn="l"/>
                <a:tab pos="6082665" algn="l"/>
              </a:tabLst>
            </a:pPr>
            <a:r>
              <a:rPr lang="vi-VN" sz="2800">
                <a:latin typeface="Tahoma" panose="020B0604030504040204" pitchFamily="34" charset="0"/>
                <a:ea typeface="Tahoma" panose="020B0604030504040204" pitchFamily="34" charset="0"/>
                <a:cs typeface="Tahoma" panose="020B0604030504040204" pitchFamily="34" charset="0"/>
              </a:rPr>
              <a:t>Là thuật toán PCDL dựa trên một tập các </a:t>
            </a:r>
            <a:r>
              <a:rPr lang="vi-VN" sz="2800">
                <a:solidFill>
                  <a:srgbClr val="FF0000"/>
                </a:solidFill>
                <a:latin typeface="Tahoma" panose="020B0604030504040204" pitchFamily="34" charset="0"/>
                <a:ea typeface="Tahoma" panose="020B0604030504040204" pitchFamily="34" charset="0"/>
                <a:cs typeface="Tahoma" panose="020B0604030504040204" pitchFamily="34" charset="0"/>
              </a:rPr>
              <a:t>hàm phân phối mật độ.</a:t>
            </a:r>
          </a:p>
          <a:p>
            <a:pPr marL="354965" indent="-342265" algn="just">
              <a:lnSpc>
                <a:spcPts val="3329"/>
              </a:lnSpc>
              <a:spcBef>
                <a:spcPts val="60"/>
              </a:spcBef>
              <a:buFont typeface="Arial"/>
              <a:buChar char="•"/>
              <a:tabLst>
                <a:tab pos="354965" algn="l"/>
              </a:tabLst>
            </a:pPr>
            <a:r>
              <a:rPr lang="vi-VN" sz="2800">
                <a:latin typeface="Tahoma" panose="020B0604030504040204" pitchFamily="34" charset="0"/>
                <a:ea typeface="Tahoma" panose="020B0604030504040204" pitchFamily="34" charset="0"/>
                <a:cs typeface="Tahoma" panose="020B0604030504040204" pitchFamily="34" charset="0"/>
              </a:rPr>
              <a:t>Ý tưởng:</a:t>
            </a:r>
          </a:p>
          <a:p>
            <a:pPr marL="354965" lvl="4" indent="-342265" algn="just">
              <a:lnSpc>
                <a:spcPts val="3329"/>
              </a:lnSpc>
              <a:spcBef>
                <a:spcPts val="60"/>
              </a:spcBef>
              <a:buFont typeface="Arial"/>
              <a:buChar char="•"/>
              <a:tabLst>
                <a:tab pos="354965" algn="l"/>
              </a:tabLst>
            </a:pPr>
            <a:r>
              <a:rPr lang="vi-VN" sz="2400">
                <a:latin typeface="Tahoma" panose="020B0604030504040204" pitchFamily="34" charset="0"/>
                <a:ea typeface="Tahoma" panose="020B0604030504040204" pitchFamily="34" charset="0"/>
                <a:cs typeface="Tahoma" panose="020B0604030504040204" pitchFamily="34" charset="0"/>
              </a:rPr>
              <a:t>Sự tác động của một đối tượng tới láng giềng của nó xác định bởi </a:t>
            </a:r>
            <a:r>
              <a:rPr lang="vi-VN" sz="2400">
                <a:solidFill>
                  <a:srgbClr val="FF0066"/>
                </a:solidFill>
                <a:latin typeface="Tahoma" panose="020B0604030504040204" pitchFamily="34" charset="0"/>
                <a:ea typeface="Tahoma" panose="020B0604030504040204" pitchFamily="34" charset="0"/>
                <a:cs typeface="Tahoma" panose="020B0604030504040204" pitchFamily="34" charset="0"/>
              </a:rPr>
              <a:t>hàm ảnh hưởng (</a:t>
            </a:r>
            <a:r>
              <a:rPr lang="vi-VN" sz="2400" i="1">
                <a:solidFill>
                  <a:srgbClr val="FF0066"/>
                </a:solidFill>
                <a:latin typeface="Tahoma" panose="020B0604030504040204" pitchFamily="34" charset="0"/>
                <a:ea typeface="Tahoma" panose="020B0604030504040204" pitchFamily="34" charset="0"/>
                <a:cs typeface="Tahoma" panose="020B0604030504040204" pitchFamily="34" charset="0"/>
              </a:rPr>
              <a:t>Influence Function</a:t>
            </a:r>
            <a:r>
              <a:rPr lang="vi-VN" sz="2400">
                <a:solidFill>
                  <a:srgbClr val="FF0066"/>
                </a:solidFill>
                <a:latin typeface="Tahoma" panose="020B0604030504040204" pitchFamily="34" charset="0"/>
                <a:ea typeface="Tahoma" panose="020B0604030504040204" pitchFamily="34" charset="0"/>
                <a:cs typeface="Tahoma" panose="020B0604030504040204" pitchFamily="34" charset="0"/>
              </a:rPr>
              <a:t>).</a:t>
            </a:r>
            <a:endParaRPr lang="vi-VN" sz="2400">
              <a:latin typeface="Tahoma" panose="020B0604030504040204" pitchFamily="34" charset="0"/>
              <a:ea typeface="Tahoma" panose="020B0604030504040204" pitchFamily="34" charset="0"/>
              <a:cs typeface="Tahoma" panose="020B0604030504040204" pitchFamily="34" charset="0"/>
            </a:endParaRPr>
          </a:p>
          <a:p>
            <a:pPr marL="354965" lvl="4" indent="-342265" algn="just">
              <a:lnSpc>
                <a:spcPts val="3329"/>
              </a:lnSpc>
              <a:spcBef>
                <a:spcPts val="60"/>
              </a:spcBef>
              <a:buFont typeface="Arial"/>
              <a:buChar char="•"/>
              <a:tabLst>
                <a:tab pos="354965" algn="l"/>
              </a:tabLst>
            </a:pPr>
            <a:r>
              <a:rPr lang="vi-VN" sz="2400">
                <a:solidFill>
                  <a:srgbClr val="FF0066"/>
                </a:solidFill>
                <a:latin typeface="Tahoma" panose="020B0604030504040204" pitchFamily="34" charset="0"/>
                <a:ea typeface="Tahoma" panose="020B0604030504040204" pitchFamily="34" charset="0"/>
                <a:cs typeface="Tahoma" panose="020B0604030504040204" pitchFamily="34" charset="0"/>
              </a:rPr>
              <a:t>Mật độ toàn cục </a:t>
            </a:r>
            <a:r>
              <a:rPr lang="vi-VN" sz="2400">
                <a:latin typeface="Tahoma" panose="020B0604030504040204" pitchFamily="34" charset="0"/>
                <a:ea typeface="Tahoma" panose="020B0604030504040204" pitchFamily="34" charset="0"/>
                <a:cs typeface="Tahoma" panose="020B0604030504040204" pitchFamily="34" charset="0"/>
              </a:rPr>
              <a:t>của cao (</a:t>
            </a:r>
            <a:r>
              <a:rPr lang="vi-VN" sz="2400" i="1">
                <a:latin typeface="Tahoma" panose="020B0604030504040204" pitchFamily="34" charset="0"/>
                <a:ea typeface="Tahoma" panose="020B0604030504040204" pitchFamily="34" charset="0"/>
                <a:cs typeface="Tahoma" panose="020B0604030504040204" pitchFamily="34" charset="0"/>
              </a:rPr>
              <a:t>density attactors), </a:t>
            </a:r>
            <a:r>
              <a:rPr lang="vi-VN" sz="2400">
                <a:latin typeface="Tahoma" panose="020B0604030504040204" pitchFamily="34" charset="0"/>
                <a:ea typeface="Tahoma" panose="020B0604030504040204" pitchFamily="34" charset="0"/>
                <a:cs typeface="Tahoma" panose="020B0604030504040204" pitchFamily="34" charset="0"/>
              </a:rPr>
              <a:t>là các điểm cực đại của không gian các đối tượng được mô hình là tổng tất cả các hàm ảnh hưởng.</a:t>
            </a:r>
          </a:p>
          <a:p>
            <a:pPr marL="354965" lvl="4" indent="-342265" algn="just">
              <a:lnSpc>
                <a:spcPts val="3329"/>
              </a:lnSpc>
              <a:spcBef>
                <a:spcPts val="60"/>
              </a:spcBef>
              <a:buFont typeface="Arial"/>
              <a:buChar char="•"/>
              <a:tabLst>
                <a:tab pos="354965" algn="l"/>
              </a:tabLst>
            </a:pPr>
            <a:r>
              <a:rPr lang="vi-VN" sz="2400">
                <a:solidFill>
                  <a:srgbClr val="FF0066"/>
                </a:solidFill>
                <a:latin typeface="Tahoma" panose="020B0604030504040204" pitchFamily="34" charset="0"/>
                <a:ea typeface="Tahoma" panose="020B0604030504040204" pitchFamily="34" charset="0"/>
                <a:cs typeface="Tahoma" panose="020B0604030504040204" pitchFamily="34" charset="0"/>
              </a:rPr>
              <a:t>Các cụm </a:t>
            </a:r>
            <a:r>
              <a:rPr lang="vi-VN" sz="2400">
                <a:latin typeface="Tahoma" panose="020B0604030504040204" pitchFamily="34" charset="0"/>
                <a:ea typeface="Tahoma" panose="020B0604030504040204" pitchFamily="34" charset="0"/>
                <a:cs typeface="Tahoma" panose="020B0604030504040204" pitchFamily="34" charset="0"/>
              </a:rPr>
              <a:t>được xác định bởi các đối tượng mật độ a hàm mật độ toàn cục.</a:t>
            </a:r>
          </a:p>
          <a:p>
            <a:endParaRPr lang="en-US"/>
          </a:p>
        </p:txBody>
      </p:sp>
      <p:sp>
        <p:nvSpPr>
          <p:cNvPr id="4" name="object 4"/>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124</a:t>
            </a:fld>
            <a:endParaRPr lang="en-US" dirty="0"/>
          </a:p>
        </p:txBody>
      </p:sp>
      <p:pic>
        <p:nvPicPr>
          <p:cNvPr id="5" name="Picture 4">
            <a:extLst>
              <a:ext uri="{FF2B5EF4-FFF2-40B4-BE49-F238E27FC236}">
                <a16:creationId xmlns:a16="http://schemas.microsoft.com/office/drawing/2014/main" id="{4BD97091-EB9F-4A65-9F07-7D3C1E55E2AF}"/>
              </a:ext>
            </a:extLst>
          </p:cNvPr>
          <p:cNvPicPr>
            <a:picLocks noChangeAspect="1"/>
          </p:cNvPicPr>
          <p:nvPr/>
        </p:nvPicPr>
        <p:blipFill rotWithShape="1">
          <a:blip r:embed="rId2"/>
          <a:srcRect t="26207" r="5953" b="14009"/>
          <a:stretch/>
        </p:blipFill>
        <p:spPr>
          <a:xfrm>
            <a:off x="1562100" y="6058128"/>
            <a:ext cx="6019800" cy="596446"/>
          </a:xfrm>
          <a:prstGeom prst="rect">
            <a:avLst/>
          </a:prstGeom>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365126"/>
            <a:ext cx="7886700" cy="1325563"/>
          </a:xfrm>
        </p:spPr>
        <p:txBody>
          <a:bodyPr vert="horz" wrap="square" lIns="0" tIns="207570" rIns="0" bIns="0" rtlCol="0">
            <a:spAutoFit/>
          </a:bodyPr>
          <a:lstStyle/>
          <a:p>
            <a:r>
              <a:rPr lang="en-US" dirty="0"/>
              <a:t>DENCLUE</a:t>
            </a:r>
          </a:p>
        </p:txBody>
      </p:sp>
      <p:sp>
        <p:nvSpPr>
          <p:cNvPr id="7" name="Content Placeholder 6">
            <a:extLst>
              <a:ext uri="{FF2B5EF4-FFF2-40B4-BE49-F238E27FC236}">
                <a16:creationId xmlns:a16="http://schemas.microsoft.com/office/drawing/2014/main" id="{621E7953-A916-5705-D626-6C741E314FC1}"/>
              </a:ext>
            </a:extLst>
          </p:cNvPr>
          <p:cNvSpPr>
            <a:spLocks noGrp="1"/>
          </p:cNvSpPr>
          <p:nvPr>
            <p:ph idx="1"/>
          </p:nvPr>
        </p:nvSpPr>
        <p:spPr/>
        <p:txBody>
          <a:bodyPr/>
          <a:lstStyle/>
          <a:p>
            <a:pPr marL="393700" marR="43180" indent="-342900" algn="just">
              <a:lnSpc>
                <a:spcPct val="101200"/>
              </a:lnSpc>
              <a:spcBef>
                <a:spcPts val="60"/>
              </a:spcBef>
              <a:buFont typeface="Arial"/>
              <a:buChar char="•"/>
              <a:tabLst>
                <a:tab pos="393700" algn="l"/>
              </a:tabLst>
            </a:pPr>
            <a:r>
              <a:rPr lang="vi-VN" sz="2400">
                <a:solidFill>
                  <a:srgbClr val="FF0066"/>
                </a:solidFill>
                <a:latin typeface="Gill Sans MT"/>
                <a:cs typeface="Gill Sans MT"/>
              </a:rPr>
              <a:t>Hàm </a:t>
            </a:r>
            <a:r>
              <a:rPr lang="vi-VN" sz="2400">
                <a:solidFill>
                  <a:srgbClr val="FF0066"/>
                </a:solidFill>
                <a:latin typeface="Calibri"/>
                <a:cs typeface="Calibri"/>
              </a:rPr>
              <a:t>ả</a:t>
            </a:r>
            <a:r>
              <a:rPr lang="vi-VN" sz="2400">
                <a:solidFill>
                  <a:srgbClr val="FF0066"/>
                </a:solidFill>
                <a:latin typeface="Gill Sans MT"/>
                <a:cs typeface="Gill Sans MT"/>
              </a:rPr>
              <a:t>nh h</a:t>
            </a:r>
            <a:r>
              <a:rPr lang="vi-VN" sz="2400">
                <a:solidFill>
                  <a:srgbClr val="FF0066"/>
                </a:solidFill>
                <a:latin typeface="Calibri"/>
                <a:cs typeface="Calibri"/>
              </a:rPr>
              <a:t>ưở</a:t>
            </a:r>
            <a:r>
              <a:rPr lang="vi-VN" sz="2400">
                <a:solidFill>
                  <a:srgbClr val="FF0066"/>
                </a:solidFill>
                <a:latin typeface="Gill Sans MT"/>
                <a:cs typeface="Gill Sans MT"/>
              </a:rPr>
              <a:t>ng</a:t>
            </a:r>
            <a:r>
              <a:rPr lang="vi-VN" sz="2400">
                <a:latin typeface="Gill Sans MT"/>
                <a:cs typeface="Gill Sans MT"/>
              </a:rPr>
              <a:t>: Cho x,y là hai đ</a:t>
            </a:r>
            <a:r>
              <a:rPr lang="vi-VN" sz="2400">
                <a:latin typeface="Calibri"/>
                <a:cs typeface="Calibri"/>
              </a:rPr>
              <a:t>ố</a:t>
            </a:r>
            <a:r>
              <a:rPr lang="vi-VN" sz="2400">
                <a:latin typeface="Gill Sans MT"/>
                <a:cs typeface="Gill Sans MT"/>
              </a:rPr>
              <a:t>i t</a:t>
            </a:r>
            <a:r>
              <a:rPr lang="vi-VN" sz="2400">
                <a:latin typeface="Calibri"/>
                <a:cs typeface="Calibri"/>
              </a:rPr>
              <a:t>ượ</a:t>
            </a:r>
            <a:r>
              <a:rPr lang="vi-VN" sz="2400">
                <a:latin typeface="Gill Sans MT"/>
                <a:cs typeface="Gill Sans MT"/>
              </a:rPr>
              <a:t>ng trong không gian d chi</a:t>
            </a:r>
            <a:r>
              <a:rPr lang="vi-VN" sz="2400">
                <a:latin typeface="Calibri"/>
                <a:cs typeface="Calibri"/>
              </a:rPr>
              <a:t>ề</a:t>
            </a:r>
            <a:r>
              <a:rPr lang="vi-VN" sz="2400">
                <a:latin typeface="Gill Sans MT"/>
                <a:cs typeface="Gill Sans MT"/>
              </a:rPr>
              <a:t>u F</a:t>
            </a:r>
            <a:r>
              <a:rPr lang="vi-VN" sz="2800" baseline="23391">
                <a:latin typeface="Gill Sans MT"/>
                <a:cs typeface="Gill Sans MT"/>
              </a:rPr>
              <a:t>d</a:t>
            </a:r>
            <a:r>
              <a:rPr lang="vi-VN" sz="2400">
                <a:latin typeface="Gill Sans MT"/>
                <a:cs typeface="Gill Sans MT"/>
              </a:rPr>
              <a:t>, hàm </a:t>
            </a:r>
            <a:r>
              <a:rPr lang="vi-VN" sz="2400">
                <a:latin typeface="Calibri"/>
                <a:cs typeface="Calibri"/>
              </a:rPr>
              <a:t>ả</a:t>
            </a:r>
            <a:r>
              <a:rPr lang="vi-VN" sz="2400">
                <a:latin typeface="Gill Sans MT"/>
                <a:cs typeface="Gill Sans MT"/>
              </a:rPr>
              <a:t>nh h</a:t>
            </a:r>
            <a:r>
              <a:rPr lang="vi-VN" sz="2400">
                <a:latin typeface="Calibri"/>
                <a:cs typeface="Calibri"/>
              </a:rPr>
              <a:t>ưở</a:t>
            </a:r>
            <a:r>
              <a:rPr lang="vi-VN" sz="2400">
                <a:latin typeface="Gill Sans MT"/>
                <a:cs typeface="Gill Sans MT"/>
              </a:rPr>
              <a:t>ng c</a:t>
            </a:r>
            <a:r>
              <a:rPr lang="vi-VN" sz="2400">
                <a:latin typeface="Calibri"/>
                <a:cs typeface="Calibri"/>
              </a:rPr>
              <a:t>ủ</a:t>
            </a:r>
            <a:r>
              <a:rPr lang="vi-VN" sz="2400">
                <a:latin typeface="Gill Sans MT"/>
                <a:cs typeface="Gill Sans MT"/>
              </a:rPr>
              <a:t>a đ</a:t>
            </a:r>
            <a:r>
              <a:rPr lang="vi-VN" sz="2400">
                <a:latin typeface="Calibri"/>
                <a:cs typeface="Calibri"/>
              </a:rPr>
              <a:t>ố</a:t>
            </a:r>
            <a:r>
              <a:rPr lang="vi-VN" sz="2400">
                <a:latin typeface="Gill Sans MT"/>
                <a:cs typeface="Gill Sans MT"/>
              </a:rPr>
              <a:t>i t</a:t>
            </a:r>
            <a:r>
              <a:rPr lang="vi-VN" sz="2400">
                <a:latin typeface="Calibri"/>
                <a:cs typeface="Calibri"/>
              </a:rPr>
              <a:t>ượ</a:t>
            </a:r>
            <a:r>
              <a:rPr lang="vi-VN" sz="2400">
                <a:latin typeface="Gill Sans MT"/>
                <a:cs typeface="Gill Sans MT"/>
              </a:rPr>
              <a:t>ng y lên x đ</a:t>
            </a:r>
            <a:r>
              <a:rPr lang="vi-VN" sz="2400">
                <a:latin typeface="Calibri"/>
                <a:cs typeface="Calibri"/>
              </a:rPr>
              <a:t>ượ</a:t>
            </a:r>
            <a:r>
              <a:rPr lang="vi-VN" sz="2400">
                <a:latin typeface="Gill Sans MT"/>
                <a:cs typeface="Gill Sans MT"/>
              </a:rPr>
              <a:t>c xác đ</a:t>
            </a:r>
            <a:r>
              <a:rPr lang="vi-VN" sz="2400">
                <a:latin typeface="Calibri"/>
                <a:cs typeface="Calibri"/>
              </a:rPr>
              <a:t>ị</a:t>
            </a:r>
            <a:r>
              <a:rPr lang="vi-VN" sz="2400">
                <a:latin typeface="Gill Sans MT"/>
                <a:cs typeface="Gill Sans MT"/>
              </a:rPr>
              <a:t>nh </a:t>
            </a:r>
            <a:r>
              <a:rPr lang="vi-VN" sz="2400" i="1">
                <a:latin typeface="Gill Sans MT Italic"/>
                <a:cs typeface="Gill Sans MT Italic"/>
              </a:rPr>
              <a:t>f</a:t>
            </a:r>
            <a:r>
              <a:rPr lang="vi-VN" sz="2800" i="1" baseline="-17543">
                <a:latin typeface="Gill Sans MT Italic"/>
                <a:cs typeface="Gill Sans MT Italic"/>
              </a:rPr>
              <a:t>B</a:t>
            </a:r>
            <a:r>
              <a:rPr lang="vi-VN" sz="2800" i="1" baseline="23391">
                <a:latin typeface="Gill Sans MT Italic"/>
                <a:cs typeface="Gill Sans MT Italic"/>
              </a:rPr>
              <a:t>y</a:t>
            </a:r>
            <a:r>
              <a:rPr lang="vi-VN" sz="2400">
                <a:latin typeface="Gill Sans MT"/>
                <a:cs typeface="Gill Sans MT"/>
              </a:rPr>
              <a:t>:</a:t>
            </a:r>
          </a:p>
          <a:p>
            <a:pPr marL="50800" marR="43180" algn="ctr">
              <a:lnSpc>
                <a:spcPct val="101200"/>
              </a:lnSpc>
              <a:spcBef>
                <a:spcPts val="60"/>
              </a:spcBef>
              <a:tabLst>
                <a:tab pos="393700" algn="l"/>
              </a:tabLst>
            </a:pPr>
            <a:r>
              <a:rPr lang="vi-VN" sz="2400">
                <a:latin typeface="Gill Sans MT"/>
                <a:cs typeface="Gill Sans MT"/>
              </a:rPr>
              <a:t>Fd </a:t>
            </a:r>
            <a:r>
              <a:rPr lang="vi-VN" sz="2400">
                <a:latin typeface="Symbol"/>
                <a:cs typeface="Symbol"/>
              </a:rPr>
              <a:t></a:t>
            </a:r>
            <a:r>
              <a:rPr lang="vi-VN" sz="2400" i="1">
                <a:latin typeface="Gill Sans MT Italic"/>
                <a:cs typeface="Gill Sans MT Italic"/>
              </a:rPr>
              <a:t>R</a:t>
            </a:r>
            <a:r>
              <a:rPr lang="vi-VN" sz="2800" i="1" baseline="-17543">
                <a:latin typeface="Gill Sans MT Italic"/>
                <a:cs typeface="Gill Sans MT Italic"/>
              </a:rPr>
              <a:t>o</a:t>
            </a:r>
            <a:r>
              <a:rPr lang="vi-VN" sz="2800" i="1" baseline="23391">
                <a:latin typeface="Gill Sans MT Italic"/>
                <a:cs typeface="Gill Sans MT Italic"/>
              </a:rPr>
              <a:t>+</a:t>
            </a:r>
            <a:r>
              <a:rPr lang="vi-VN" sz="2400">
                <a:latin typeface="Gill Sans MT"/>
                <a:cs typeface="Gill Sans MT"/>
              </a:rPr>
              <a:t>, y =</a:t>
            </a:r>
            <a:r>
              <a:rPr lang="vi-VN" sz="2400" i="1">
                <a:latin typeface="Gill Sans MT Italic"/>
                <a:cs typeface="Gill Sans MT Italic"/>
              </a:rPr>
              <a:t>f</a:t>
            </a:r>
            <a:r>
              <a:rPr lang="vi-VN" sz="2800" i="1" baseline="-17543">
                <a:latin typeface="Gill Sans MT Italic"/>
                <a:cs typeface="Gill Sans MT Italic"/>
              </a:rPr>
              <a:t>B</a:t>
            </a:r>
            <a:r>
              <a:rPr lang="vi-VN" sz="2800" i="1" baseline="23391">
                <a:latin typeface="Gill Sans MT Italic"/>
                <a:cs typeface="Gill Sans MT Italic"/>
              </a:rPr>
              <a:t>y</a:t>
            </a:r>
            <a:r>
              <a:rPr lang="vi-VN" sz="2400">
                <a:latin typeface="Gill Sans MT"/>
                <a:cs typeface="Gill Sans MT"/>
              </a:rPr>
              <a:t>(x).</a:t>
            </a:r>
          </a:p>
          <a:p>
            <a:pPr marL="393700" marR="106045" indent="-342900" algn="just">
              <a:lnSpc>
                <a:spcPct val="99700"/>
              </a:lnSpc>
              <a:buChar char="•"/>
              <a:tabLst>
                <a:tab pos="393700" algn="l"/>
                <a:tab pos="494665" algn="l"/>
              </a:tabLst>
            </a:pPr>
            <a:r>
              <a:rPr lang="vi-VN" sz="2400">
                <a:latin typeface="Arial"/>
                <a:cs typeface="Arial"/>
              </a:rPr>
              <a:t>	</a:t>
            </a:r>
            <a:r>
              <a:rPr lang="vi-VN" sz="2400">
                <a:latin typeface="Gill Sans MT"/>
                <a:cs typeface="Gill Sans MT"/>
              </a:rPr>
              <a:t>Hàm </a:t>
            </a:r>
            <a:r>
              <a:rPr lang="vi-VN" sz="2400">
                <a:latin typeface="Calibri"/>
                <a:cs typeface="Calibri"/>
              </a:rPr>
              <a:t>ả</a:t>
            </a:r>
            <a:r>
              <a:rPr lang="vi-VN" sz="2400">
                <a:latin typeface="Gill Sans MT"/>
                <a:cs typeface="Gill Sans MT"/>
              </a:rPr>
              <a:t>nh h</a:t>
            </a:r>
            <a:r>
              <a:rPr lang="vi-VN" sz="2400">
                <a:latin typeface="Calibri"/>
                <a:cs typeface="Calibri"/>
              </a:rPr>
              <a:t>ưở</a:t>
            </a:r>
            <a:r>
              <a:rPr lang="vi-VN" sz="2400">
                <a:latin typeface="Gill Sans MT"/>
                <a:cs typeface="Gill Sans MT"/>
              </a:rPr>
              <a:t>ng là hàm bất kỳ, mi</a:t>
            </a:r>
            <a:r>
              <a:rPr lang="vi-VN" sz="2400">
                <a:latin typeface="Calibri"/>
                <a:cs typeface="Calibri"/>
              </a:rPr>
              <a:t>ễ</a:t>
            </a:r>
            <a:r>
              <a:rPr lang="vi-VN" sz="2400">
                <a:latin typeface="Gill Sans MT"/>
                <a:cs typeface="Gill Sans MT"/>
              </a:rPr>
              <a:t>n là nó đ</a:t>
            </a:r>
            <a:r>
              <a:rPr lang="vi-VN" sz="2400">
                <a:latin typeface="Calibri"/>
                <a:cs typeface="Calibri"/>
              </a:rPr>
              <a:t>ượ</a:t>
            </a:r>
            <a:r>
              <a:rPr lang="vi-VN" sz="2400">
                <a:latin typeface="Gill Sans MT"/>
                <a:cs typeface="Gill Sans MT"/>
              </a:rPr>
              <a:t>c xác đ</a:t>
            </a:r>
            <a:r>
              <a:rPr lang="vi-VN" sz="2400">
                <a:latin typeface="Calibri"/>
                <a:cs typeface="Calibri"/>
              </a:rPr>
              <a:t>ị</a:t>
            </a:r>
            <a:r>
              <a:rPr lang="vi-VN" sz="2400">
                <a:latin typeface="Gill Sans MT"/>
                <a:cs typeface="Gill Sans MT"/>
              </a:rPr>
              <a:t>nh b</a:t>
            </a:r>
            <a:r>
              <a:rPr lang="vi-VN" sz="2400">
                <a:latin typeface="Calibri"/>
                <a:cs typeface="Calibri"/>
              </a:rPr>
              <a:t>ở</a:t>
            </a:r>
            <a:r>
              <a:rPr lang="vi-VN" sz="2400">
                <a:latin typeface="Gill Sans MT"/>
                <a:cs typeface="Gill Sans MT"/>
              </a:rPr>
              <a:t>i kho</a:t>
            </a:r>
            <a:r>
              <a:rPr lang="vi-VN" sz="2400">
                <a:latin typeface="Calibri"/>
                <a:cs typeface="Calibri"/>
              </a:rPr>
              <a:t>ả</a:t>
            </a:r>
            <a:r>
              <a:rPr lang="vi-VN" sz="2400">
                <a:latin typeface="Gill Sans MT"/>
                <a:cs typeface="Gill Sans MT"/>
              </a:rPr>
              <a:t>ng cách d(x,y) c</a:t>
            </a:r>
            <a:r>
              <a:rPr lang="vi-VN" sz="2400">
                <a:latin typeface="Calibri"/>
                <a:cs typeface="Calibri"/>
              </a:rPr>
              <a:t>ủ</a:t>
            </a:r>
            <a:r>
              <a:rPr lang="vi-VN" sz="2400">
                <a:latin typeface="Gill Sans MT"/>
                <a:cs typeface="Gill Sans MT"/>
              </a:rPr>
              <a:t>a các đ</a:t>
            </a:r>
            <a:r>
              <a:rPr lang="vi-VN" sz="2400">
                <a:latin typeface="Calibri"/>
                <a:cs typeface="Calibri"/>
              </a:rPr>
              <a:t>ố</a:t>
            </a:r>
            <a:r>
              <a:rPr lang="vi-VN" sz="2400">
                <a:latin typeface="Gill Sans MT"/>
                <a:cs typeface="Gill Sans MT"/>
              </a:rPr>
              <a:t>i t</a:t>
            </a:r>
            <a:r>
              <a:rPr lang="vi-VN" sz="2400">
                <a:latin typeface="Calibri"/>
                <a:cs typeface="Calibri"/>
              </a:rPr>
              <a:t>ượ</a:t>
            </a:r>
            <a:r>
              <a:rPr lang="vi-VN" sz="2400">
                <a:latin typeface="Gill Sans MT"/>
                <a:cs typeface="Gill Sans MT"/>
              </a:rPr>
              <a:t>ng, nh</a:t>
            </a:r>
            <a:r>
              <a:rPr lang="vi-VN" sz="2400">
                <a:latin typeface="Calibri"/>
                <a:cs typeface="Calibri"/>
              </a:rPr>
              <a:t>ư </a:t>
            </a:r>
            <a:r>
              <a:rPr lang="vi-VN" sz="2400">
                <a:latin typeface="Gill Sans MT"/>
                <a:cs typeface="Gill Sans MT"/>
              </a:rPr>
              <a:t>kho</a:t>
            </a:r>
            <a:r>
              <a:rPr lang="vi-VN" sz="2400">
                <a:latin typeface="Calibri"/>
                <a:cs typeface="Calibri"/>
              </a:rPr>
              <a:t>ả</a:t>
            </a:r>
            <a:r>
              <a:rPr lang="vi-VN" sz="2400">
                <a:latin typeface="Gill Sans MT"/>
                <a:cs typeface="Gill Sans MT"/>
              </a:rPr>
              <a:t>ng cách Euclide.</a:t>
            </a:r>
          </a:p>
          <a:p>
            <a:endParaRPr lang="en-US"/>
          </a:p>
        </p:txBody>
      </p:sp>
      <p:sp>
        <p:nvSpPr>
          <p:cNvPr id="4" name="object 4"/>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125</a:t>
            </a:fld>
            <a:endParaRPr lang="en-US"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33317-EBD1-497A-BB2E-1E6C45993FEF}"/>
              </a:ext>
            </a:extLst>
          </p:cNvPr>
          <p:cNvSpPr>
            <a:spLocks noGrp="1"/>
          </p:cNvSpPr>
          <p:nvPr>
            <p:ph type="title"/>
          </p:nvPr>
        </p:nvSpPr>
        <p:spPr/>
        <p:txBody>
          <a:bodyPr/>
          <a:lstStyle/>
          <a:p>
            <a:r>
              <a:rPr lang="en-US" spc="-10" dirty="0"/>
              <a:t>DENCLUE</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D432CDD-849D-49F1-9ACE-F39CEA96377E}"/>
                  </a:ext>
                </a:extLst>
              </p:cNvPr>
              <p:cNvSpPr>
                <a:spLocks noGrp="1"/>
              </p:cNvSpPr>
              <p:nvPr>
                <p:ph idx="1"/>
              </p:nvPr>
            </p:nvSpPr>
            <p:spPr/>
            <p:txBody>
              <a:bodyPr/>
              <a:lstStyle/>
              <a:p>
                <a:r>
                  <a:rPr lang="en-US" dirty="0"/>
                  <a:t>Một </a:t>
                </a:r>
                <a:r>
                  <a:rPr lang="en-US" dirty="0" err="1"/>
                  <a:t>số</a:t>
                </a:r>
                <a:r>
                  <a:rPr lang="en-US" dirty="0"/>
                  <a:t> </a:t>
                </a:r>
                <a:r>
                  <a:rPr lang="en-US" dirty="0" err="1"/>
                  <a:t>hàm</a:t>
                </a:r>
                <a:r>
                  <a:rPr lang="en-US" dirty="0"/>
                  <a:t> </a:t>
                </a:r>
                <a:r>
                  <a:rPr lang="en-US" dirty="0" err="1"/>
                  <a:t>ảnh</a:t>
                </a:r>
                <a:r>
                  <a:rPr lang="en-US" dirty="0"/>
                  <a:t> h</a:t>
                </a:r>
                <a:r>
                  <a:rPr lang="vi-VN" dirty="0"/>
                  <a:t>ư</a:t>
                </a:r>
                <a:r>
                  <a:rPr lang="en-US" dirty="0" err="1"/>
                  <a:t>ởng</a:t>
                </a:r>
                <a:r>
                  <a:rPr lang="en-US" dirty="0"/>
                  <a:t>:</a:t>
                </a:r>
              </a:p>
              <a:p>
                <a:r>
                  <a:rPr lang="en-US" dirty="0" err="1"/>
                  <a:t>Dạng</a:t>
                </a:r>
                <a:r>
                  <a:rPr lang="en-US" dirty="0"/>
                  <a:t> song </a:t>
                </a:r>
                <a:r>
                  <a:rPr lang="en-US" dirty="0" err="1"/>
                  <a:t>ngang</a:t>
                </a:r>
                <a:r>
                  <a:rPr lang="en-US" dirty="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𝑠𝑞𝑢𝑎𝑟𝑒</m:t>
                        </m:r>
                      </m:sub>
                    </m:sSub>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r>
                              <a:rPr lang="en-US" b="0" i="1" smtClean="0">
                                <a:latin typeface="Cambria Math" panose="02040503050406030204" pitchFamily="18" charset="0"/>
                              </a:rPr>
                              <m:t>0 </m:t>
                            </m:r>
                            <m:r>
                              <a:rPr lang="en-US" b="0" i="1" smtClean="0">
                                <a:latin typeface="Cambria Math" panose="02040503050406030204" pitchFamily="18" charset="0"/>
                              </a:rPr>
                              <m:t>𝑖𝑓</m:t>
                            </m:r>
                            <m:r>
                              <a:rPr lang="en-US" b="0" i="1" smtClean="0">
                                <a:latin typeface="Cambria Math" panose="02040503050406030204" pitchFamily="18" charset="0"/>
                              </a:rPr>
                              <m:t> </m:t>
                            </m:r>
                            <m:r>
                              <a:rPr lang="en-US" b="0" i="1" smtClean="0">
                                <a:latin typeface="Cambria Math" panose="02040503050406030204" pitchFamily="18" charset="0"/>
                              </a:rPr>
                              <m:t>𝑑</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&gt;</m:t>
                            </m:r>
                            <m:r>
                              <a:rPr lang="en-US" b="0" i="1" smtClean="0">
                                <a:latin typeface="Cambria Math" panose="02040503050406030204" pitchFamily="18" charset="0"/>
                                <a:ea typeface="Cambria Math" panose="02040503050406030204" pitchFamily="18" charset="0"/>
                              </a:rPr>
                              <m:t>𝛿</m:t>
                            </m:r>
                          </m:e>
                          <m:e>
                            <m:r>
                              <a:rPr lang="en-US" b="0" i="1" smtClean="0">
                                <a:latin typeface="Cambria Math" panose="02040503050406030204" pitchFamily="18" charset="0"/>
                              </a:rPr>
                              <m:t>1 </m:t>
                            </m:r>
                            <m:r>
                              <a:rPr lang="en-US" i="1">
                                <a:latin typeface="Cambria Math" panose="02040503050406030204" pitchFamily="18" charset="0"/>
                              </a:rPr>
                              <m:t>𝑖𝑓</m:t>
                            </m:r>
                            <m:r>
                              <a:rPr lang="en-US" i="1">
                                <a:latin typeface="Cambria Math" panose="02040503050406030204" pitchFamily="18" charset="0"/>
                              </a:rPr>
                              <m:t> </m:t>
                            </m:r>
                            <m:r>
                              <a:rPr lang="en-US" i="1">
                                <a:latin typeface="Cambria Math" panose="02040503050406030204" pitchFamily="18" charset="0"/>
                              </a:rPr>
                              <m:t>𝑑</m:t>
                            </m:r>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𝑦</m:t>
                                </m:r>
                              </m:e>
                            </m:d>
                            <m:r>
                              <a:rPr lang="en-US"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𝛿</m:t>
                            </m:r>
                          </m:e>
                        </m:eqArr>
                      </m:e>
                    </m:d>
                  </m:oMath>
                </a14:m>
                <a:endParaRPr lang="en-US" dirty="0"/>
              </a:p>
              <a:p>
                <a:r>
                  <a:rPr lang="en-US" dirty="0"/>
                  <a:t>Gaussian: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𝑠𝑞𝑢𝑎𝑟𝑒</m:t>
                        </m:r>
                      </m:sub>
                    </m:sSub>
                    <m:r>
                      <a:rPr lang="en-US" i="1">
                        <a:latin typeface="Cambria Math" panose="02040503050406030204" pitchFamily="18" charset="0"/>
                      </a:rPr>
                      <m:t>=</m:t>
                    </m:r>
                    <m:sSup>
                      <m:sSupPr>
                        <m:ctrlPr>
                          <a:rPr lang="en-US" i="1" smtClean="0">
                            <a:latin typeface="Cambria Math" panose="02040503050406030204" pitchFamily="18" charset="0"/>
                          </a:rPr>
                        </m:ctrlPr>
                      </m:sSupPr>
                      <m:e>
                        <m:r>
                          <a:rPr lang="en-US" b="0" i="1" smtClean="0">
                            <a:latin typeface="Cambria Math" panose="02040503050406030204" pitchFamily="18" charset="0"/>
                          </a:rPr>
                          <m:t>𝑒</m:t>
                        </m:r>
                      </m:e>
                      <m:sup>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𝑑</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𝑦</m:t>
                                </m:r>
                                <m:r>
                                  <a:rPr lang="en-US" i="1">
                                    <a:latin typeface="Cambria Math" panose="02040503050406030204" pitchFamily="18" charset="0"/>
                                  </a:rPr>
                                  <m:t>)</m:t>
                                </m:r>
                              </m:e>
                              <m:sup>
                                <m:r>
                                  <a:rPr lang="en-US" i="1">
                                    <a:latin typeface="Cambria Math" panose="02040503050406030204" pitchFamily="18" charset="0"/>
                                  </a:rPr>
                                  <m:t>2</m:t>
                                </m:r>
                              </m:sup>
                            </m:sSup>
                          </m:num>
                          <m:den>
                            <m:r>
                              <a:rPr lang="en-US" i="1">
                                <a:latin typeface="Cambria Math" panose="02040503050406030204" pitchFamily="18" charset="0"/>
                              </a:rPr>
                              <m:t>2</m:t>
                            </m:r>
                            <m:sSup>
                              <m:sSupPr>
                                <m:ctrlPr>
                                  <a:rPr lang="en-US" i="1">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𝛿</m:t>
                                </m:r>
                              </m:e>
                              <m:sup>
                                <m:r>
                                  <a:rPr lang="en-US" i="1">
                                    <a:latin typeface="Cambria Math" panose="02040503050406030204" pitchFamily="18" charset="0"/>
                                  </a:rPr>
                                  <m:t>2</m:t>
                                </m:r>
                              </m:sup>
                            </m:sSup>
                          </m:den>
                        </m:f>
                      </m:sup>
                    </m:sSup>
                  </m:oMath>
                </a14:m>
                <a:endParaRPr lang="en-US" dirty="0"/>
              </a:p>
              <a:p>
                <a:r>
                  <a:rPr lang="en-US" dirty="0" err="1"/>
                  <a:t>Hàm</a:t>
                </a:r>
                <a:r>
                  <a:rPr lang="en-US" dirty="0"/>
                  <a:t> </a:t>
                </a:r>
                <a:r>
                  <a:rPr lang="en-US" dirty="0" err="1"/>
                  <a:t>mật</a:t>
                </a:r>
                <a:r>
                  <a:rPr lang="en-US" dirty="0"/>
                  <a:t> </a:t>
                </a:r>
                <a:r>
                  <a:rPr lang="en-US" dirty="0" err="1"/>
                  <a:t>độ</a:t>
                </a:r>
                <a:r>
                  <a:rPr lang="en-US" dirty="0"/>
                  <a:t> </a:t>
                </a:r>
                <a:r>
                  <a:rPr lang="en-US" dirty="0" err="1"/>
                  <a:t>tại</a:t>
                </a:r>
                <a:r>
                  <a:rPr lang="en-US" dirty="0"/>
                  <a:t> </a:t>
                </a:r>
                <a:r>
                  <a:rPr lang="en-US" dirty="0" err="1"/>
                  <a:t>điểm</a:t>
                </a:r>
                <a:r>
                  <a:rPr lang="en-US" dirty="0"/>
                  <a:t>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 ∈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𝐹</m:t>
                        </m:r>
                      </m:e>
                      <m:sup>
                        <m:r>
                          <a:rPr lang="en-US" b="0" i="1" smtClean="0">
                            <a:latin typeface="Cambria Math" panose="02040503050406030204" pitchFamily="18" charset="0"/>
                            <a:ea typeface="Cambria Math" panose="02040503050406030204" pitchFamily="18" charset="0"/>
                          </a:rPr>
                          <m:t>𝑑</m:t>
                        </m:r>
                      </m:sup>
                    </m:sSup>
                  </m:oMath>
                </a14:m>
                <a:r>
                  <a:rPr lang="en-US" dirty="0"/>
                  <a:t> </a:t>
                </a:r>
                <a:r>
                  <a:rPr lang="en-US" dirty="0" err="1"/>
                  <a:t>được</a:t>
                </a:r>
                <a:r>
                  <a:rPr lang="en-US" dirty="0"/>
                  <a:t> </a:t>
                </a:r>
                <a:r>
                  <a:rPr lang="en-US" dirty="0" err="1"/>
                  <a:t>định</a:t>
                </a:r>
                <a:r>
                  <a:rPr lang="en-US" dirty="0"/>
                  <a:t> </a:t>
                </a:r>
                <a:r>
                  <a:rPr lang="en-US" dirty="0" err="1"/>
                  <a:t>nghĩa</a:t>
                </a:r>
                <a:r>
                  <a:rPr lang="en-US" dirty="0"/>
                  <a:t>:</a:t>
                </a:r>
              </a:p>
              <a:p>
                <a14:m>
                  <m:oMath xmlns:m="http://schemas.openxmlformats.org/officeDocument/2006/math">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𝐹</m:t>
                        </m:r>
                      </m:e>
                      <m:sub>
                        <m:r>
                          <a:rPr lang="en-US" b="0" i="1" smtClean="0">
                            <a:latin typeface="Cambria Math" panose="02040503050406030204" pitchFamily="18" charset="0"/>
                          </a:rPr>
                          <m:t>𝐵</m:t>
                        </m:r>
                      </m:sub>
                      <m:sup>
                        <m:r>
                          <a:rPr lang="en-US" b="0" i="1" smtClean="0">
                            <a:latin typeface="Cambria Math" panose="02040503050406030204" pitchFamily="18" charset="0"/>
                          </a:rPr>
                          <m:t>𝐷</m:t>
                        </m:r>
                      </m:sup>
                    </m:sSubSup>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m:t>
                        </m:r>
                        <m:r>
                          <m:rPr>
                            <m:brk m:alnAt="23"/>
                          </m:rPr>
                          <a:rPr lang="en-US" b="0" i="1" smtClean="0">
                            <a:latin typeface="Cambria Math" panose="02040503050406030204" pitchFamily="18" charset="0"/>
                          </a:rPr>
                          <m:t>1</m:t>
                        </m:r>
                      </m:sub>
                      <m:sup>
                        <m:r>
                          <a:rPr lang="en-US" b="0" i="1" smtClean="0">
                            <a:latin typeface="Cambria Math" panose="02040503050406030204" pitchFamily="18" charset="0"/>
                          </a:rPr>
                          <m:t>𝑛</m:t>
                        </m:r>
                      </m:sup>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𝐹</m:t>
                            </m:r>
                          </m:e>
                          <m:sub>
                            <m:r>
                              <a:rPr lang="en-US" b="0" i="1" smtClean="0">
                                <a:latin typeface="Cambria Math" panose="02040503050406030204" pitchFamily="18" charset="0"/>
                              </a:rPr>
                              <m:t>𝐵</m:t>
                            </m:r>
                          </m:sub>
                          <m:sup>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𝑖</m:t>
                                </m:r>
                              </m:e>
                            </m:d>
                          </m:sup>
                        </m:sSubSup>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e>
                    </m:nary>
                  </m:oMath>
                </a14:m>
                <a:endParaRPr lang="en-US" dirty="0"/>
              </a:p>
              <a:p>
                <a:r>
                  <a:rPr lang="en-US" dirty="0" err="1"/>
                  <a:t>Hàm</a:t>
                </a:r>
                <a:r>
                  <a:rPr lang="en-US" dirty="0"/>
                  <a:t> </a:t>
                </a:r>
                <a:r>
                  <a:rPr lang="en-US" dirty="0" err="1"/>
                  <a:t>mật</a:t>
                </a:r>
                <a:r>
                  <a:rPr lang="en-US" dirty="0"/>
                  <a:t> </a:t>
                </a:r>
                <a:r>
                  <a:rPr lang="en-US" dirty="0" err="1"/>
                  <a:t>độ</a:t>
                </a:r>
                <a:r>
                  <a:rPr lang="en-US" dirty="0"/>
                  <a:t> </a:t>
                </a:r>
                <a:r>
                  <a:rPr lang="en-US" dirty="0" err="1"/>
                  <a:t>dự</a:t>
                </a:r>
                <a:r>
                  <a:rPr lang="en-US" dirty="0"/>
                  <a:t> </a:t>
                </a:r>
                <a:r>
                  <a:rPr lang="en-US" dirty="0" err="1"/>
                  <a:t>trên</a:t>
                </a:r>
                <a:r>
                  <a:rPr lang="en-US" dirty="0"/>
                  <a:t> </a:t>
                </a:r>
                <a:r>
                  <a:rPr lang="en-US" dirty="0" err="1"/>
                  <a:t>hàm</a:t>
                </a:r>
                <a:r>
                  <a:rPr lang="en-US" dirty="0"/>
                  <a:t> </a:t>
                </a:r>
                <a:r>
                  <a:rPr lang="en-US" dirty="0" err="1"/>
                  <a:t>ảnh</a:t>
                </a:r>
                <a:r>
                  <a:rPr lang="en-US" dirty="0"/>
                  <a:t> h</a:t>
                </a:r>
                <a:r>
                  <a:rPr lang="vi-VN" dirty="0"/>
                  <a:t>ư</a:t>
                </a:r>
                <a:r>
                  <a:rPr lang="en-US" dirty="0" err="1"/>
                  <a:t>ởng</a:t>
                </a:r>
                <a:r>
                  <a:rPr lang="en-US" dirty="0"/>
                  <a:t> Gaussian:</a:t>
                </a:r>
              </a:p>
              <a:p>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𝐹</m:t>
                        </m:r>
                      </m:e>
                      <m:sub>
                        <m:r>
                          <a:rPr lang="en-US" b="0" i="1" smtClean="0">
                            <a:latin typeface="Cambria Math" panose="02040503050406030204" pitchFamily="18" charset="0"/>
                          </a:rPr>
                          <m:t>𝐺𝑎𝑢𝑠𝑠</m:t>
                        </m:r>
                      </m:sub>
                      <m:sup>
                        <m:r>
                          <a:rPr lang="en-US" i="1">
                            <a:latin typeface="Cambria Math" panose="02040503050406030204" pitchFamily="18" charset="0"/>
                          </a:rPr>
                          <m:t>𝐷</m:t>
                        </m:r>
                      </m:sup>
                    </m:sSubSup>
                    <m:r>
                      <a:rPr lang="en-US" i="1">
                        <a:latin typeface="Cambria Math" panose="02040503050406030204" pitchFamily="18" charset="0"/>
                      </a:rPr>
                      <m:t>(</m:t>
                    </m:r>
                    <m:r>
                      <a:rPr lang="en-US" b="0" i="1" smtClean="0">
                        <a:latin typeface="Cambria Math" panose="02040503050406030204" pitchFamily="18" charset="0"/>
                      </a:rPr>
                      <m:t>𝑑</m:t>
                    </m:r>
                    <m:r>
                      <a:rPr lang="en-US" i="1">
                        <a:latin typeface="Cambria Math" panose="02040503050406030204" pitchFamily="18" charset="0"/>
                      </a:rPr>
                      <m:t>)=</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m:t>
                        </m:r>
                        <m:r>
                          <m:rPr>
                            <m:brk m:alnAt="23"/>
                          </m:rPr>
                          <a:rPr lang="en-US" i="1">
                            <a:latin typeface="Cambria Math" panose="02040503050406030204" pitchFamily="18" charset="0"/>
                          </a:rPr>
                          <m:t>1</m:t>
                        </m:r>
                      </m:sub>
                      <m:sup>
                        <m:r>
                          <a:rPr lang="en-US" i="1">
                            <a:latin typeface="Cambria Math" panose="02040503050406030204" pitchFamily="18" charset="0"/>
                          </a:rPr>
                          <m:t>𝑛</m:t>
                        </m:r>
                      </m:sup>
                      <m:e>
                        <m:sSup>
                          <m:sSupPr>
                            <m:ctrlPr>
                              <a:rPr lang="en-US" i="1">
                                <a:latin typeface="Cambria Math" panose="02040503050406030204" pitchFamily="18" charset="0"/>
                              </a:rPr>
                            </m:ctrlPr>
                          </m:sSupPr>
                          <m:e>
                            <m:r>
                              <a:rPr lang="en-US" i="1">
                                <a:latin typeface="Cambria Math" panose="02040503050406030204" pitchFamily="18" charset="0"/>
                              </a:rPr>
                              <m:t>𝑒</m:t>
                            </m:r>
                          </m:e>
                          <m:sup>
                            <m:f>
                              <m:fPr>
                                <m:ctrlPr>
                                  <a:rPr lang="en-US" i="1">
                                    <a:latin typeface="Cambria Math" panose="02040503050406030204" pitchFamily="18" charset="0"/>
                                  </a:rPr>
                                </m:ctrlPr>
                              </m:fPr>
                              <m:num>
                                <m:sSup>
                                  <m:sSupPr>
                                    <m:ctrlPr>
                                      <a:rPr lang="en-US" i="1" smtClean="0">
                                        <a:latin typeface="Cambria Math" panose="02040503050406030204" pitchFamily="18" charset="0"/>
                                      </a:rPr>
                                    </m:ctrlPr>
                                  </m:sSupPr>
                                  <m:e>
                                    <m:r>
                                      <a:rPr lang="en-US" i="1">
                                        <a:latin typeface="Cambria Math" panose="02040503050406030204" pitchFamily="18" charset="0"/>
                                      </a:rPr>
                                      <m:t>𝑑</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 </m:t>
                                    </m:r>
                                    <m:r>
                                      <a:rPr lang="en-US" i="1">
                                        <a:latin typeface="Cambria Math" panose="02040503050406030204" pitchFamily="18" charset="0"/>
                                      </a:rPr>
                                      <m:t>)</m:t>
                                    </m:r>
                                  </m:e>
                                  <m:sup>
                                    <m:r>
                                      <a:rPr lang="en-US" i="1">
                                        <a:latin typeface="Cambria Math" panose="02040503050406030204" pitchFamily="18" charset="0"/>
                                      </a:rPr>
                                      <m:t>2</m:t>
                                    </m:r>
                                  </m:sup>
                                </m:sSup>
                              </m:num>
                              <m:den>
                                <m:r>
                                  <a:rPr lang="en-US" i="1">
                                    <a:latin typeface="Cambria Math" panose="02040503050406030204" pitchFamily="18" charset="0"/>
                                  </a:rPr>
                                  <m:t>2</m:t>
                                </m:r>
                                <m:sSup>
                                  <m:sSupPr>
                                    <m:ctrlPr>
                                      <a:rPr lang="en-US" i="1">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𝜎</m:t>
                                    </m:r>
                                  </m:e>
                                  <m:sup>
                                    <m:r>
                                      <a:rPr lang="en-US" i="1">
                                        <a:latin typeface="Cambria Math" panose="02040503050406030204" pitchFamily="18" charset="0"/>
                                      </a:rPr>
                                      <m:t>2</m:t>
                                    </m:r>
                                  </m:sup>
                                </m:sSup>
                              </m:den>
                            </m:f>
                          </m:sup>
                        </m:sSup>
                      </m:e>
                    </m:nary>
                  </m:oMath>
                </a14:m>
                <a:endParaRPr lang="en-US" dirty="0"/>
              </a:p>
            </p:txBody>
          </p:sp>
        </mc:Choice>
        <mc:Fallback xmlns="">
          <p:sp>
            <p:nvSpPr>
              <p:cNvPr id="3" name="Content Placeholder 2">
                <a:extLst>
                  <a:ext uri="{FF2B5EF4-FFF2-40B4-BE49-F238E27FC236}">
                    <a16:creationId xmlns:a16="http://schemas.microsoft.com/office/drawing/2014/main" id="{8D432CDD-849D-49F1-9ACE-F39CEA96377E}"/>
                  </a:ext>
                </a:extLst>
              </p:cNvPr>
              <p:cNvSpPr>
                <a:spLocks noGrp="1" noRot="1" noChangeAspect="1" noMove="1" noResize="1" noEditPoints="1" noAdjustHandles="1" noChangeArrowheads="1" noChangeShapeType="1" noTextEdit="1"/>
              </p:cNvSpPr>
              <p:nvPr>
                <p:ph idx="1"/>
              </p:nvPr>
            </p:nvSpPr>
            <p:spPr>
              <a:blipFill>
                <a:blip r:embed="rId2"/>
                <a:stretch>
                  <a:fillRect l="-773" t="-1821"/>
                </a:stretch>
              </a:blipFill>
            </p:spPr>
            <p:txBody>
              <a:bodyPr/>
              <a:lstStyle/>
              <a:p>
                <a:r>
                  <a:rPr lang="en-US">
                    <a:noFill/>
                  </a:rPr>
                  <a:t> </a:t>
                </a:r>
              </a:p>
            </p:txBody>
          </p:sp>
        </mc:Fallback>
      </mc:AlternateContent>
    </p:spTree>
    <p:extLst>
      <p:ext uri="{BB962C8B-B14F-4D97-AF65-F5344CB8AC3E}">
        <p14:creationId xmlns:p14="http://schemas.microsoft.com/office/powerpoint/2010/main" val="2202437713"/>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63DFF-52DC-48C5-8769-73472203F20C}"/>
              </a:ext>
            </a:extLst>
          </p:cNvPr>
          <p:cNvSpPr>
            <a:spLocks noGrp="1"/>
          </p:cNvSpPr>
          <p:nvPr>
            <p:ph type="title"/>
          </p:nvPr>
        </p:nvSpPr>
        <p:spPr/>
        <p:txBody>
          <a:bodyPr/>
          <a:lstStyle/>
          <a:p>
            <a:r>
              <a:rPr lang="en-US" spc="-10" dirty="0"/>
              <a:t>DENCLUE</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A4F6F08-891E-453E-9D41-40819089B216}"/>
                  </a:ext>
                </a:extLst>
              </p:cNvPr>
              <p:cNvSpPr>
                <a:spLocks noGrp="1"/>
              </p:cNvSpPr>
              <p:nvPr>
                <p:ph idx="1"/>
              </p:nvPr>
            </p:nvSpPr>
            <p:spPr/>
            <p:txBody>
              <a:bodyPr>
                <a:normAutofit/>
              </a:bodyPr>
              <a:lstStyle/>
              <a:p>
                <a:r>
                  <a:rPr lang="en-US" dirty="0"/>
                  <a:t>Gradient </a:t>
                </a:r>
                <a:r>
                  <a:rPr lang="en-US" dirty="0" err="1"/>
                  <a:t>của</a:t>
                </a:r>
                <a:r>
                  <a:rPr lang="en-US" dirty="0"/>
                  <a:t> </a:t>
                </a:r>
                <a:r>
                  <a:rPr lang="en-US" dirty="0" err="1"/>
                  <a:t>hàm</a:t>
                </a:r>
                <a:r>
                  <a:rPr lang="en-US" dirty="0"/>
                  <a:t> </a:t>
                </a:r>
                <a:r>
                  <a:rPr lang="en-US" dirty="0" err="1"/>
                  <a:t>mật</a:t>
                </a:r>
                <a:r>
                  <a:rPr lang="en-US" dirty="0"/>
                  <a:t> </a:t>
                </a:r>
                <a:r>
                  <a:rPr lang="en-US" dirty="0" err="1"/>
                  <a:t>độ</a:t>
                </a:r>
                <a:r>
                  <a:rPr lang="en-US" dirty="0"/>
                  <a:t>:</a:t>
                </a:r>
              </a:p>
              <a:p>
                <a:pPr marL="0" indent="0">
                  <a:buNone/>
                </a:pPr>
                <a14:m>
                  <m:oMathPara xmlns:m="http://schemas.openxmlformats.org/officeDocument/2006/math">
                    <m:oMathParaPr>
                      <m:jc m:val="centerGroup"/>
                    </m:oMathParaPr>
                    <m:oMath xmlns:m="http://schemas.openxmlformats.org/officeDocument/2006/math">
                      <m:r>
                        <m:rPr>
                          <m:sty m:val="p"/>
                        </m:rPr>
                        <a:rPr lang="en-US" i="1" smtClean="0">
                          <a:latin typeface="Cambria Math" panose="02040503050406030204" pitchFamily="18" charset="0"/>
                          <a:ea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𝐹</m:t>
                          </m:r>
                        </m:e>
                        <m:sub>
                          <m:r>
                            <a:rPr lang="en-US" i="1">
                              <a:latin typeface="Cambria Math" panose="02040503050406030204" pitchFamily="18" charset="0"/>
                            </a:rPr>
                            <m:t>𝐵</m:t>
                          </m:r>
                        </m:sub>
                        <m:sup>
                          <m:r>
                            <a:rPr lang="en-US" i="1">
                              <a:latin typeface="Cambria Math" panose="02040503050406030204" pitchFamily="18" charset="0"/>
                            </a:rPr>
                            <m:t>𝐷</m:t>
                          </m:r>
                        </m:sup>
                      </m:sSubSup>
                      <m:d>
                        <m:dPr>
                          <m:ctrlPr>
                            <a:rPr lang="en-US" i="1">
                              <a:latin typeface="Cambria Math" panose="02040503050406030204" pitchFamily="18" charset="0"/>
                            </a:rPr>
                          </m:ctrlPr>
                        </m:dPr>
                        <m:e>
                          <m:r>
                            <a:rPr lang="en-US" b="0" i="1" smtClean="0">
                              <a:latin typeface="Cambria Math" panose="02040503050406030204" pitchFamily="18" charset="0"/>
                            </a:rPr>
                            <m:t>𝑥</m:t>
                          </m:r>
                        </m:e>
                      </m:d>
                      <m:r>
                        <a:rPr lang="en-US" i="1">
                          <a:latin typeface="Cambria Math" panose="02040503050406030204" pitchFamily="18" charset="0"/>
                        </a:rPr>
                        <m:t>=</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1</m:t>
                          </m:r>
                        </m:sub>
                        <m:sup>
                          <m:r>
                            <a:rPr lang="en-US" i="1">
                              <a:latin typeface="Cambria Math" panose="02040503050406030204" pitchFamily="18" charset="0"/>
                            </a:rPr>
                            <m:t>𝑛</m:t>
                          </m:r>
                        </m:sup>
                        <m:e>
                          <m:sSubSup>
                            <m:sSubSupPr>
                              <m:ctrlPr>
                                <a:rPr lang="en-US" i="1">
                                  <a:latin typeface="Cambria Math" panose="02040503050406030204" pitchFamily="18" charset="0"/>
                                </a:rPr>
                              </m:ctrlPr>
                            </m:sSubSupPr>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𝑥</m:t>
                                  </m:r>
                                </m:e>
                              </m:d>
                              <m:r>
                                <a:rPr lang="en-US" b="0" i="1" smtClean="0">
                                  <a:latin typeface="Cambria Math" panose="02040503050406030204" pitchFamily="18" charset="0"/>
                                </a:rPr>
                                <m:t> </m:t>
                              </m:r>
                              <m:r>
                                <a:rPr lang="en-US" i="1">
                                  <a:latin typeface="Cambria Math" panose="02040503050406030204" pitchFamily="18" charset="0"/>
                                </a:rPr>
                                <m:t>𝐹</m:t>
                              </m:r>
                            </m:e>
                            <m:sub>
                              <m:r>
                                <a:rPr lang="en-US" i="1">
                                  <a:latin typeface="Cambria Math" panose="02040503050406030204" pitchFamily="18" charset="0"/>
                                </a:rPr>
                                <m:t>𝐵</m:t>
                              </m:r>
                            </m:sub>
                            <m:sup>
                              <m:r>
                                <a:rPr lang="en-US" i="1">
                                  <a:latin typeface="Cambria Math" panose="02040503050406030204" pitchFamily="18" charset="0"/>
                                </a:rPr>
                                <m:t>𝑥</m:t>
                              </m:r>
                              <m:d>
                                <m:dPr>
                                  <m:ctrlPr>
                                    <a:rPr lang="en-US" i="1">
                                      <a:latin typeface="Cambria Math" panose="02040503050406030204" pitchFamily="18" charset="0"/>
                                    </a:rPr>
                                  </m:ctrlPr>
                                </m:dPr>
                                <m:e>
                                  <m:r>
                                    <a:rPr lang="en-US" i="1">
                                      <a:latin typeface="Cambria Math" panose="02040503050406030204" pitchFamily="18" charset="0"/>
                                    </a:rPr>
                                    <m:t>𝑖</m:t>
                                  </m:r>
                                </m:e>
                              </m:d>
                            </m:sup>
                          </m:sSubSup>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e>
                      </m:nary>
                    </m:oMath>
                  </m:oMathPara>
                </a14:m>
                <a:endParaRPr lang="en-US" dirty="0"/>
              </a:p>
              <a:p>
                <a:pPr marL="0" indent="0">
                  <a:buNone/>
                </a:pPr>
                <a14:m>
                  <m:oMathPara xmlns:m="http://schemas.openxmlformats.org/officeDocument/2006/math">
                    <m:oMathParaPr>
                      <m:jc m:val="centerGroup"/>
                    </m:oMathParaPr>
                    <m:oMath xmlns:m="http://schemas.openxmlformats.org/officeDocument/2006/math">
                      <m:r>
                        <m:rPr>
                          <m:sty m:val="p"/>
                        </m:rPr>
                        <a:rPr lang="en-US" i="1">
                          <a:latin typeface="Cambria Math" panose="02040503050406030204" pitchFamily="18" charset="0"/>
                          <a:ea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𝐹</m:t>
                          </m:r>
                        </m:e>
                        <m:sub>
                          <m:r>
                            <a:rPr lang="en-US" b="0" i="1" smtClean="0">
                              <a:latin typeface="Cambria Math" panose="02040503050406030204" pitchFamily="18" charset="0"/>
                            </a:rPr>
                            <m:t>𝐺𝑎𝑢𝑠𝑠</m:t>
                          </m:r>
                        </m:sub>
                        <m:sup>
                          <m:r>
                            <a:rPr lang="en-US" i="1">
                              <a:latin typeface="Cambria Math" panose="02040503050406030204" pitchFamily="18" charset="0"/>
                            </a:rPr>
                            <m:t>𝐷</m:t>
                          </m:r>
                        </m:sup>
                      </m:sSubSup>
                      <m:d>
                        <m:dPr>
                          <m:ctrlPr>
                            <a:rPr lang="en-US" i="1">
                              <a:latin typeface="Cambria Math" panose="02040503050406030204" pitchFamily="18" charset="0"/>
                            </a:rPr>
                          </m:ctrlPr>
                        </m:dPr>
                        <m:e>
                          <m:r>
                            <a:rPr lang="en-US" i="1">
                              <a:latin typeface="Cambria Math" panose="02040503050406030204" pitchFamily="18" charset="0"/>
                            </a:rPr>
                            <m:t>𝑥</m:t>
                          </m:r>
                        </m:e>
                      </m:d>
                      <m:r>
                        <a:rPr lang="en-US" i="1">
                          <a:latin typeface="Cambria Math" panose="02040503050406030204" pitchFamily="18" charset="0"/>
                        </a:rPr>
                        <m:t>=</m:t>
                      </m:r>
                      <m:nary>
                        <m:naryPr>
                          <m:chr m:val="∑"/>
                          <m:ctrlPr>
                            <a:rPr lang="en-US" i="1" smtClean="0">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1</m:t>
                          </m:r>
                        </m:sub>
                        <m:sup>
                          <m:r>
                            <a:rPr lang="en-US" i="1">
                              <a:latin typeface="Cambria Math" panose="02040503050406030204" pitchFamily="18" charset="0"/>
                            </a:rPr>
                            <m:t>𝑛</m:t>
                          </m:r>
                        </m:sup>
                        <m:e>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r>
                                    <a:rPr lang="en-US" i="1">
                                      <a:latin typeface="Cambria Math" panose="02040503050406030204" pitchFamily="18" charset="0"/>
                                    </a:rPr>
                                    <m:t>−</m:t>
                                  </m:r>
                                  <m:r>
                                    <a:rPr lang="en-US" i="1">
                                      <a:latin typeface="Cambria Math" panose="02040503050406030204" pitchFamily="18" charset="0"/>
                                    </a:rPr>
                                    <m:t>𝑥</m:t>
                                  </m:r>
                                </m:e>
                              </m:d>
                              <m:r>
                                <a:rPr lang="en-US" b="0" i="1" smtClean="0">
                                  <a:latin typeface="Cambria Math" panose="02040503050406030204" pitchFamily="18" charset="0"/>
                                </a:rPr>
                                <m:t> </m:t>
                              </m:r>
                              <m:r>
                                <a:rPr lang="en-US" i="1">
                                  <a:latin typeface="Cambria Math" panose="02040503050406030204" pitchFamily="18" charset="0"/>
                                </a:rPr>
                                <m:t>𝑒</m:t>
                              </m:r>
                            </m:e>
                            <m:sup>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𝑑</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r>
                                        <a:rPr lang="en-US" i="1">
                                          <a:latin typeface="Cambria Math" panose="02040503050406030204" pitchFamily="18" charset="0"/>
                                        </a:rPr>
                                        <m:t> )</m:t>
                                      </m:r>
                                    </m:e>
                                    <m:sup>
                                      <m:r>
                                        <a:rPr lang="en-US" i="1">
                                          <a:latin typeface="Cambria Math" panose="02040503050406030204" pitchFamily="18" charset="0"/>
                                        </a:rPr>
                                        <m:t>2</m:t>
                                      </m:r>
                                    </m:sup>
                                  </m:sSup>
                                </m:num>
                                <m:den>
                                  <m:r>
                                    <a:rPr lang="en-US" i="1">
                                      <a:latin typeface="Cambria Math" panose="02040503050406030204" pitchFamily="18" charset="0"/>
                                    </a:rPr>
                                    <m:t>2</m:t>
                                  </m:r>
                                  <m:sSup>
                                    <m:sSupPr>
                                      <m:ctrlPr>
                                        <a:rPr lang="en-US" i="1">
                                          <a:latin typeface="Cambria Math" panose="02040503050406030204" pitchFamily="18" charset="0"/>
                                        </a:rPr>
                                      </m:ctrlPr>
                                    </m:sSupPr>
                                    <m:e>
                                      <m:r>
                                        <a:rPr lang="en-US" i="1" smtClean="0">
                                          <a:latin typeface="Cambria Math" panose="02040503050406030204" pitchFamily="18" charset="0"/>
                                          <a:ea typeface="Cambria Math" panose="02040503050406030204" pitchFamily="18" charset="0"/>
                                        </a:rPr>
                                        <m:t>𝜎</m:t>
                                      </m:r>
                                    </m:e>
                                    <m:sup>
                                      <m:r>
                                        <a:rPr lang="en-US" i="1">
                                          <a:latin typeface="Cambria Math" panose="02040503050406030204" pitchFamily="18" charset="0"/>
                                        </a:rPr>
                                        <m:t>2</m:t>
                                      </m:r>
                                    </m:sup>
                                  </m:sSup>
                                </m:den>
                              </m:f>
                            </m:sup>
                          </m:sSup>
                        </m:e>
                      </m:nary>
                    </m:oMath>
                  </m:oMathPara>
                </a14:m>
                <a:endParaRPr lang="en-US" dirty="0"/>
              </a:p>
              <a:p>
                <a:r>
                  <a:rPr lang="vi-VN" dirty="0"/>
                  <a:t>Điểm hấp dẫn mật độ</a:t>
                </a:r>
                <a:r>
                  <a:rPr lang="en-US" dirty="0"/>
                  <a:t> </a:t>
                </a:r>
                <a:r>
                  <a:rPr lang="vi-VN" dirty="0"/>
                  <a:t>x* ∈</a:t>
                </a:r>
                <a:r>
                  <a:rPr lang="en-US" dirty="0"/>
                  <a:t> </a:t>
                </a:r>
                <a:r>
                  <a:rPr lang="vi-VN" dirty="0"/>
                  <a:t>F</a:t>
                </a:r>
                <a:r>
                  <a:rPr lang="vi-VN" baseline="30000" dirty="0"/>
                  <a:t>d </a:t>
                </a:r>
                <a:r>
                  <a:rPr lang="vi-VN" dirty="0"/>
                  <a:t>được gọi là điểm hấp dẫn mật độ đối với một hàm ảnh hưởng nhất định, </a:t>
                </a:r>
                <a14:m>
                  <m:oMath xmlns:m="http://schemas.openxmlformats.org/officeDocument/2006/math">
                    <m:r>
                      <a:rPr lang="vi-VN"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𝑘</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r>
                      <m:rPr>
                        <m:nor/>
                      </m:rPr>
                      <a:rPr lang="en-US" dirty="0"/>
                      <m:t>d</m:t>
                    </m:r>
                    <m:r>
                      <m:rPr>
                        <m:nor/>
                      </m:rPr>
                      <a:rPr lang="en-US" dirty="0"/>
                      <m:t>(</m:t>
                    </m:r>
                    <m:r>
                      <m:rPr>
                        <m:nor/>
                      </m:rPr>
                      <a:rPr lang="vi-VN" dirty="0"/>
                      <m:t>x</m:t>
                    </m:r>
                    <m:r>
                      <m:rPr>
                        <m:nor/>
                      </m:rPr>
                      <a:rPr lang="en-US" baseline="30000" dirty="0"/>
                      <m:t>k</m:t>
                    </m:r>
                    <m:r>
                      <m:rPr>
                        <m:nor/>
                      </m:rPr>
                      <a:rPr lang="en-US" dirty="0"/>
                      <m:t>,</m:t>
                    </m:r>
                    <m:r>
                      <m:rPr>
                        <m:nor/>
                      </m:rPr>
                      <a:rPr lang="vi-VN" dirty="0"/>
                      <m:t>x</m:t>
                    </m:r>
                    <m:r>
                      <m:rPr>
                        <m:nor/>
                      </m:rPr>
                      <a:rPr lang="vi-VN" dirty="0"/>
                      <m:t>∗</m:t>
                    </m:r>
                    <m:r>
                      <m:rPr>
                        <m:nor/>
                      </m:rPr>
                      <a:rPr lang="en-US" dirty="0"/>
                      <m:t>)</m:t>
                    </m:r>
                    <m:r>
                      <a:rPr lang="en-US" i="1">
                        <a:latin typeface="Cambria Math" panose="02040503050406030204" pitchFamily="18" charset="0"/>
                        <a:ea typeface="Cambria Math" panose="02040503050406030204" pitchFamily="18" charset="0"/>
                      </a:rPr>
                      <m:t>≤</m:t>
                    </m:r>
                    <m:r>
                      <m:rPr>
                        <m:nor/>
                      </m:rPr>
                      <a:rPr lang="vi-VN" dirty="0"/>
                      <m:t> </m:t>
                    </m:r>
                    <m:r>
                      <m:rPr>
                        <m:nor/>
                      </m:rPr>
                      <a:rPr lang="el-GR" dirty="0"/>
                      <m:t>ε</m:t>
                    </m:r>
                  </m:oMath>
                </a14:m>
                <a:r>
                  <a:rPr lang="en-US" dirty="0"/>
                  <a:t> </a:t>
                </a:r>
                <a:r>
                  <a:rPr lang="vi-VN" dirty="0"/>
                  <a:t>với:</a:t>
                </a:r>
                <a:endParaRPr lang="en-US" dirty="0"/>
              </a:p>
              <a:p>
                <a:endParaRPr lang="en-US" dirty="0"/>
              </a:p>
            </p:txBody>
          </p:sp>
        </mc:Choice>
        <mc:Fallback xmlns="">
          <p:sp>
            <p:nvSpPr>
              <p:cNvPr id="3" name="Content Placeholder 2">
                <a:extLst>
                  <a:ext uri="{FF2B5EF4-FFF2-40B4-BE49-F238E27FC236}">
                    <a16:creationId xmlns:a16="http://schemas.microsoft.com/office/drawing/2014/main" id="{AA4F6F08-891E-453E-9D41-40819089B216}"/>
                  </a:ext>
                </a:extLst>
              </p:cNvPr>
              <p:cNvSpPr>
                <a:spLocks noGrp="1" noRot="1" noChangeAspect="1" noMove="1" noResize="1" noEditPoints="1" noAdjustHandles="1" noChangeArrowheads="1" noChangeShapeType="1" noTextEdit="1"/>
              </p:cNvSpPr>
              <p:nvPr>
                <p:ph idx="1"/>
              </p:nvPr>
            </p:nvSpPr>
            <p:spPr>
              <a:blipFill>
                <a:blip r:embed="rId2"/>
                <a:stretch>
                  <a:fillRect l="-773" t="-1541" r="-927"/>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4CCE7FD9-56B6-4F56-962F-9630B09B9FDD}"/>
              </a:ext>
            </a:extLst>
          </p:cNvPr>
          <p:cNvPicPr>
            <a:picLocks noChangeAspect="1"/>
          </p:cNvPicPr>
          <p:nvPr/>
        </p:nvPicPr>
        <p:blipFill>
          <a:blip r:embed="rId3"/>
          <a:stretch>
            <a:fillRect/>
          </a:stretch>
        </p:blipFill>
        <p:spPr>
          <a:xfrm>
            <a:off x="2362200" y="4648200"/>
            <a:ext cx="4026107" cy="838243"/>
          </a:xfrm>
          <a:prstGeom prst="rect">
            <a:avLst/>
          </a:prstGeom>
        </p:spPr>
      </p:pic>
    </p:spTree>
    <p:extLst>
      <p:ext uri="{BB962C8B-B14F-4D97-AF65-F5344CB8AC3E}">
        <p14:creationId xmlns:p14="http://schemas.microsoft.com/office/powerpoint/2010/main" val="1598900455"/>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0BE64-8445-4EA2-B231-26459CC233CE}"/>
              </a:ext>
            </a:extLst>
          </p:cNvPr>
          <p:cNvSpPr>
            <a:spLocks noGrp="1"/>
          </p:cNvSpPr>
          <p:nvPr>
            <p:ph type="title"/>
          </p:nvPr>
        </p:nvSpPr>
        <p:spPr/>
        <p:txBody>
          <a:bodyPr/>
          <a:lstStyle/>
          <a:p>
            <a:r>
              <a:rPr lang="en-US" spc="-10" dirty="0"/>
              <a:t>DENCLUE</a:t>
            </a:r>
            <a:endParaRPr lang="en-US" dirty="0"/>
          </a:p>
        </p:txBody>
      </p:sp>
      <p:pic>
        <p:nvPicPr>
          <p:cNvPr id="7" name="Content Placeholder 6">
            <a:extLst>
              <a:ext uri="{FF2B5EF4-FFF2-40B4-BE49-F238E27FC236}">
                <a16:creationId xmlns:a16="http://schemas.microsoft.com/office/drawing/2014/main" id="{D0C6626C-2E49-4AAC-B00D-CFF360DE4DD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457200" y="1295400"/>
            <a:ext cx="7886700" cy="242075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590F61E4-8090-4965-8B25-38E165F102C5}"/>
              </a:ext>
            </a:extLst>
          </p:cNvPr>
          <p:cNvPicPr>
            <a:picLocks noChangeAspect="1"/>
          </p:cNvPicPr>
          <p:nvPr/>
        </p:nvPicPr>
        <p:blipFill>
          <a:blip r:embed="rId3"/>
          <a:stretch>
            <a:fillRect/>
          </a:stretch>
        </p:blipFill>
        <p:spPr>
          <a:xfrm>
            <a:off x="152400" y="3696758"/>
            <a:ext cx="6388428" cy="3029106"/>
          </a:xfrm>
          <a:prstGeom prst="rect">
            <a:avLst/>
          </a:prstGeom>
        </p:spPr>
      </p:pic>
      <p:pic>
        <p:nvPicPr>
          <p:cNvPr id="9" name="Content Placeholder 3">
            <a:extLst>
              <a:ext uri="{FF2B5EF4-FFF2-40B4-BE49-F238E27FC236}">
                <a16:creationId xmlns:a16="http://schemas.microsoft.com/office/drawing/2014/main" id="{F80E1E92-A7D7-42EB-A966-196D84ACEA81}"/>
              </a:ext>
            </a:extLst>
          </p:cNvPr>
          <p:cNvPicPr>
            <a:picLocks noChangeAspect="1"/>
          </p:cNvPicPr>
          <p:nvPr/>
        </p:nvPicPr>
        <p:blipFill rotWithShape="1">
          <a:blip r:embed="rId4"/>
          <a:stretch/>
        </p:blipFill>
        <p:spPr>
          <a:xfrm>
            <a:off x="6288638" y="3718925"/>
            <a:ext cx="2680795" cy="2534864"/>
          </a:xfrm>
          <a:prstGeom prst="rect">
            <a:avLst/>
          </a:prstGeom>
        </p:spPr>
      </p:pic>
    </p:spTree>
    <p:extLst>
      <p:ext uri="{BB962C8B-B14F-4D97-AF65-F5344CB8AC3E}">
        <p14:creationId xmlns:p14="http://schemas.microsoft.com/office/powerpoint/2010/main" val="3229857128"/>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148EF-1B10-4FE1-A2B8-B19999CD574D}"/>
              </a:ext>
            </a:extLst>
          </p:cNvPr>
          <p:cNvSpPr>
            <a:spLocks noGrp="1"/>
          </p:cNvSpPr>
          <p:nvPr>
            <p:ph type="title"/>
          </p:nvPr>
        </p:nvSpPr>
        <p:spPr>
          <a:xfrm>
            <a:off x="628650" y="365126"/>
            <a:ext cx="7886700" cy="1325563"/>
          </a:xfrm>
        </p:spPr>
        <p:txBody>
          <a:bodyPr/>
          <a:lstStyle/>
          <a:p>
            <a:r>
              <a:rPr lang="en-US"/>
              <a:t>DENCLUE Algorithm</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0160B88-E0B1-41B1-AD21-A20D76612A7D}"/>
                  </a:ext>
                </a:extLst>
              </p:cNvPr>
              <p:cNvSpPr>
                <a:spLocks noGrp="1"/>
              </p:cNvSpPr>
              <p:nvPr>
                <p:ph idx="1"/>
              </p:nvPr>
            </p:nvSpPr>
            <p:spPr>
              <a:xfrm>
                <a:off x="152400" y="1295400"/>
                <a:ext cx="8991600" cy="4881563"/>
              </a:xfrm>
            </p:spPr>
            <p:txBody>
              <a:bodyPr>
                <a:noAutofit/>
              </a:bodyPr>
              <a:lstStyle/>
              <a:p>
                <a:pPr marL="0" indent="0">
                  <a:buNone/>
                </a:pPr>
                <a:r>
                  <a:rPr lang="vi-VN" sz="2000" dirty="0">
                    <a:latin typeface="Gill Sans MT"/>
                    <a:cs typeface="Gill Sans MT"/>
                  </a:rPr>
                  <a:t>Phân vùng không gian dữ liệu thành lưới d chiều: 𝜖 = </a:t>
                </a:r>
                <a:r>
                  <a:rPr lang="el-GR" sz="2000" dirty="0">
                    <a:latin typeface="Gill Sans MT"/>
                    <a:cs typeface="Gill Sans MT"/>
                  </a:rPr>
                  <a:t>σ;</a:t>
                </a:r>
                <a:endParaRPr lang="en-US" sz="2000" dirty="0">
                  <a:latin typeface="Gill Sans MT"/>
                  <a:cs typeface="Gill Sans MT"/>
                </a:endParaRPr>
              </a:p>
              <a:p>
                <a:pPr marL="0" indent="0">
                  <a:buNone/>
                </a:pPr>
                <a:r>
                  <a:rPr lang="vi-VN" sz="2000" dirty="0">
                    <a:latin typeface="Gill Sans MT"/>
                    <a:cs typeface="Gill Sans MT"/>
                  </a:rPr>
                  <a:t>Xác định các ô có mật độ cao và các ô không rỗng;</a:t>
                </a:r>
                <a:endParaRPr lang="en-US" sz="2000" dirty="0">
                  <a:latin typeface="Gill Sans MT"/>
                  <a:cs typeface="Gill Sans MT"/>
                </a:endParaRPr>
              </a:p>
              <a:p>
                <a:pPr marL="0" indent="0">
                  <a:buNone/>
                </a:pPr>
                <a:r>
                  <a:rPr lang="en-US" sz="2000" dirty="0" err="1">
                    <a:latin typeface="Gill Sans MT"/>
                    <a:cs typeface="Gill Sans MT"/>
                  </a:rPr>
                  <a:t>Định</a:t>
                </a:r>
                <a:r>
                  <a:rPr lang="en-US" sz="2000" dirty="0">
                    <a:latin typeface="Gill Sans MT"/>
                    <a:cs typeface="Gill Sans MT"/>
                  </a:rPr>
                  <a:t> </a:t>
                </a:r>
                <a:r>
                  <a:rPr lang="en-US" sz="2000" dirty="0" err="1">
                    <a:latin typeface="Gill Sans MT"/>
                    <a:cs typeface="Gill Sans MT"/>
                  </a:rPr>
                  <a:t>nghĩa</a:t>
                </a:r>
                <a:r>
                  <a:rPr lang="en-US" sz="2000" dirty="0">
                    <a:latin typeface="Gill Sans MT"/>
                    <a:cs typeface="Gill Sans MT"/>
                  </a:rPr>
                  <a:t> </a:t>
                </a:r>
                <a:r>
                  <a:rPr lang="en-US" sz="2000" dirty="0" err="1">
                    <a:latin typeface="Gill Sans MT"/>
                    <a:cs typeface="Gill Sans MT"/>
                  </a:rPr>
                  <a:t>Điểm</a:t>
                </a:r>
                <a:r>
                  <a:rPr lang="en-US" sz="2000" dirty="0">
                    <a:latin typeface="Gill Sans MT"/>
                    <a:cs typeface="Gill Sans MT"/>
                  </a:rPr>
                  <a:t> </a:t>
                </a:r>
                <a:r>
                  <a:rPr lang="en-US" sz="2000" dirty="0" err="1">
                    <a:latin typeface="Gill Sans MT"/>
                    <a:cs typeface="Gill Sans MT"/>
                  </a:rPr>
                  <a:t>thu</a:t>
                </a:r>
                <a:r>
                  <a:rPr lang="en-US" sz="2000" dirty="0">
                    <a:latin typeface="Gill Sans MT"/>
                    <a:cs typeface="Gill Sans MT"/>
                  </a:rPr>
                  <a:t> </a:t>
                </a:r>
                <a:r>
                  <a:rPr lang="en-US" sz="2000" dirty="0" err="1">
                    <a:latin typeface="Gill Sans MT"/>
                    <a:cs typeface="Gill Sans MT"/>
                  </a:rPr>
                  <a:t>hút</a:t>
                </a:r>
                <a:r>
                  <a:rPr lang="en-US" sz="2000" dirty="0">
                    <a:latin typeface="Gill Sans MT"/>
                    <a:cs typeface="Gill Sans MT"/>
                  </a:rPr>
                  <a:t> </a:t>
                </a:r>
                <a:r>
                  <a:rPr lang="en-US" sz="2000" dirty="0" err="1">
                    <a:latin typeface="Gill Sans MT"/>
                    <a:cs typeface="Gill Sans MT"/>
                  </a:rPr>
                  <a:t>mật</a:t>
                </a:r>
                <a:r>
                  <a:rPr lang="en-US" sz="2000" dirty="0">
                    <a:latin typeface="Gill Sans MT"/>
                    <a:cs typeface="Gill Sans MT"/>
                  </a:rPr>
                  <a:t> </a:t>
                </a:r>
                <a:r>
                  <a:rPr lang="en-US" sz="2000" dirty="0" err="1">
                    <a:latin typeface="Gill Sans MT"/>
                    <a:cs typeface="Gill Sans MT"/>
                  </a:rPr>
                  <a:t>độ</a:t>
                </a:r>
                <a:r>
                  <a:rPr lang="en-US" sz="2000" dirty="0">
                    <a:latin typeface="Gill Sans MT"/>
                    <a:cs typeface="Gill Sans MT"/>
                  </a:rPr>
                  <a:t> </a:t>
                </a:r>
                <a:r>
                  <a:rPr lang="en-US" sz="2200" dirty="0">
                    <a:latin typeface="Tahoma" panose="020B0604030504040204" pitchFamily="34" charset="0"/>
                    <a:ea typeface="Tahoma" panose="020B0604030504040204" pitchFamily="34" charset="0"/>
                    <a:cs typeface="Tahoma" panose="020B0604030504040204" pitchFamily="34" charset="0"/>
                  </a:rPr>
                  <a:t>C* (</a:t>
                </a:r>
                <a:r>
                  <a:rPr lang="en-US" sz="2200" dirty="0" err="1">
                    <a:latin typeface="Tahoma" panose="020B0604030504040204" pitchFamily="34" charset="0"/>
                    <a:ea typeface="Tahoma" panose="020B0604030504040204" pitchFamily="34" charset="0"/>
                    <a:cs typeface="Tahoma" panose="020B0604030504040204" pitchFamily="34" charset="0"/>
                  </a:rPr>
                  <a:t>sử</a:t>
                </a:r>
                <a:r>
                  <a:rPr lang="en-US" sz="2200" dirty="0">
                    <a:latin typeface="Tahoma" panose="020B0604030504040204" pitchFamily="34" charset="0"/>
                    <a:ea typeface="Tahoma" panose="020B0604030504040204" pitchFamily="34" charset="0"/>
                    <a:cs typeface="Tahoma" panose="020B0604030504040204" pitchFamily="34" charset="0"/>
                  </a:rPr>
                  <a:t> </a:t>
                </a:r>
                <a:r>
                  <a:rPr lang="en-US" sz="2200" dirty="0" err="1">
                    <a:latin typeface="Tahoma" panose="020B0604030504040204" pitchFamily="34" charset="0"/>
                    <a:ea typeface="Tahoma" panose="020B0604030504040204" pitchFamily="34" charset="0"/>
                    <a:cs typeface="Tahoma" panose="020B0604030504040204" pitchFamily="34" charset="0"/>
                  </a:rPr>
                  <a:t>dụng</a:t>
                </a:r>
                <a:r>
                  <a:rPr lang="en-US" sz="2200" dirty="0">
                    <a:latin typeface="Tahoma" panose="020B0604030504040204" pitchFamily="34" charset="0"/>
                    <a:ea typeface="Tahoma" panose="020B0604030504040204" pitchFamily="34" charset="0"/>
                    <a:cs typeface="Tahoma" panose="020B0604030504040204" pitchFamily="34" charset="0"/>
                  </a:rPr>
                  <a:t> </a:t>
                </a:r>
                <a:r>
                  <a:rPr lang="en-US" sz="2200" dirty="0" err="1">
                    <a:latin typeface="Tahoma" panose="020B0604030504040204" pitchFamily="34" charset="0"/>
                    <a:ea typeface="Tahoma" panose="020B0604030504040204" pitchFamily="34" charset="0"/>
                    <a:cs typeface="Tahoma" panose="020B0604030504040204" pitchFamily="34" charset="0"/>
                  </a:rPr>
                  <a:t>kỹ</a:t>
                </a:r>
                <a:r>
                  <a:rPr lang="en-US" sz="2200" dirty="0">
                    <a:latin typeface="Tahoma" panose="020B0604030504040204" pitchFamily="34" charset="0"/>
                    <a:ea typeface="Tahoma" panose="020B0604030504040204" pitchFamily="34" charset="0"/>
                    <a:cs typeface="Tahoma" panose="020B0604030504040204" pitchFamily="34" charset="0"/>
                  </a:rPr>
                  <a:t> </a:t>
                </a:r>
                <a:r>
                  <a:rPr lang="en-US" sz="2200" dirty="0" err="1">
                    <a:latin typeface="Tahoma" panose="020B0604030504040204" pitchFamily="34" charset="0"/>
                    <a:ea typeface="Tahoma" panose="020B0604030504040204" pitchFamily="34" charset="0"/>
                    <a:cs typeface="Tahoma" panose="020B0604030504040204" pitchFamily="34" charset="0"/>
                  </a:rPr>
                  <a:t>thuật</a:t>
                </a:r>
                <a:r>
                  <a:rPr lang="en-US" sz="2200" dirty="0">
                    <a:latin typeface="Tahoma" panose="020B0604030504040204" pitchFamily="34" charset="0"/>
                    <a:ea typeface="Tahoma" panose="020B0604030504040204" pitchFamily="34" charset="0"/>
                    <a:cs typeface="Tahoma" panose="020B0604030504040204" pitchFamily="34" charset="0"/>
                  </a:rPr>
                  <a:t> </a:t>
                </a:r>
                <a:r>
                  <a:rPr lang="en-US" sz="2200" dirty="0" err="1">
                    <a:latin typeface="Tahoma" panose="020B0604030504040204" pitchFamily="34" charset="0"/>
                    <a:ea typeface="Tahoma" panose="020B0604030504040204" pitchFamily="34" charset="0"/>
                    <a:cs typeface="Tahoma" panose="020B0604030504040204" pitchFamily="34" charset="0"/>
                  </a:rPr>
                  <a:t>leo</a:t>
                </a:r>
                <a:r>
                  <a:rPr lang="en-US" sz="2200" dirty="0">
                    <a:latin typeface="Tahoma" panose="020B0604030504040204" pitchFamily="34" charset="0"/>
                    <a:ea typeface="Tahoma" panose="020B0604030504040204" pitchFamily="34" charset="0"/>
                    <a:cs typeface="Tahoma" panose="020B0604030504040204" pitchFamily="34" charset="0"/>
                  </a:rPr>
                  <a:t> </a:t>
                </a:r>
                <a:r>
                  <a:rPr lang="en-US" sz="2200" dirty="0" err="1">
                    <a:latin typeface="Tahoma" panose="020B0604030504040204" pitchFamily="34" charset="0"/>
                    <a:ea typeface="Tahoma" panose="020B0604030504040204" pitchFamily="34" charset="0"/>
                    <a:cs typeface="Tahoma" panose="020B0604030504040204" pitchFamily="34" charset="0"/>
                  </a:rPr>
                  <a:t>đồi</a:t>
                </a:r>
                <a:r>
                  <a:rPr lang="en-US" sz="2200" dirty="0">
                    <a:latin typeface="Tahoma" panose="020B0604030504040204" pitchFamily="34" charset="0"/>
                    <a:ea typeface="Tahoma" panose="020B0604030504040204" pitchFamily="34" charset="0"/>
                    <a:cs typeface="Tahoma" panose="020B0604030504040204" pitchFamily="34" charset="0"/>
                  </a:rPr>
                  <a:t>)</a:t>
                </a:r>
              </a:p>
              <a:p>
                <a:pPr marL="0" indent="0">
                  <a:buNone/>
                </a:pPr>
                <a:r>
                  <a:rPr lang="en-US" sz="2200" dirty="0">
                    <a:latin typeface="Tahoma" panose="020B0604030504040204" pitchFamily="34" charset="0"/>
                    <a:ea typeface="Tahoma" panose="020B0604030504040204" pitchFamily="34" charset="0"/>
                    <a:cs typeface="Tahoma" panose="020B0604030504040204" pitchFamily="34" charset="0"/>
                  </a:rPr>
                  <a:t>for all </a:t>
                </a:r>
                <a:r>
                  <a:rPr lang="en-US" sz="2200" dirty="0" err="1">
                    <a:latin typeface="Tahoma" panose="020B0604030504040204" pitchFamily="34" charset="0"/>
                    <a:ea typeface="Tahoma" panose="020B0604030504040204" pitchFamily="34" charset="0"/>
                    <a:cs typeface="Tahoma" panose="020B0604030504040204" pitchFamily="34" charset="0"/>
                  </a:rPr>
                  <a:t>các</a:t>
                </a:r>
                <a:r>
                  <a:rPr lang="en-US" sz="2200" dirty="0">
                    <a:latin typeface="Tahoma" panose="020B0604030504040204" pitchFamily="34" charset="0"/>
                    <a:ea typeface="Tahoma" panose="020B0604030504040204" pitchFamily="34" charset="0"/>
                    <a:cs typeface="Tahoma" panose="020B0604030504040204" pitchFamily="34" charset="0"/>
                  </a:rPr>
                  <a:t> ô </a:t>
                </a:r>
                <a:r>
                  <a:rPr lang="en-US" sz="2200" dirty="0" err="1">
                    <a:latin typeface="Tahoma" panose="020B0604030504040204" pitchFamily="34" charset="0"/>
                    <a:ea typeface="Tahoma" panose="020B0604030504040204" pitchFamily="34" charset="0"/>
                    <a:cs typeface="Tahoma" panose="020B0604030504040204" pitchFamily="34" charset="0"/>
                  </a:rPr>
                  <a:t>không</a:t>
                </a:r>
                <a:r>
                  <a:rPr lang="en-US" sz="2200" dirty="0">
                    <a:latin typeface="Tahoma" panose="020B0604030504040204" pitchFamily="34" charset="0"/>
                    <a:ea typeface="Tahoma" panose="020B0604030504040204" pitchFamily="34" charset="0"/>
                    <a:cs typeface="Tahoma" panose="020B0604030504040204" pitchFamily="34" charset="0"/>
                  </a:rPr>
                  <a:t> </a:t>
                </a:r>
                <a:r>
                  <a:rPr lang="en-US" sz="2200" dirty="0" err="1">
                    <a:latin typeface="Tahoma" panose="020B0604030504040204" pitchFamily="34" charset="0"/>
                    <a:ea typeface="Tahoma" panose="020B0604030504040204" pitchFamily="34" charset="0"/>
                    <a:cs typeface="Tahoma" panose="020B0604030504040204" pitchFamily="34" charset="0"/>
                  </a:rPr>
                  <a:t>rỗng</a:t>
                </a:r>
                <a:r>
                  <a:rPr lang="en-US" sz="2200" dirty="0">
                    <a:latin typeface="Tahoma" panose="020B0604030504040204" pitchFamily="34" charset="0"/>
                    <a:ea typeface="Tahoma" panose="020B0604030504040204" pitchFamily="34" charset="0"/>
                    <a:cs typeface="Tahoma" panose="020B0604030504040204" pitchFamily="34" charset="0"/>
                  </a:rPr>
                  <a:t> do</a:t>
                </a:r>
              </a:p>
              <a:p>
                <a:pPr marL="342900" lvl="1" indent="0">
                  <a:buNone/>
                </a:pPr>
                <a:r>
                  <a:rPr lang="en-US" sz="2200" dirty="0" err="1">
                    <a:latin typeface="Tahoma" panose="020B0604030504040204" pitchFamily="34" charset="0"/>
                    <a:ea typeface="Tahoma" panose="020B0604030504040204" pitchFamily="34" charset="0"/>
                    <a:cs typeface="Tahoma" panose="020B0604030504040204" pitchFamily="34" charset="0"/>
                  </a:rPr>
                  <a:t>Chọn</a:t>
                </a:r>
                <a:r>
                  <a:rPr lang="en-US" sz="2200" dirty="0">
                    <a:latin typeface="Tahoma" panose="020B0604030504040204" pitchFamily="34" charset="0"/>
                    <a:ea typeface="Tahoma" panose="020B0604030504040204" pitchFamily="34" charset="0"/>
                    <a:cs typeface="Tahoma" panose="020B0604030504040204" pitchFamily="34" charset="0"/>
                  </a:rPr>
                  <a:t> </a:t>
                </a:r>
                <a:r>
                  <a:rPr lang="en-US" sz="2200" dirty="0" err="1">
                    <a:latin typeface="Tahoma" panose="020B0604030504040204" pitchFamily="34" charset="0"/>
                    <a:ea typeface="Tahoma" panose="020B0604030504040204" pitchFamily="34" charset="0"/>
                    <a:cs typeface="Tahoma" panose="020B0604030504040204" pitchFamily="34" charset="0"/>
                  </a:rPr>
                  <a:t>ngẫu</a:t>
                </a:r>
                <a:r>
                  <a:rPr lang="en-US" sz="2200" dirty="0">
                    <a:latin typeface="Tahoma" panose="020B0604030504040204" pitchFamily="34" charset="0"/>
                    <a:ea typeface="Tahoma" panose="020B0604030504040204" pitchFamily="34" charset="0"/>
                    <a:cs typeface="Tahoma" panose="020B0604030504040204" pitchFamily="34" charset="0"/>
                  </a:rPr>
                  <a:t> </a:t>
                </a:r>
                <a:r>
                  <a:rPr lang="en-US" sz="2200" dirty="0" err="1">
                    <a:latin typeface="Tahoma" panose="020B0604030504040204" pitchFamily="34" charset="0"/>
                    <a:ea typeface="Tahoma" panose="020B0604030504040204" pitchFamily="34" charset="0"/>
                    <a:cs typeface="Tahoma" panose="020B0604030504040204" pitchFamily="34" charset="0"/>
                  </a:rPr>
                  <a:t>nhiên</a:t>
                </a:r>
                <a:r>
                  <a:rPr lang="en-US" sz="2200" dirty="0">
                    <a:latin typeface="Tahoma" panose="020B0604030504040204" pitchFamily="34" charset="0"/>
                    <a:ea typeface="Tahoma" panose="020B0604030504040204" pitchFamily="34" charset="0"/>
                    <a:cs typeface="Tahoma" panose="020B0604030504040204" pitchFamily="34" charset="0"/>
                  </a:rPr>
                  <a:t> </a:t>
                </a:r>
                <a:r>
                  <a:rPr lang="en-US" sz="2200" dirty="0" err="1">
                    <a:latin typeface="Tahoma" panose="020B0604030504040204" pitchFamily="34" charset="0"/>
                    <a:ea typeface="Tahoma" panose="020B0604030504040204" pitchFamily="34" charset="0"/>
                    <a:cs typeface="Tahoma" panose="020B0604030504040204" pitchFamily="34" charset="0"/>
                  </a:rPr>
                  <a:t>một</a:t>
                </a:r>
                <a:r>
                  <a:rPr lang="en-US" sz="2200" dirty="0">
                    <a:latin typeface="Tahoma" panose="020B0604030504040204" pitchFamily="34" charset="0"/>
                    <a:ea typeface="Tahoma" panose="020B0604030504040204" pitchFamily="34" charset="0"/>
                    <a:cs typeface="Tahoma" panose="020B0604030504040204" pitchFamily="34" charset="0"/>
                  </a:rPr>
                  <a:t> </a:t>
                </a:r>
                <a:r>
                  <a:rPr lang="en-US" sz="2200" dirty="0" err="1">
                    <a:latin typeface="Tahoma" panose="020B0604030504040204" pitchFamily="34" charset="0"/>
                    <a:ea typeface="Tahoma" panose="020B0604030504040204" pitchFamily="34" charset="0"/>
                    <a:cs typeface="Tahoma" panose="020B0604030504040204" pitchFamily="34" charset="0"/>
                  </a:rPr>
                  <a:t>điểm</a:t>
                </a:r>
                <a:r>
                  <a:rPr lang="en-US" sz="2200" dirty="0">
                    <a:latin typeface="Tahoma" panose="020B0604030504040204" pitchFamily="34" charset="0"/>
                    <a:ea typeface="Tahoma" panose="020B0604030504040204" pitchFamily="34" charset="0"/>
                    <a:cs typeface="Tahoma" panose="020B0604030504040204" pitchFamily="34" charset="0"/>
                  </a:rPr>
                  <a:t> xi</a:t>
                </a:r>
              </a:p>
              <a:p>
                <a:pPr marL="342900" lvl="1" indent="0">
                  <a:buNone/>
                </a:pPr>
                <a:r>
                  <a:rPr lang="en-US" sz="2200" dirty="0">
                    <a:latin typeface="Tahoma" panose="020B0604030504040204" pitchFamily="34" charset="0"/>
                    <a:ea typeface="Tahoma" panose="020B0604030504040204" pitchFamily="34" charset="0"/>
                    <a:cs typeface="Tahoma" panose="020B0604030504040204" pitchFamily="34" charset="0"/>
                  </a:rPr>
                  <a:t>Compute local density </a:t>
                </a:r>
                <a14:m>
                  <m:oMath xmlns:m="http://schemas.openxmlformats.org/officeDocument/2006/math">
                    <m:sSubSup>
                      <m:sSubSupPr>
                        <m:ctrlPr>
                          <a:rPr lang="en-US" sz="2200" i="1">
                            <a:latin typeface="Cambria Math" panose="02040503050406030204" pitchFamily="18" charset="0"/>
                          </a:rPr>
                        </m:ctrlPr>
                      </m:sSubSupPr>
                      <m:e>
                        <m:r>
                          <a:rPr lang="en-US" sz="2200" i="1">
                            <a:latin typeface="Cambria Math" panose="02040503050406030204" pitchFamily="18" charset="0"/>
                          </a:rPr>
                          <m:t>𝐹</m:t>
                        </m:r>
                      </m:e>
                      <m:sub>
                        <m:r>
                          <a:rPr lang="en-US" sz="2200" b="0" i="1" smtClean="0">
                            <a:latin typeface="Cambria Math" panose="02040503050406030204" pitchFamily="18" charset="0"/>
                          </a:rPr>
                          <m:t>𝑘𝑒𝑟𝑛𝑒𝑙</m:t>
                        </m:r>
                      </m:sub>
                      <m:sup>
                        <m:r>
                          <a:rPr lang="en-US" sz="2200" i="1">
                            <a:latin typeface="Cambria Math" panose="02040503050406030204" pitchFamily="18" charset="0"/>
                          </a:rPr>
                          <m:t>𝐷</m:t>
                        </m:r>
                      </m:sup>
                    </m:sSubSup>
                    <m:d>
                      <m:dPr>
                        <m:ctrlPr>
                          <a:rPr lang="en-US" sz="2200" i="1">
                            <a:latin typeface="Cambria Math" panose="02040503050406030204" pitchFamily="18" charset="0"/>
                          </a:rPr>
                        </m:ctrlPr>
                      </m:dPr>
                      <m:e>
                        <m:r>
                          <a:rPr lang="en-US" sz="2200" i="1">
                            <a:latin typeface="Cambria Math" panose="02040503050406030204" pitchFamily="18" charset="0"/>
                          </a:rPr>
                          <m:t>𝑥</m:t>
                        </m:r>
                        <m:r>
                          <a:rPr lang="en-US" sz="2200" i="1">
                            <a:latin typeface="Cambria Math" panose="02040503050406030204" pitchFamily="18" charset="0"/>
                          </a:rPr>
                          <m:t>,</m:t>
                        </m:r>
                        <m:sSub>
                          <m:sSubPr>
                            <m:ctrlPr>
                              <a:rPr lang="en-US" sz="2200" i="1">
                                <a:latin typeface="Cambria Math" panose="02040503050406030204" pitchFamily="18" charset="0"/>
                              </a:rPr>
                            </m:ctrlPr>
                          </m:sSubPr>
                          <m:e>
                            <m:r>
                              <a:rPr lang="en-US" sz="2200" i="1">
                                <a:latin typeface="Cambria Math" panose="02040503050406030204" pitchFamily="18" charset="0"/>
                              </a:rPr>
                              <m:t>𝑥</m:t>
                            </m:r>
                          </m:e>
                          <m:sub>
                            <m:r>
                              <a:rPr lang="en-US" sz="2200" i="1">
                                <a:latin typeface="Cambria Math" panose="02040503050406030204" pitchFamily="18" charset="0"/>
                              </a:rPr>
                              <m:t>𝑖</m:t>
                            </m:r>
                          </m:sub>
                        </m:sSub>
                      </m:e>
                    </m:d>
                  </m:oMath>
                </a14:m>
                <a:r>
                  <a:rPr lang="en-US" sz="2200" dirty="0">
                    <a:latin typeface="Tahoma" panose="020B0604030504040204" pitchFamily="34" charset="0"/>
                    <a:ea typeface="Tahoma" panose="020B0604030504040204" pitchFamily="34" charset="0"/>
                    <a:cs typeface="Tahoma" panose="020B0604030504040204" pitchFamily="34" charset="0"/>
                  </a:rPr>
                  <a:t> với </a:t>
                </a:r>
                <a14:m>
                  <m:oMath xmlns:m="http://schemas.openxmlformats.org/officeDocument/2006/math">
                    <m:r>
                      <a:rPr lang="en-US" sz="2200" i="1">
                        <a:latin typeface="Cambria Math" panose="02040503050406030204" pitchFamily="18" charset="0"/>
                        <a:ea typeface="Cambria Math" panose="02040503050406030204" pitchFamily="18" charset="0"/>
                        <a:cs typeface="Tahoma" panose="020B0604030504040204" pitchFamily="34" charset="0"/>
                      </a:rPr>
                      <m:t>𝜖</m:t>
                    </m:r>
                  </m:oMath>
                </a14:m>
                <a:r>
                  <a:rPr lang="en-US" sz="2200" dirty="0">
                    <a:latin typeface="Tahoma" panose="020B0604030504040204" pitchFamily="34" charset="0"/>
                    <a:ea typeface="Tahoma" panose="020B0604030504040204" pitchFamily="34" charset="0"/>
                    <a:cs typeface="Tahoma" panose="020B0604030504040204" pitchFamily="34" charset="0"/>
                  </a:rPr>
                  <a:t> = 4σ;</a:t>
                </a:r>
              </a:p>
              <a:p>
                <a:pPr marL="342900" lvl="1" indent="0">
                  <a:buNone/>
                </a:pPr>
                <a:r>
                  <a:rPr lang="en-US" sz="2200" dirty="0">
                    <a:latin typeface="Tahoma" panose="020B0604030504040204" pitchFamily="34" charset="0"/>
                    <a:ea typeface="Tahoma" panose="020B0604030504040204" pitchFamily="34" charset="0"/>
                    <a:cs typeface="Tahoma" panose="020B0604030504040204" pitchFamily="34" charset="0"/>
                  </a:rPr>
                  <a:t>Chose new x</a:t>
                </a:r>
                <a:r>
                  <a:rPr lang="en-US" sz="2200" baseline="-25000" dirty="0">
                    <a:latin typeface="Tahoma" panose="020B0604030504040204" pitchFamily="34" charset="0"/>
                    <a:ea typeface="Tahoma" panose="020B0604030504040204" pitchFamily="34" charset="0"/>
                    <a:cs typeface="Tahoma" panose="020B0604030504040204" pitchFamily="34" charset="0"/>
                  </a:rPr>
                  <a:t>i+1</a:t>
                </a:r>
                <a:r>
                  <a:rPr lang="en-US" sz="2200" dirty="0">
                    <a:latin typeface="Tahoma" panose="020B0604030504040204" pitchFamily="34" charset="0"/>
                    <a:ea typeface="Tahoma" panose="020B0604030504040204" pitchFamily="34" charset="0"/>
                    <a:cs typeface="Tahoma" panose="020B0604030504040204" pitchFamily="34" charset="0"/>
                  </a:rPr>
                  <a:t> guided by the gradient and compute local density;</a:t>
                </a:r>
              </a:p>
              <a:p>
                <a:pPr marL="685800" lvl="2" indent="0">
                  <a:buNone/>
                </a:pPr>
                <a:r>
                  <a:rPr lang="en-US" sz="2200" dirty="0">
                    <a:latin typeface="Tahoma" panose="020B0604030504040204" pitchFamily="34" charset="0"/>
                    <a:ea typeface="Tahoma" panose="020B0604030504040204" pitchFamily="34" charset="0"/>
                    <a:cs typeface="Tahoma" panose="020B0604030504040204" pitchFamily="34" charset="0"/>
                  </a:rPr>
                  <a:t>if </a:t>
                </a:r>
                <a14:m>
                  <m:oMath xmlns:m="http://schemas.openxmlformats.org/officeDocument/2006/math">
                    <m:sSubSup>
                      <m:sSubSupPr>
                        <m:ctrlPr>
                          <a:rPr lang="en-US" sz="2200" i="1">
                            <a:latin typeface="Cambria Math" panose="02040503050406030204" pitchFamily="18" charset="0"/>
                          </a:rPr>
                        </m:ctrlPr>
                      </m:sSubSupPr>
                      <m:e>
                        <m:r>
                          <a:rPr lang="en-US" sz="2200" i="1">
                            <a:latin typeface="Cambria Math" panose="02040503050406030204" pitchFamily="18" charset="0"/>
                          </a:rPr>
                          <m:t>𝐹</m:t>
                        </m:r>
                      </m:e>
                      <m:sub>
                        <m:r>
                          <a:rPr lang="en-US" sz="2200" i="1">
                            <a:latin typeface="Cambria Math" panose="02040503050406030204" pitchFamily="18" charset="0"/>
                          </a:rPr>
                          <m:t>𝑘𝑒𝑟𝑛𝑒𝑙</m:t>
                        </m:r>
                      </m:sub>
                      <m:sup>
                        <m:r>
                          <a:rPr lang="en-US" sz="2200" i="1">
                            <a:latin typeface="Cambria Math" panose="02040503050406030204" pitchFamily="18" charset="0"/>
                          </a:rPr>
                          <m:t>𝐷</m:t>
                        </m:r>
                      </m:sup>
                    </m:sSubSup>
                    <m:r>
                      <a:rPr lang="en-US" sz="2200" i="1">
                        <a:latin typeface="Cambria Math" panose="02040503050406030204" pitchFamily="18" charset="0"/>
                      </a:rPr>
                      <m:t>(</m:t>
                    </m:r>
                    <m:r>
                      <a:rPr lang="en-US" sz="2200" i="1">
                        <a:latin typeface="Cambria Math" panose="02040503050406030204" pitchFamily="18" charset="0"/>
                      </a:rPr>
                      <m:t>𝑥</m:t>
                    </m:r>
                    <m:r>
                      <a:rPr lang="en-US" sz="2200" i="1">
                        <a:latin typeface="Cambria Math" panose="02040503050406030204" pitchFamily="18" charset="0"/>
                      </a:rPr>
                      <m:t>,</m:t>
                    </m:r>
                    <m:sSub>
                      <m:sSubPr>
                        <m:ctrlPr>
                          <a:rPr lang="en-US" sz="2200" i="1">
                            <a:latin typeface="Cambria Math" panose="02040503050406030204" pitchFamily="18" charset="0"/>
                          </a:rPr>
                        </m:ctrlPr>
                      </m:sSubPr>
                      <m:e>
                        <m:r>
                          <a:rPr lang="en-US" sz="2200" i="1">
                            <a:latin typeface="Cambria Math" panose="02040503050406030204" pitchFamily="18" charset="0"/>
                          </a:rPr>
                          <m:t>𝑥</m:t>
                        </m:r>
                      </m:e>
                      <m:sub>
                        <m:r>
                          <a:rPr lang="en-US" sz="2200" i="1">
                            <a:latin typeface="Cambria Math" panose="02040503050406030204" pitchFamily="18" charset="0"/>
                          </a:rPr>
                          <m:t>𝑖</m:t>
                        </m:r>
                      </m:sub>
                    </m:sSub>
                    <m:r>
                      <a:rPr lang="en-US" sz="2200" i="1">
                        <a:latin typeface="Cambria Math" panose="02040503050406030204" pitchFamily="18" charset="0"/>
                      </a:rPr>
                      <m:t>)</m:t>
                    </m:r>
                  </m:oMath>
                </a14:m>
                <a:r>
                  <a:rPr lang="en-US" sz="2200" dirty="0">
                    <a:latin typeface="Tahoma" panose="020B0604030504040204" pitchFamily="34" charset="0"/>
                    <a:ea typeface="Tahoma" panose="020B0604030504040204" pitchFamily="34" charset="0"/>
                    <a:cs typeface="Tahoma" panose="020B0604030504040204" pitchFamily="34" charset="0"/>
                  </a:rPr>
                  <a:t> &lt; </a:t>
                </a:r>
                <a14:m>
                  <m:oMath xmlns:m="http://schemas.openxmlformats.org/officeDocument/2006/math">
                    <m:sSubSup>
                      <m:sSubSupPr>
                        <m:ctrlPr>
                          <a:rPr lang="en-US" sz="2200" i="1">
                            <a:latin typeface="Cambria Math" panose="02040503050406030204" pitchFamily="18" charset="0"/>
                          </a:rPr>
                        </m:ctrlPr>
                      </m:sSubSupPr>
                      <m:e>
                        <m:r>
                          <a:rPr lang="en-US" sz="2200" i="1">
                            <a:latin typeface="Cambria Math" panose="02040503050406030204" pitchFamily="18" charset="0"/>
                          </a:rPr>
                          <m:t>𝐹</m:t>
                        </m:r>
                      </m:e>
                      <m:sub>
                        <m:r>
                          <a:rPr lang="en-US" sz="2200" i="1">
                            <a:latin typeface="Cambria Math" panose="02040503050406030204" pitchFamily="18" charset="0"/>
                          </a:rPr>
                          <m:t>𝑘𝑒𝑟𝑛𝑒𝑙</m:t>
                        </m:r>
                      </m:sub>
                      <m:sup>
                        <m:r>
                          <a:rPr lang="en-US" sz="2200" i="1">
                            <a:latin typeface="Cambria Math" panose="02040503050406030204" pitchFamily="18" charset="0"/>
                          </a:rPr>
                          <m:t>𝐷</m:t>
                        </m:r>
                      </m:sup>
                    </m:sSubSup>
                    <m:r>
                      <a:rPr lang="en-US" sz="2200" i="1">
                        <a:latin typeface="Cambria Math" panose="02040503050406030204" pitchFamily="18" charset="0"/>
                      </a:rPr>
                      <m:t>(</m:t>
                    </m:r>
                    <m:r>
                      <a:rPr lang="en-US" sz="2200" i="1">
                        <a:latin typeface="Cambria Math" panose="02040503050406030204" pitchFamily="18" charset="0"/>
                      </a:rPr>
                      <m:t>𝑥</m:t>
                    </m:r>
                    <m:r>
                      <a:rPr lang="en-US" sz="2200" i="1">
                        <a:latin typeface="Cambria Math" panose="02040503050406030204" pitchFamily="18" charset="0"/>
                      </a:rPr>
                      <m:t>,</m:t>
                    </m:r>
                    <m:sSub>
                      <m:sSubPr>
                        <m:ctrlPr>
                          <a:rPr lang="en-US" sz="2200" i="1">
                            <a:latin typeface="Cambria Math" panose="02040503050406030204" pitchFamily="18" charset="0"/>
                          </a:rPr>
                        </m:ctrlPr>
                      </m:sSubPr>
                      <m:e>
                        <m:r>
                          <a:rPr lang="en-US" sz="2200" i="1">
                            <a:latin typeface="Cambria Math" panose="02040503050406030204" pitchFamily="18" charset="0"/>
                          </a:rPr>
                          <m:t>𝑥</m:t>
                        </m:r>
                      </m:e>
                      <m:sub>
                        <m:r>
                          <a:rPr lang="en-US" sz="2200" i="1">
                            <a:latin typeface="Cambria Math" panose="02040503050406030204" pitchFamily="18" charset="0"/>
                          </a:rPr>
                          <m:t>𝑖</m:t>
                        </m:r>
                        <m:r>
                          <a:rPr lang="en-US" sz="2200" b="0" i="1" smtClean="0">
                            <a:latin typeface="Cambria Math" panose="02040503050406030204" pitchFamily="18" charset="0"/>
                          </a:rPr>
                          <m:t>+</m:t>
                        </m:r>
                        <m:r>
                          <a:rPr lang="en-US" sz="2200" b="0" i="1" smtClean="0">
                            <a:latin typeface="Cambria Math" panose="02040503050406030204" pitchFamily="18" charset="0"/>
                          </a:rPr>
                          <m:t>1</m:t>
                        </m:r>
                      </m:sub>
                    </m:sSub>
                    <m:r>
                      <a:rPr lang="en-US" sz="2200" i="1">
                        <a:latin typeface="Cambria Math" panose="02040503050406030204" pitchFamily="18" charset="0"/>
                      </a:rPr>
                      <m:t>)</m:t>
                    </m:r>
                  </m:oMath>
                </a14:m>
                <a:r>
                  <a:rPr lang="en-US" sz="2200" dirty="0">
                    <a:latin typeface="Tahoma" panose="020B0604030504040204" pitchFamily="34" charset="0"/>
                    <a:ea typeface="Tahoma" panose="020B0604030504040204" pitchFamily="34" charset="0"/>
                    <a:cs typeface="Tahoma" panose="020B0604030504040204" pitchFamily="34" charset="0"/>
                  </a:rPr>
                  <a:t> then</a:t>
                </a:r>
              </a:p>
              <a:p>
                <a:pPr marL="685800" lvl="2" indent="0">
                  <a:buNone/>
                </a:pPr>
                <a:r>
                  <a:rPr lang="en-US" sz="2200" dirty="0">
                    <a:latin typeface="Tahoma" panose="020B0604030504040204" pitchFamily="34" charset="0"/>
                    <a:ea typeface="Tahoma" panose="020B0604030504040204" pitchFamily="34" charset="0"/>
                    <a:cs typeface="Tahoma" panose="020B0604030504040204" pitchFamily="34" charset="0"/>
                  </a:rPr>
                  <a:t>Assign all points within distance σ/2 of path x</a:t>
                </a:r>
                <a:r>
                  <a:rPr lang="en-US" sz="2200" baseline="-25000" dirty="0">
                    <a:latin typeface="Tahoma" panose="020B0604030504040204" pitchFamily="34" charset="0"/>
                    <a:ea typeface="Tahoma" panose="020B0604030504040204" pitchFamily="34" charset="0"/>
                    <a:cs typeface="Tahoma" panose="020B0604030504040204" pitchFamily="34" charset="0"/>
                  </a:rPr>
                  <a:t>i</a:t>
                </a:r>
                <a:r>
                  <a:rPr lang="en-US" sz="2200" dirty="0">
                    <a:latin typeface="Tahoma" panose="020B0604030504040204" pitchFamily="34" charset="0"/>
                    <a:ea typeface="Tahoma" panose="020B0604030504040204" pitchFamily="34" charset="0"/>
                    <a:cs typeface="Tahoma" panose="020B0604030504040204" pitchFamily="34" charset="0"/>
                  </a:rPr>
                  <a:t>, x</a:t>
                </a:r>
                <a:r>
                  <a:rPr lang="en-US" sz="2200" baseline="-25000" dirty="0">
                    <a:latin typeface="Tahoma" panose="020B0604030504040204" pitchFamily="34" charset="0"/>
                    <a:ea typeface="Tahoma" panose="020B0604030504040204" pitchFamily="34" charset="0"/>
                    <a:cs typeface="Tahoma" panose="020B0604030504040204" pitchFamily="34" charset="0"/>
                  </a:rPr>
                  <a:t>i+1</a:t>
                </a:r>
                <a:r>
                  <a:rPr lang="en-US" sz="2200" dirty="0">
                    <a:latin typeface="Tahoma" panose="020B0604030504040204" pitchFamily="34" charset="0"/>
                    <a:ea typeface="Tahoma" panose="020B0604030504040204" pitchFamily="34" charset="0"/>
                    <a:cs typeface="Tahoma" panose="020B0604030504040204" pitchFamily="34" charset="0"/>
                  </a:rPr>
                  <a:t>,... to a density attractor C*</a:t>
                </a:r>
              </a:p>
              <a:p>
                <a:pPr marL="685800" lvl="2" indent="0">
                  <a:buNone/>
                </a:pPr>
                <a:r>
                  <a:rPr lang="en-US" sz="2200" dirty="0">
                    <a:latin typeface="Tahoma" panose="020B0604030504040204" pitchFamily="34" charset="0"/>
                    <a:ea typeface="Tahoma" panose="020B0604030504040204" pitchFamily="34" charset="0"/>
                    <a:cs typeface="Tahoma" panose="020B0604030504040204" pitchFamily="34" charset="0"/>
                  </a:rPr>
                  <a:t>end</a:t>
                </a:r>
              </a:p>
              <a:p>
                <a:pPr marL="685800" lvl="2" indent="0">
                  <a:buNone/>
                </a:pPr>
                <a:r>
                  <a:rPr lang="en-US" sz="2200" dirty="0">
                    <a:latin typeface="Tahoma" panose="020B0604030504040204" pitchFamily="34" charset="0"/>
                    <a:ea typeface="Tahoma" panose="020B0604030504040204" pitchFamily="34" charset="0"/>
                    <a:cs typeface="Tahoma" panose="020B0604030504040204" pitchFamily="34" charset="0"/>
                  </a:rPr>
                  <a:t>Connect the density attractor clusters, using a threshold, </a:t>
                </a:r>
                <a:r>
                  <a:rPr lang="en-US" sz="2200" spc="-50" dirty="0">
                    <a:latin typeface="Symbol"/>
                    <a:cs typeface="Symbol"/>
                  </a:rPr>
                  <a:t></a:t>
                </a:r>
                <a:r>
                  <a:rPr lang="en-US" sz="2200" dirty="0">
                    <a:latin typeface="Tahoma" panose="020B0604030504040204" pitchFamily="34" charset="0"/>
                    <a:ea typeface="Tahoma" panose="020B0604030504040204" pitchFamily="34" charset="0"/>
                    <a:cs typeface="Tahoma" panose="020B0604030504040204" pitchFamily="34" charset="0"/>
                  </a:rPr>
                  <a:t>, on the local densities of the attractors;</a:t>
                </a:r>
              </a:p>
              <a:p>
                <a:pPr marL="342900" lvl="1" indent="0">
                  <a:buNone/>
                </a:pPr>
                <a:r>
                  <a:rPr lang="en-US" sz="2200" dirty="0">
                    <a:latin typeface="Tahoma" panose="020B0604030504040204" pitchFamily="34" charset="0"/>
                    <a:ea typeface="Tahoma" panose="020B0604030504040204" pitchFamily="34" charset="0"/>
                    <a:cs typeface="Tahoma" panose="020B0604030504040204" pitchFamily="34" charset="0"/>
                  </a:rPr>
                  <a:t>end</a:t>
                </a:r>
              </a:p>
              <a:p>
                <a:r>
                  <a:rPr lang="en-US" sz="2200" dirty="0">
                    <a:latin typeface="Tahoma" panose="020B0604030504040204" pitchFamily="34" charset="0"/>
                    <a:ea typeface="Tahoma" panose="020B0604030504040204" pitchFamily="34" charset="0"/>
                    <a:cs typeface="Tahoma" panose="020B0604030504040204" pitchFamily="34" charset="0"/>
                  </a:rPr>
                  <a:t>Result: Optimal density clusters</a:t>
                </a:r>
              </a:p>
            </p:txBody>
          </p:sp>
        </mc:Choice>
        <mc:Fallback xmlns="">
          <p:sp>
            <p:nvSpPr>
              <p:cNvPr id="3" name="Content Placeholder 2">
                <a:extLst>
                  <a:ext uri="{FF2B5EF4-FFF2-40B4-BE49-F238E27FC236}">
                    <a16:creationId xmlns:a16="http://schemas.microsoft.com/office/drawing/2014/main" id="{30160B88-E0B1-41B1-AD21-A20D76612A7D}"/>
                  </a:ext>
                </a:extLst>
              </p:cNvPr>
              <p:cNvSpPr>
                <a:spLocks noGrp="1" noRot="1" noChangeAspect="1" noMove="1" noResize="1" noEditPoints="1" noAdjustHandles="1" noChangeArrowheads="1" noChangeShapeType="1" noTextEdit="1"/>
              </p:cNvSpPr>
              <p:nvPr>
                <p:ph idx="1"/>
              </p:nvPr>
            </p:nvSpPr>
            <p:spPr>
              <a:xfrm>
                <a:off x="152400" y="1295400"/>
                <a:ext cx="8991600" cy="4881563"/>
              </a:xfrm>
              <a:blipFill>
                <a:blip r:embed="rId2"/>
                <a:stretch>
                  <a:fillRect l="-881" t="-1625" r="-1763" b="-13250"/>
                </a:stretch>
              </a:blipFill>
            </p:spPr>
            <p:txBody>
              <a:bodyPr/>
              <a:lstStyle/>
              <a:p>
                <a:r>
                  <a:rPr lang="en-US">
                    <a:noFill/>
                  </a:rPr>
                  <a:t> </a:t>
                </a:r>
              </a:p>
            </p:txBody>
          </p:sp>
        </mc:Fallback>
      </mc:AlternateContent>
    </p:spTree>
    <p:extLst>
      <p:ext uri="{BB962C8B-B14F-4D97-AF65-F5344CB8AC3E}">
        <p14:creationId xmlns:p14="http://schemas.microsoft.com/office/powerpoint/2010/main" val="3518199635"/>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21BB6-4402-46EB-8DA7-03E3009FB3FF}"/>
              </a:ext>
            </a:extLst>
          </p:cNvPr>
          <p:cNvSpPr>
            <a:spLocks noGrp="1"/>
          </p:cNvSpPr>
          <p:nvPr>
            <p:ph type="title"/>
          </p:nvPr>
        </p:nvSpPr>
        <p:spPr>
          <a:xfrm>
            <a:off x="628650" y="365126"/>
            <a:ext cx="7886700" cy="1325563"/>
          </a:xfrm>
        </p:spPr>
        <p:txBody>
          <a:bodyPr/>
          <a:lstStyle/>
          <a:p>
            <a:r>
              <a:rPr lang="en-US" spc="-10" dirty="0"/>
              <a:t>DENCLUE</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715F57B-540B-4827-A3B2-0AB6FA14C66F}"/>
                  </a:ext>
                </a:extLst>
              </p:cNvPr>
              <p:cNvSpPr>
                <a:spLocks noGrp="1"/>
              </p:cNvSpPr>
              <p:nvPr>
                <p:ph idx="1"/>
              </p:nvPr>
            </p:nvSpPr>
            <p:spPr>
              <a:xfrm>
                <a:off x="628650" y="1825625"/>
                <a:ext cx="7886700" cy="4351338"/>
              </a:xfrm>
            </p:spPr>
            <p:txBody>
              <a:bodyPr/>
              <a:lstStyle/>
              <a:p>
                <a:pPr marL="0" indent="0">
                  <a:buNone/>
                </a:pPr>
                <a:r>
                  <a:rPr lang="vi-VN" b="1" dirty="0"/>
                  <a:t>Cụm hình dạng tùy ý</a:t>
                </a:r>
                <a:endParaRPr lang="vi-VN" dirty="0"/>
              </a:p>
              <a:p>
                <a:r>
                  <a:rPr lang="vi-VN" dirty="0"/>
                  <a:t>Một cụm hình dạng tùy ý cho tập hợp các điểm thu hút mật độ X là một tập con C ⊆ D, trong đó:</a:t>
                </a:r>
              </a:p>
              <a:p>
                <a:r>
                  <a:rPr lang="vi-VN" dirty="0"/>
                  <a:t>Với mọi x ∈ C, tồn tại x* ∈ X sao cho x bị thu hút bởi x*.</a:t>
                </a:r>
              </a:p>
              <a:p>
                <a:r>
                  <a:rPr lang="vi-VN" dirty="0"/>
                  <a:t>Với mọi x1*, x2* ∈ X, tồn tại một đường đi P ⊆ Fd từ x1* đến x2* sao cho với mọi p ∈</a:t>
                </a:r>
                <a:r>
                  <a:rPr lang="en-US" dirty="0"/>
                  <a:t> P,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𝐹</m:t>
                        </m:r>
                      </m:e>
                      <m:sub>
                        <m:r>
                          <a:rPr lang="en-US" i="1">
                            <a:latin typeface="Cambria Math" panose="02040503050406030204" pitchFamily="18" charset="0"/>
                          </a:rPr>
                          <m:t>𝐵</m:t>
                        </m:r>
                      </m:sub>
                      <m:sup>
                        <m:r>
                          <a:rPr lang="en-US" i="1">
                            <a:latin typeface="Cambria Math" panose="02040503050406030204" pitchFamily="18" charset="0"/>
                          </a:rPr>
                          <m:t>𝐷</m:t>
                        </m:r>
                      </m:sup>
                    </m:sSubSup>
                    <m:r>
                      <a:rPr lang="en-US" i="1">
                        <a:latin typeface="Cambria Math" panose="02040503050406030204" pitchFamily="18" charset="0"/>
                      </a:rPr>
                      <m:t>(</m:t>
                    </m:r>
                    <m:r>
                      <a:rPr lang="en-US" b="0" i="1" smtClean="0">
                        <a:latin typeface="Cambria Math" panose="02040503050406030204" pitchFamily="18" charset="0"/>
                      </a:rPr>
                      <m:t>𝑝</m:t>
                    </m:r>
                    <m:r>
                      <a:rPr lang="en-US" i="1">
                        <a:latin typeface="Cambria Math" panose="02040503050406030204" pitchFamily="18" charset="0"/>
                      </a:rPr>
                      <m:t>)</m:t>
                    </m:r>
                  </m:oMath>
                </a14:m>
                <a:r>
                  <a:rPr lang="en-US" dirty="0">
                    <a:ea typeface="Cambria Math" panose="02040503050406030204" pitchFamily="18" charset="0"/>
                  </a:rPr>
                  <a:t> </a:t>
                </a:r>
                <a14:m>
                  <m:oMath xmlns:m="http://schemas.openxmlformats.org/officeDocument/2006/math">
                    <m:r>
                      <a:rPr lang="en-US" i="1" dirty="0" smtClean="0">
                        <a:latin typeface="Cambria Math" panose="02040503050406030204" pitchFamily="18" charset="0"/>
                        <a:ea typeface="Cambria Math" panose="02040503050406030204" pitchFamily="18" charset="0"/>
                      </a:rPr>
                      <m:t>≥</m:t>
                    </m:r>
                  </m:oMath>
                </a14:m>
                <a:r>
                  <a:rPr lang="vi-VN" dirty="0"/>
                  <a:t> </a:t>
                </a:r>
                <a:r>
                  <a:rPr lang="el-GR" dirty="0"/>
                  <a:t>ε</a:t>
                </a:r>
                <a:endParaRPr lang="vi-VN" dirty="0"/>
              </a:p>
              <a:p>
                <a:endParaRPr lang="en-US" dirty="0"/>
              </a:p>
            </p:txBody>
          </p:sp>
        </mc:Choice>
        <mc:Fallback xmlns="">
          <p:sp>
            <p:nvSpPr>
              <p:cNvPr id="3" name="Content Placeholder 2">
                <a:extLst>
                  <a:ext uri="{FF2B5EF4-FFF2-40B4-BE49-F238E27FC236}">
                    <a16:creationId xmlns:a16="http://schemas.microsoft.com/office/drawing/2014/main" id="{E715F57B-540B-4827-A3B2-0AB6FA14C66F}"/>
                  </a:ext>
                </a:extLst>
              </p:cNvPr>
              <p:cNvSpPr>
                <a:spLocks noGrp="1" noRot="1" noChangeAspect="1" noMove="1" noResize="1" noEditPoints="1" noAdjustHandles="1" noChangeArrowheads="1" noChangeShapeType="1" noTextEdit="1"/>
              </p:cNvSpPr>
              <p:nvPr>
                <p:ph idx="1"/>
              </p:nvPr>
            </p:nvSpPr>
            <p:spPr>
              <a:xfrm>
                <a:off x="628650" y="1825625"/>
                <a:ext cx="7886700" cy="4351338"/>
              </a:xfrm>
              <a:blipFill>
                <a:blip r:embed="rId2"/>
                <a:stretch>
                  <a:fillRect l="-927" t="-1681"/>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F85E274B-CC1D-461D-AF14-4244530ACC5E}"/>
              </a:ext>
            </a:extLst>
          </p:cNvPr>
          <p:cNvPicPr>
            <a:picLocks noChangeAspect="1"/>
          </p:cNvPicPr>
          <p:nvPr/>
        </p:nvPicPr>
        <p:blipFill>
          <a:blip r:embed="rId3"/>
          <a:stretch>
            <a:fillRect/>
          </a:stretch>
        </p:blipFill>
        <p:spPr>
          <a:xfrm>
            <a:off x="1600200" y="3962400"/>
            <a:ext cx="4814049" cy="2704306"/>
          </a:xfrm>
          <a:prstGeom prst="rect">
            <a:avLst/>
          </a:prstGeom>
        </p:spPr>
      </p:pic>
    </p:spTree>
    <p:extLst>
      <p:ext uri="{BB962C8B-B14F-4D97-AF65-F5344CB8AC3E}">
        <p14:creationId xmlns:p14="http://schemas.microsoft.com/office/powerpoint/2010/main" val="347250791"/>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365126"/>
            <a:ext cx="7886700" cy="1325563"/>
          </a:xfrm>
        </p:spPr>
        <p:txBody>
          <a:bodyPr vert="horz" wrap="square" lIns="0" tIns="207570" rIns="0" bIns="0" rtlCol="0">
            <a:spAutoFit/>
          </a:bodyPr>
          <a:lstStyle/>
          <a:p>
            <a:r>
              <a:rPr lang="en-US" dirty="0"/>
              <a:t>DENCLUE</a:t>
            </a:r>
          </a:p>
        </p:txBody>
      </p:sp>
      <p:sp>
        <p:nvSpPr>
          <p:cNvPr id="7" name="Content Placeholder 6">
            <a:extLst>
              <a:ext uri="{FF2B5EF4-FFF2-40B4-BE49-F238E27FC236}">
                <a16:creationId xmlns:a16="http://schemas.microsoft.com/office/drawing/2014/main" id="{B75B4A22-E21C-3371-11D5-43FA17FBFA0E}"/>
              </a:ext>
            </a:extLst>
          </p:cNvPr>
          <p:cNvSpPr>
            <a:spLocks noGrp="1"/>
          </p:cNvSpPr>
          <p:nvPr>
            <p:ph idx="1"/>
          </p:nvPr>
        </p:nvSpPr>
        <p:spPr/>
        <p:txBody>
          <a:bodyPr/>
          <a:lstStyle/>
          <a:p>
            <a:pPr marL="354965" indent="-342265">
              <a:lnSpc>
                <a:spcPts val="3329"/>
              </a:lnSpc>
              <a:spcBef>
                <a:spcPts val="100"/>
              </a:spcBef>
              <a:buFont typeface="Arial"/>
              <a:buChar char="•"/>
              <a:tabLst>
                <a:tab pos="354965" algn="l"/>
              </a:tabLst>
            </a:pPr>
            <a:r>
              <a:rPr lang="vi-VN" sz="2800">
                <a:latin typeface="Gill Sans MT"/>
                <a:cs typeface="Gill Sans MT"/>
              </a:rPr>
              <a:t>DENCLUE</a:t>
            </a:r>
            <a:r>
              <a:rPr lang="vi-VN" sz="2800" spc="-120">
                <a:latin typeface="Gill Sans MT"/>
                <a:cs typeface="Gill Sans MT"/>
              </a:rPr>
              <a:t> </a:t>
            </a:r>
            <a:r>
              <a:rPr lang="vi-VN" sz="2800">
                <a:latin typeface="Gill Sans MT"/>
                <a:cs typeface="Gill Sans MT"/>
              </a:rPr>
              <a:t>ph</a:t>
            </a:r>
            <a:r>
              <a:rPr lang="vi-VN" sz="2800">
                <a:latin typeface="Calibri"/>
                <a:cs typeface="Calibri"/>
              </a:rPr>
              <a:t>ụ</a:t>
            </a:r>
            <a:r>
              <a:rPr lang="vi-VN" sz="2800" spc="155">
                <a:latin typeface="Calibri"/>
                <a:cs typeface="Calibri"/>
              </a:rPr>
              <a:t> </a:t>
            </a:r>
            <a:r>
              <a:rPr lang="vi-VN" sz="2800">
                <a:latin typeface="Gill Sans MT"/>
                <a:cs typeface="Gill Sans MT"/>
              </a:rPr>
              <a:t>thu</a:t>
            </a:r>
            <a:r>
              <a:rPr lang="vi-VN" sz="2800">
                <a:latin typeface="Calibri"/>
                <a:cs typeface="Calibri"/>
              </a:rPr>
              <a:t>ộ</a:t>
            </a:r>
            <a:r>
              <a:rPr lang="vi-VN" sz="2800">
                <a:latin typeface="Gill Sans MT"/>
                <a:cs typeface="Gill Sans MT"/>
              </a:rPr>
              <a:t>c</a:t>
            </a:r>
            <a:r>
              <a:rPr lang="vi-VN" sz="2800" spc="-45">
                <a:latin typeface="Gill Sans MT"/>
                <a:cs typeface="Gill Sans MT"/>
              </a:rPr>
              <a:t> </a:t>
            </a:r>
            <a:r>
              <a:rPr lang="vi-VN" sz="2800">
                <a:latin typeface="Gill Sans MT"/>
                <a:cs typeface="Gill Sans MT"/>
              </a:rPr>
              <a:t>nhi</a:t>
            </a:r>
            <a:r>
              <a:rPr lang="vi-VN" sz="2800">
                <a:latin typeface="Calibri"/>
                <a:cs typeface="Calibri"/>
              </a:rPr>
              <a:t>ề</a:t>
            </a:r>
            <a:r>
              <a:rPr lang="vi-VN" sz="2800">
                <a:latin typeface="Gill Sans MT"/>
                <a:cs typeface="Gill Sans MT"/>
              </a:rPr>
              <a:t>u</a:t>
            </a:r>
            <a:r>
              <a:rPr lang="vi-VN" sz="2800" spc="-20">
                <a:latin typeface="Gill Sans MT"/>
                <a:cs typeface="Gill Sans MT"/>
              </a:rPr>
              <a:t> </a:t>
            </a:r>
            <a:r>
              <a:rPr lang="vi-VN" sz="2800">
                <a:latin typeface="Gill Sans MT"/>
                <a:cs typeface="Gill Sans MT"/>
              </a:rPr>
              <a:t>vào</a:t>
            </a:r>
            <a:r>
              <a:rPr lang="vi-VN" sz="2800" spc="-65">
                <a:latin typeface="Gill Sans MT"/>
                <a:cs typeface="Gill Sans MT"/>
              </a:rPr>
              <a:t> </a:t>
            </a:r>
            <a:r>
              <a:rPr lang="vi-VN" sz="2800">
                <a:latin typeface="Gill Sans MT"/>
                <a:cs typeface="Gill Sans MT"/>
              </a:rPr>
              <a:t>ng</a:t>
            </a:r>
            <a:r>
              <a:rPr lang="vi-VN" sz="2800">
                <a:latin typeface="Calibri"/>
                <a:cs typeface="Calibri"/>
              </a:rPr>
              <a:t>ưỡ</a:t>
            </a:r>
            <a:r>
              <a:rPr lang="vi-VN" sz="2800">
                <a:latin typeface="Gill Sans MT"/>
                <a:cs typeface="Gill Sans MT"/>
              </a:rPr>
              <a:t>ng</a:t>
            </a:r>
            <a:r>
              <a:rPr lang="vi-VN" sz="2800" spc="-15">
                <a:latin typeface="Gill Sans MT"/>
                <a:cs typeface="Gill Sans MT"/>
              </a:rPr>
              <a:t> </a:t>
            </a:r>
            <a:r>
              <a:rPr lang="vi-VN" sz="2800">
                <a:latin typeface="Gill Sans MT"/>
                <a:cs typeface="Gill Sans MT"/>
              </a:rPr>
              <a:t>nhi</a:t>
            </a:r>
            <a:r>
              <a:rPr lang="vi-VN" sz="2800">
                <a:latin typeface="Calibri"/>
                <a:cs typeface="Calibri"/>
              </a:rPr>
              <a:t>ễ</a:t>
            </a:r>
            <a:r>
              <a:rPr lang="vi-VN" sz="2800">
                <a:latin typeface="Gill Sans MT"/>
                <a:cs typeface="Gill Sans MT"/>
              </a:rPr>
              <a:t>u</a:t>
            </a:r>
            <a:r>
              <a:rPr lang="vi-VN" sz="2800" spc="-20">
                <a:latin typeface="Gill Sans MT"/>
                <a:cs typeface="Gill Sans MT"/>
              </a:rPr>
              <a:t> </a:t>
            </a:r>
            <a:r>
              <a:rPr lang="vi-VN" sz="2800" spc="-50">
                <a:latin typeface="Symbol"/>
                <a:cs typeface="Symbol"/>
              </a:rPr>
              <a:t></a:t>
            </a:r>
            <a:endParaRPr lang="vi-VN" sz="2800">
              <a:latin typeface="Symbol"/>
              <a:cs typeface="Symbol"/>
            </a:endParaRPr>
          </a:p>
          <a:p>
            <a:pPr marL="355600">
              <a:lnSpc>
                <a:spcPts val="3329"/>
              </a:lnSpc>
            </a:pPr>
            <a:r>
              <a:rPr lang="vi-VN" sz="2800" spc="-10">
                <a:latin typeface="Gill Sans MT"/>
                <a:cs typeface="Gill Sans MT"/>
              </a:rPr>
              <a:t>(</a:t>
            </a:r>
            <a:r>
              <a:rPr lang="vi-VN" sz="2800" i="1" spc="-10">
                <a:latin typeface="Gill Sans MT Italic"/>
                <a:cs typeface="Gill Sans MT Italic"/>
              </a:rPr>
              <a:t>Noise</a:t>
            </a:r>
            <a:r>
              <a:rPr lang="vi-VN" sz="2800" i="1" spc="-415">
                <a:latin typeface="Gill Sans MT Italic"/>
                <a:cs typeface="Gill Sans MT Italic"/>
              </a:rPr>
              <a:t> </a:t>
            </a:r>
            <a:r>
              <a:rPr lang="vi-VN" sz="2800" i="1">
                <a:latin typeface="Gill Sans MT Italic"/>
                <a:cs typeface="Gill Sans MT Italic"/>
              </a:rPr>
              <a:t>Threshold</a:t>
            </a:r>
            <a:r>
              <a:rPr lang="vi-VN" sz="2800">
                <a:latin typeface="Gill Sans MT"/>
                <a:cs typeface="Gill Sans MT"/>
              </a:rPr>
              <a:t>)</a:t>
            </a:r>
            <a:r>
              <a:rPr lang="vi-VN" sz="2800" spc="-130">
                <a:latin typeface="Gill Sans MT"/>
                <a:cs typeface="Gill Sans MT"/>
              </a:rPr>
              <a:t> </a:t>
            </a:r>
            <a:r>
              <a:rPr lang="vi-VN" sz="2800">
                <a:latin typeface="Gill Sans MT"/>
                <a:cs typeface="Gill Sans MT"/>
              </a:rPr>
              <a:t>và</a:t>
            </a:r>
            <a:r>
              <a:rPr lang="vi-VN" sz="2800" spc="-5">
                <a:latin typeface="Gill Sans MT"/>
                <a:cs typeface="Gill Sans MT"/>
              </a:rPr>
              <a:t> </a:t>
            </a:r>
            <a:r>
              <a:rPr lang="vi-VN" sz="2800">
                <a:latin typeface="Gill Sans MT"/>
                <a:cs typeface="Gill Sans MT"/>
              </a:rPr>
              <a:t>tham</a:t>
            </a:r>
            <a:r>
              <a:rPr lang="vi-VN" sz="2800" spc="30">
                <a:latin typeface="Gill Sans MT"/>
                <a:cs typeface="Gill Sans MT"/>
              </a:rPr>
              <a:t> </a:t>
            </a:r>
            <a:r>
              <a:rPr lang="vi-VN" sz="2800">
                <a:latin typeface="Gill Sans MT"/>
                <a:cs typeface="Gill Sans MT"/>
              </a:rPr>
              <a:t>s</a:t>
            </a:r>
            <a:r>
              <a:rPr lang="vi-VN" sz="2800">
                <a:latin typeface="Calibri"/>
                <a:cs typeface="Calibri"/>
              </a:rPr>
              <a:t>ố</a:t>
            </a:r>
            <a:r>
              <a:rPr lang="vi-VN" sz="2800" spc="60">
                <a:latin typeface="Calibri"/>
                <a:cs typeface="Calibri"/>
              </a:rPr>
              <a:t> </a:t>
            </a:r>
            <a:r>
              <a:rPr lang="vi-VN" sz="2800">
                <a:latin typeface="Gill Sans MT"/>
                <a:cs typeface="Gill Sans MT"/>
              </a:rPr>
              <a:t>m</a:t>
            </a:r>
            <a:r>
              <a:rPr lang="vi-VN" sz="2800">
                <a:latin typeface="Calibri"/>
                <a:cs typeface="Calibri"/>
              </a:rPr>
              <a:t>ậ</a:t>
            </a:r>
            <a:r>
              <a:rPr lang="vi-VN" sz="2800">
                <a:latin typeface="Gill Sans MT"/>
                <a:cs typeface="Gill Sans MT"/>
              </a:rPr>
              <a:t>t</a:t>
            </a:r>
            <a:r>
              <a:rPr lang="vi-VN" sz="2800" spc="50">
                <a:latin typeface="Gill Sans MT"/>
                <a:cs typeface="Gill Sans MT"/>
              </a:rPr>
              <a:t> </a:t>
            </a:r>
            <a:r>
              <a:rPr lang="vi-VN" sz="2800">
                <a:latin typeface="Gill Sans MT"/>
                <a:cs typeface="Gill Sans MT"/>
              </a:rPr>
              <a:t>đ</a:t>
            </a:r>
            <a:r>
              <a:rPr lang="vi-VN" sz="2800">
                <a:latin typeface="Calibri"/>
                <a:cs typeface="Calibri"/>
              </a:rPr>
              <a:t>ộ</a:t>
            </a:r>
            <a:r>
              <a:rPr lang="vi-VN" sz="2800" spc="65">
                <a:latin typeface="Calibri"/>
                <a:cs typeface="Calibri"/>
              </a:rPr>
              <a:t> </a:t>
            </a:r>
            <a:r>
              <a:rPr lang="vi-VN" sz="2800" spc="-25">
                <a:latin typeface="Symbol"/>
                <a:cs typeface="Symbol"/>
              </a:rPr>
              <a:t></a:t>
            </a:r>
            <a:r>
              <a:rPr lang="vi-VN" sz="2800" spc="-25">
                <a:latin typeface="Gill Sans MT"/>
                <a:cs typeface="Gill Sans MT"/>
              </a:rPr>
              <a:t>.</a:t>
            </a:r>
            <a:endParaRPr lang="vi-VN" sz="2800">
              <a:latin typeface="Gill Sans MT"/>
              <a:cs typeface="Gill Sans MT"/>
            </a:endParaRPr>
          </a:p>
          <a:p>
            <a:pPr marL="354965" indent="-342265">
              <a:lnSpc>
                <a:spcPct val="100000"/>
              </a:lnSpc>
              <a:spcBef>
                <a:spcPts val="640"/>
              </a:spcBef>
              <a:buFont typeface="Arial"/>
              <a:buChar char="•"/>
              <a:tabLst>
                <a:tab pos="354965" algn="l"/>
              </a:tabLst>
            </a:pPr>
            <a:r>
              <a:rPr lang="vi-VN" sz="2800">
                <a:solidFill>
                  <a:srgbClr val="FF0066"/>
                </a:solidFill>
                <a:latin typeface="Calibri"/>
                <a:cs typeface="Calibri"/>
              </a:rPr>
              <a:t>Ư</a:t>
            </a:r>
            <a:r>
              <a:rPr lang="vi-VN" sz="2800">
                <a:solidFill>
                  <a:srgbClr val="FF0066"/>
                </a:solidFill>
                <a:latin typeface="Gill Sans MT"/>
                <a:cs typeface="Gill Sans MT"/>
              </a:rPr>
              <a:t>u</a:t>
            </a:r>
            <a:r>
              <a:rPr lang="vi-VN" sz="2800" spc="-30">
                <a:solidFill>
                  <a:srgbClr val="FF0066"/>
                </a:solidFill>
                <a:latin typeface="Gill Sans MT"/>
                <a:cs typeface="Gill Sans MT"/>
              </a:rPr>
              <a:t> </a:t>
            </a:r>
            <a:r>
              <a:rPr lang="vi-VN" sz="2800" spc="-20">
                <a:solidFill>
                  <a:srgbClr val="FF0066"/>
                </a:solidFill>
                <a:latin typeface="Gill Sans MT"/>
                <a:cs typeface="Gill Sans MT"/>
              </a:rPr>
              <a:t>đi</a:t>
            </a:r>
            <a:r>
              <a:rPr lang="vi-VN" sz="2800" spc="-20">
                <a:solidFill>
                  <a:srgbClr val="FF0066"/>
                </a:solidFill>
                <a:latin typeface="Calibri"/>
                <a:cs typeface="Calibri"/>
              </a:rPr>
              <a:t>ể</a:t>
            </a:r>
            <a:r>
              <a:rPr lang="vi-VN" sz="2800" spc="-20">
                <a:solidFill>
                  <a:srgbClr val="FF0066"/>
                </a:solidFill>
                <a:latin typeface="Gill Sans MT"/>
                <a:cs typeface="Gill Sans MT"/>
              </a:rPr>
              <a:t>m</a:t>
            </a:r>
            <a:endParaRPr lang="vi-VN" sz="2800">
              <a:latin typeface="Gill Sans MT"/>
              <a:cs typeface="Gill Sans MT"/>
            </a:endParaRPr>
          </a:p>
          <a:p>
            <a:pPr marL="761365" lvl="1" indent="-393065">
              <a:lnSpc>
                <a:spcPct val="100000"/>
              </a:lnSpc>
              <a:spcBef>
                <a:spcPts val="640"/>
              </a:spcBef>
              <a:buClr>
                <a:srgbClr val="558ED5"/>
              </a:buClr>
              <a:buSzPct val="75000"/>
              <a:buFont typeface="Arial"/>
              <a:buChar char="□"/>
              <a:tabLst>
                <a:tab pos="761365" algn="l"/>
              </a:tabLst>
            </a:pPr>
            <a:r>
              <a:rPr lang="vi-VN" sz="2400">
                <a:latin typeface="Gill Sans MT"/>
                <a:cs typeface="Gill Sans MT"/>
              </a:rPr>
              <a:t>Có</a:t>
            </a:r>
            <a:r>
              <a:rPr lang="vi-VN" sz="2400" spc="-15">
                <a:latin typeface="Gill Sans MT"/>
                <a:cs typeface="Gill Sans MT"/>
              </a:rPr>
              <a:t> </a:t>
            </a:r>
            <a:r>
              <a:rPr lang="vi-VN" sz="2400">
                <a:latin typeface="Gill Sans MT"/>
                <a:cs typeface="Gill Sans MT"/>
              </a:rPr>
              <a:t>c</a:t>
            </a:r>
            <a:r>
              <a:rPr lang="vi-VN" sz="2400">
                <a:latin typeface="Calibri"/>
                <a:cs typeface="Calibri"/>
              </a:rPr>
              <a:t>ơ</a:t>
            </a:r>
            <a:r>
              <a:rPr lang="vi-VN" sz="2400" spc="45">
                <a:latin typeface="Calibri"/>
                <a:cs typeface="Calibri"/>
              </a:rPr>
              <a:t> </a:t>
            </a:r>
            <a:r>
              <a:rPr lang="vi-VN" sz="2400">
                <a:latin typeface="Gill Sans MT"/>
                <a:cs typeface="Gill Sans MT"/>
              </a:rPr>
              <a:t>s</a:t>
            </a:r>
            <a:r>
              <a:rPr lang="vi-VN" sz="2400">
                <a:latin typeface="Calibri"/>
                <a:cs typeface="Calibri"/>
              </a:rPr>
              <a:t>ở</a:t>
            </a:r>
            <a:r>
              <a:rPr lang="vi-VN" sz="2400" spc="145">
                <a:latin typeface="Calibri"/>
                <a:cs typeface="Calibri"/>
              </a:rPr>
              <a:t> </a:t>
            </a:r>
            <a:r>
              <a:rPr lang="vi-VN" sz="2400">
                <a:latin typeface="Gill Sans MT"/>
                <a:cs typeface="Gill Sans MT"/>
              </a:rPr>
              <a:t>toán</a:t>
            </a:r>
            <a:r>
              <a:rPr lang="vi-VN" sz="2400" spc="10">
                <a:latin typeface="Gill Sans MT"/>
                <a:cs typeface="Gill Sans MT"/>
              </a:rPr>
              <a:t> </a:t>
            </a:r>
            <a:r>
              <a:rPr lang="vi-VN" sz="2400">
                <a:latin typeface="Gill Sans MT"/>
                <a:cs typeface="Gill Sans MT"/>
              </a:rPr>
              <a:t>h</a:t>
            </a:r>
            <a:r>
              <a:rPr lang="vi-VN" sz="2400">
                <a:latin typeface="Calibri"/>
                <a:cs typeface="Calibri"/>
              </a:rPr>
              <a:t>ọ</a:t>
            </a:r>
            <a:r>
              <a:rPr lang="vi-VN" sz="2400">
                <a:latin typeface="Gill Sans MT"/>
                <a:cs typeface="Gill Sans MT"/>
              </a:rPr>
              <a:t>c</a:t>
            </a:r>
            <a:r>
              <a:rPr lang="vi-VN" sz="2400" spc="-40">
                <a:latin typeface="Gill Sans MT"/>
                <a:cs typeface="Gill Sans MT"/>
              </a:rPr>
              <a:t> </a:t>
            </a:r>
            <a:r>
              <a:rPr lang="vi-VN" sz="2400">
                <a:latin typeface="Gill Sans MT"/>
                <a:cs typeface="Gill Sans MT"/>
              </a:rPr>
              <a:t>v</a:t>
            </a:r>
            <a:r>
              <a:rPr lang="vi-VN" sz="2400">
                <a:latin typeface="Calibri"/>
                <a:cs typeface="Calibri"/>
              </a:rPr>
              <a:t>ữ</a:t>
            </a:r>
            <a:r>
              <a:rPr lang="vi-VN" sz="2400">
                <a:latin typeface="Gill Sans MT"/>
                <a:cs typeface="Gill Sans MT"/>
              </a:rPr>
              <a:t>ng</a:t>
            </a:r>
            <a:r>
              <a:rPr lang="vi-VN" sz="2400" spc="-110">
                <a:latin typeface="Gill Sans MT"/>
                <a:cs typeface="Gill Sans MT"/>
              </a:rPr>
              <a:t> </a:t>
            </a:r>
            <a:r>
              <a:rPr lang="vi-VN" sz="2400" spc="-20">
                <a:latin typeface="Gill Sans MT"/>
                <a:cs typeface="Gill Sans MT"/>
              </a:rPr>
              <a:t>ch</a:t>
            </a:r>
            <a:r>
              <a:rPr lang="vi-VN" sz="2400" spc="-20">
                <a:latin typeface="Calibri"/>
                <a:cs typeface="Calibri"/>
              </a:rPr>
              <a:t>ắ</a:t>
            </a:r>
            <a:r>
              <a:rPr lang="vi-VN" sz="2400" spc="-20">
                <a:latin typeface="Gill Sans MT"/>
                <a:cs typeface="Gill Sans MT"/>
              </a:rPr>
              <a:t>c</a:t>
            </a:r>
            <a:endParaRPr lang="vi-VN" sz="2400">
              <a:latin typeface="Gill Sans MT"/>
              <a:cs typeface="Gill Sans MT"/>
            </a:endParaRPr>
          </a:p>
          <a:p>
            <a:pPr marL="761365" lvl="1" indent="-393065">
              <a:lnSpc>
                <a:spcPct val="100000"/>
              </a:lnSpc>
              <a:spcBef>
                <a:spcPts val="520"/>
              </a:spcBef>
              <a:buClr>
                <a:srgbClr val="558ED5"/>
              </a:buClr>
              <a:buSzPct val="75000"/>
              <a:buFont typeface="Arial"/>
              <a:buChar char="□"/>
              <a:tabLst>
                <a:tab pos="761365" algn="l"/>
              </a:tabLst>
            </a:pPr>
            <a:r>
              <a:rPr lang="vi-VN" sz="2400">
                <a:latin typeface="Gill Sans MT"/>
                <a:cs typeface="Gill Sans MT"/>
              </a:rPr>
              <a:t>Có</a:t>
            </a:r>
            <a:r>
              <a:rPr lang="vi-VN" sz="2400" spc="-45">
                <a:latin typeface="Gill Sans MT"/>
                <a:cs typeface="Gill Sans MT"/>
              </a:rPr>
              <a:t> </a:t>
            </a:r>
            <a:r>
              <a:rPr lang="vi-VN" sz="2400">
                <a:latin typeface="Gill Sans MT"/>
                <a:cs typeface="Gill Sans MT"/>
              </a:rPr>
              <a:t>kh</a:t>
            </a:r>
            <a:r>
              <a:rPr lang="vi-VN" sz="2400">
                <a:latin typeface="Calibri"/>
                <a:cs typeface="Calibri"/>
              </a:rPr>
              <a:t>ả</a:t>
            </a:r>
            <a:r>
              <a:rPr lang="vi-VN" sz="2400" spc="150">
                <a:latin typeface="Calibri"/>
                <a:cs typeface="Calibri"/>
              </a:rPr>
              <a:t> </a:t>
            </a:r>
            <a:r>
              <a:rPr lang="vi-VN" sz="2400">
                <a:latin typeface="Gill Sans MT"/>
                <a:cs typeface="Gill Sans MT"/>
              </a:rPr>
              <a:t>năng</a:t>
            </a:r>
            <a:r>
              <a:rPr lang="vi-VN" sz="2400" spc="-45">
                <a:latin typeface="Gill Sans MT"/>
                <a:cs typeface="Gill Sans MT"/>
              </a:rPr>
              <a:t> </a:t>
            </a:r>
            <a:r>
              <a:rPr lang="vi-VN" sz="2400">
                <a:latin typeface="Gill Sans MT"/>
                <a:cs typeface="Gill Sans MT"/>
              </a:rPr>
              <a:t>x</a:t>
            </a:r>
            <a:r>
              <a:rPr lang="vi-VN" sz="2400">
                <a:latin typeface="Calibri"/>
                <a:cs typeface="Calibri"/>
              </a:rPr>
              <a:t>ử</a:t>
            </a:r>
            <a:r>
              <a:rPr lang="vi-VN" sz="2400" spc="65">
                <a:latin typeface="Calibri"/>
                <a:cs typeface="Calibri"/>
              </a:rPr>
              <a:t> </a:t>
            </a:r>
            <a:r>
              <a:rPr lang="vi-VN" sz="2400">
                <a:latin typeface="Gill Sans MT"/>
                <a:cs typeface="Gill Sans MT"/>
              </a:rPr>
              <a:t>lý</a:t>
            </a:r>
            <a:r>
              <a:rPr lang="vi-VN" sz="2400" spc="-5">
                <a:latin typeface="Times New Roman"/>
                <a:cs typeface="Times New Roman"/>
              </a:rPr>
              <a:t> </a:t>
            </a:r>
            <a:r>
              <a:rPr lang="vi-VN" sz="2400">
                <a:latin typeface="Gill Sans MT"/>
                <a:cs typeface="Gill Sans MT"/>
              </a:rPr>
              <a:t>các</a:t>
            </a:r>
            <a:r>
              <a:rPr lang="vi-VN" sz="2400" spc="-65">
                <a:latin typeface="Gill Sans MT"/>
                <a:cs typeface="Gill Sans MT"/>
              </a:rPr>
              <a:t> </a:t>
            </a:r>
            <a:r>
              <a:rPr lang="vi-VN" sz="2400">
                <a:latin typeface="Gill Sans MT"/>
                <a:cs typeface="Gill Sans MT"/>
              </a:rPr>
              <a:t>ph</a:t>
            </a:r>
            <a:r>
              <a:rPr lang="vi-VN" sz="2400">
                <a:latin typeface="Calibri"/>
                <a:cs typeface="Calibri"/>
              </a:rPr>
              <a:t>ầ</a:t>
            </a:r>
            <a:r>
              <a:rPr lang="vi-VN" sz="2400">
                <a:latin typeface="Gill Sans MT"/>
                <a:cs typeface="Gill Sans MT"/>
              </a:rPr>
              <a:t>n</a:t>
            </a:r>
            <a:r>
              <a:rPr lang="vi-VN" sz="2400" spc="-20">
                <a:latin typeface="Gill Sans MT"/>
                <a:cs typeface="Gill Sans MT"/>
              </a:rPr>
              <a:t> </a:t>
            </a:r>
            <a:r>
              <a:rPr lang="vi-VN" sz="2400">
                <a:latin typeface="Gill Sans MT"/>
                <a:cs typeface="Gill Sans MT"/>
              </a:rPr>
              <a:t>t</a:t>
            </a:r>
            <a:r>
              <a:rPr lang="vi-VN" sz="2400">
                <a:latin typeface="Calibri"/>
                <a:cs typeface="Calibri"/>
              </a:rPr>
              <a:t>ử</a:t>
            </a:r>
            <a:r>
              <a:rPr lang="vi-VN" sz="2400" spc="65">
                <a:latin typeface="Calibri"/>
                <a:cs typeface="Calibri"/>
              </a:rPr>
              <a:t> </a:t>
            </a:r>
            <a:r>
              <a:rPr lang="vi-VN" sz="2400">
                <a:latin typeface="Gill Sans MT"/>
                <a:cs typeface="Gill Sans MT"/>
              </a:rPr>
              <a:t>ngo</a:t>
            </a:r>
            <a:r>
              <a:rPr lang="vi-VN" sz="2400">
                <a:latin typeface="Calibri"/>
                <a:cs typeface="Calibri"/>
              </a:rPr>
              <a:t>ạ</a:t>
            </a:r>
            <a:r>
              <a:rPr lang="vi-VN" sz="2400">
                <a:latin typeface="Gill Sans MT"/>
                <a:cs typeface="Gill Sans MT"/>
              </a:rPr>
              <a:t>i</a:t>
            </a:r>
            <a:r>
              <a:rPr lang="vi-VN" sz="2400" spc="45">
                <a:latin typeface="Gill Sans MT"/>
                <a:cs typeface="Gill Sans MT"/>
              </a:rPr>
              <a:t> </a:t>
            </a:r>
            <a:r>
              <a:rPr lang="vi-VN" sz="2400" spc="-20">
                <a:latin typeface="Gill Sans MT"/>
                <a:cs typeface="Gill Sans MT"/>
              </a:rPr>
              <a:t>lai.</a:t>
            </a:r>
            <a:endParaRPr lang="vi-VN" sz="2400">
              <a:latin typeface="Gill Sans MT"/>
              <a:cs typeface="Gill Sans MT"/>
            </a:endParaRPr>
          </a:p>
          <a:p>
            <a:pPr marL="762000" marR="245110" lvl="1" indent="-393700">
              <a:lnSpc>
                <a:spcPct val="100699"/>
              </a:lnSpc>
              <a:spcBef>
                <a:spcPts val="600"/>
              </a:spcBef>
              <a:buClr>
                <a:srgbClr val="558ED5"/>
              </a:buClr>
              <a:buSzPct val="75000"/>
              <a:buFont typeface="Arial"/>
              <a:buChar char="□"/>
              <a:tabLst>
                <a:tab pos="762000" algn="l"/>
              </a:tabLst>
            </a:pPr>
            <a:r>
              <a:rPr lang="vi-VN" sz="2400">
                <a:latin typeface="Gill Sans MT"/>
                <a:cs typeface="Gill Sans MT"/>
              </a:rPr>
              <a:t>Khám</a:t>
            </a:r>
            <a:r>
              <a:rPr lang="vi-VN" sz="2400" spc="60">
                <a:latin typeface="Gill Sans MT"/>
                <a:cs typeface="Gill Sans MT"/>
              </a:rPr>
              <a:t> </a:t>
            </a:r>
            <a:r>
              <a:rPr lang="vi-VN" sz="2400">
                <a:latin typeface="Gill Sans MT"/>
                <a:cs typeface="Gill Sans MT"/>
              </a:rPr>
              <a:t>phá</a:t>
            </a:r>
            <a:r>
              <a:rPr lang="vi-VN" sz="2400" spc="-15">
                <a:latin typeface="Gill Sans MT"/>
                <a:cs typeface="Gill Sans MT"/>
              </a:rPr>
              <a:t> </a:t>
            </a:r>
            <a:r>
              <a:rPr lang="vi-VN" sz="2400">
                <a:latin typeface="Gill Sans MT"/>
                <a:cs typeface="Gill Sans MT"/>
              </a:rPr>
              <a:t>ra</a:t>
            </a:r>
            <a:r>
              <a:rPr lang="vi-VN" sz="2400" spc="-114">
                <a:latin typeface="Gill Sans MT"/>
                <a:cs typeface="Gill Sans MT"/>
              </a:rPr>
              <a:t> </a:t>
            </a:r>
            <a:r>
              <a:rPr lang="vi-VN" sz="2400">
                <a:latin typeface="Gill Sans MT"/>
                <a:cs typeface="Gill Sans MT"/>
              </a:rPr>
              <a:t>các</a:t>
            </a:r>
            <a:r>
              <a:rPr lang="vi-VN" sz="2400" spc="-40">
                <a:latin typeface="Gill Sans MT"/>
                <a:cs typeface="Gill Sans MT"/>
              </a:rPr>
              <a:t> </a:t>
            </a:r>
            <a:r>
              <a:rPr lang="vi-VN" sz="2400">
                <a:latin typeface="Gill Sans MT"/>
                <a:cs typeface="Gill Sans MT"/>
              </a:rPr>
              <a:t>c</a:t>
            </a:r>
            <a:r>
              <a:rPr lang="vi-VN" sz="2400">
                <a:latin typeface="Calibri"/>
                <a:cs typeface="Calibri"/>
              </a:rPr>
              <a:t>ụ</a:t>
            </a:r>
            <a:r>
              <a:rPr lang="vi-VN" sz="2400">
                <a:latin typeface="Gill Sans MT"/>
                <a:cs typeface="Gill Sans MT"/>
              </a:rPr>
              <a:t>m</a:t>
            </a:r>
            <a:r>
              <a:rPr lang="vi-VN" sz="2400" spc="-135">
                <a:latin typeface="Gill Sans MT"/>
                <a:cs typeface="Gill Sans MT"/>
              </a:rPr>
              <a:t> </a:t>
            </a:r>
            <a:r>
              <a:rPr lang="vi-VN" sz="2400">
                <a:latin typeface="Gill Sans MT"/>
                <a:cs typeface="Gill Sans MT"/>
              </a:rPr>
              <a:t>v</a:t>
            </a:r>
            <a:r>
              <a:rPr lang="vi-VN" sz="2400">
                <a:latin typeface="Calibri"/>
                <a:cs typeface="Calibri"/>
              </a:rPr>
              <a:t>ớ</a:t>
            </a:r>
            <a:r>
              <a:rPr lang="vi-VN" sz="2400">
                <a:latin typeface="Gill Sans MT"/>
                <a:cs typeface="Gill Sans MT"/>
              </a:rPr>
              <a:t>i</a:t>
            </a:r>
            <a:r>
              <a:rPr lang="vi-VN" sz="2400" spc="-15">
                <a:latin typeface="Gill Sans MT"/>
                <a:cs typeface="Gill Sans MT"/>
              </a:rPr>
              <a:t> </a:t>
            </a:r>
            <a:r>
              <a:rPr lang="vi-VN" sz="2400">
                <a:latin typeface="Gill Sans MT"/>
                <a:cs typeface="Gill Sans MT"/>
              </a:rPr>
              <a:t>hình</a:t>
            </a:r>
            <a:r>
              <a:rPr lang="vi-VN" sz="2400" spc="-85">
                <a:latin typeface="Gill Sans MT"/>
                <a:cs typeface="Gill Sans MT"/>
              </a:rPr>
              <a:t> </a:t>
            </a:r>
            <a:r>
              <a:rPr lang="vi-VN" sz="2400">
                <a:latin typeface="Gill Sans MT"/>
                <a:cs typeface="Gill Sans MT"/>
              </a:rPr>
              <a:t>thù</a:t>
            </a:r>
            <a:r>
              <a:rPr lang="vi-VN" sz="2400" spc="5">
                <a:latin typeface="Gill Sans MT"/>
                <a:cs typeface="Gill Sans MT"/>
              </a:rPr>
              <a:t> </a:t>
            </a:r>
            <a:r>
              <a:rPr lang="vi-VN" sz="2400">
                <a:latin typeface="Gill Sans MT"/>
                <a:cs typeface="Gill Sans MT"/>
              </a:rPr>
              <a:t>b</a:t>
            </a:r>
            <a:r>
              <a:rPr lang="vi-VN" sz="2400">
                <a:latin typeface="Calibri"/>
                <a:cs typeface="Calibri"/>
              </a:rPr>
              <a:t>ấ</a:t>
            </a:r>
            <a:r>
              <a:rPr lang="vi-VN" sz="2400">
                <a:latin typeface="Gill Sans MT"/>
                <a:cs typeface="Gill Sans MT"/>
              </a:rPr>
              <a:t>t</a:t>
            </a:r>
            <a:r>
              <a:rPr lang="vi-VN" sz="2400" spc="10">
                <a:latin typeface="Gill Sans MT"/>
                <a:cs typeface="Gill Sans MT"/>
              </a:rPr>
              <a:t> </a:t>
            </a:r>
            <a:r>
              <a:rPr lang="vi-VN" sz="2400" spc="-25">
                <a:latin typeface="Gill Sans MT"/>
                <a:cs typeface="Gill Sans MT"/>
              </a:rPr>
              <a:t>k</a:t>
            </a:r>
            <a:r>
              <a:rPr lang="vi-VN" sz="2400" spc="-25">
                <a:latin typeface="Calibri"/>
                <a:cs typeface="Calibri"/>
              </a:rPr>
              <a:t>ỳ </a:t>
            </a:r>
            <a:r>
              <a:rPr lang="vi-VN" sz="2400">
                <a:latin typeface="Gill Sans MT"/>
                <a:cs typeface="Gill Sans MT"/>
              </a:rPr>
              <a:t>ngay</a:t>
            </a:r>
            <a:r>
              <a:rPr lang="vi-VN" sz="2400" spc="50">
                <a:latin typeface="Gill Sans MT"/>
                <a:cs typeface="Gill Sans MT"/>
              </a:rPr>
              <a:t> </a:t>
            </a:r>
            <a:r>
              <a:rPr lang="vi-VN" sz="2400">
                <a:latin typeface="Gill Sans MT"/>
                <a:cs typeface="Gill Sans MT"/>
              </a:rPr>
              <a:t>c</a:t>
            </a:r>
            <a:r>
              <a:rPr lang="vi-VN" sz="2400">
                <a:latin typeface="Calibri"/>
                <a:cs typeface="Calibri"/>
              </a:rPr>
              <a:t>ả</a:t>
            </a:r>
            <a:r>
              <a:rPr lang="vi-VN" sz="2400" spc="-15">
                <a:latin typeface="Calibri"/>
                <a:cs typeface="Calibri"/>
              </a:rPr>
              <a:t> </a:t>
            </a:r>
            <a:r>
              <a:rPr lang="vi-VN" sz="2400">
                <a:latin typeface="Gill Sans MT"/>
                <a:cs typeface="Gill Sans MT"/>
              </a:rPr>
              <a:t>đ</a:t>
            </a:r>
            <a:r>
              <a:rPr lang="vi-VN" sz="2400">
                <a:latin typeface="Calibri"/>
                <a:cs typeface="Calibri"/>
              </a:rPr>
              <a:t>ố</a:t>
            </a:r>
            <a:r>
              <a:rPr lang="vi-VN" sz="2400">
                <a:latin typeface="Gill Sans MT"/>
                <a:cs typeface="Gill Sans MT"/>
              </a:rPr>
              <a:t>i</a:t>
            </a:r>
            <a:r>
              <a:rPr lang="vi-VN" sz="2400" spc="-20">
                <a:latin typeface="Gill Sans MT"/>
                <a:cs typeface="Gill Sans MT"/>
              </a:rPr>
              <a:t> </a:t>
            </a:r>
            <a:r>
              <a:rPr lang="vi-VN" sz="2400">
                <a:latin typeface="Gill Sans MT"/>
                <a:cs typeface="Gill Sans MT"/>
              </a:rPr>
              <a:t>v</a:t>
            </a:r>
            <a:r>
              <a:rPr lang="vi-VN" sz="2400">
                <a:latin typeface="Calibri"/>
                <a:cs typeface="Calibri"/>
              </a:rPr>
              <a:t>ớ</a:t>
            </a:r>
            <a:r>
              <a:rPr lang="vi-VN" sz="2400">
                <a:latin typeface="Gill Sans MT"/>
                <a:cs typeface="Gill Sans MT"/>
              </a:rPr>
              <a:t>i</a:t>
            </a:r>
            <a:r>
              <a:rPr lang="vi-VN" sz="2400" spc="-114">
                <a:latin typeface="Gill Sans MT"/>
                <a:cs typeface="Gill Sans MT"/>
              </a:rPr>
              <a:t> </a:t>
            </a:r>
            <a:r>
              <a:rPr lang="vi-VN" sz="2400">
                <a:latin typeface="Gill Sans MT"/>
                <a:cs typeface="Gill Sans MT"/>
              </a:rPr>
              <a:t>các</a:t>
            </a:r>
            <a:r>
              <a:rPr lang="vi-VN" sz="2400" spc="-45">
                <a:latin typeface="Gill Sans MT"/>
                <a:cs typeface="Gill Sans MT"/>
              </a:rPr>
              <a:t> </a:t>
            </a:r>
            <a:r>
              <a:rPr lang="vi-VN" sz="2400">
                <a:latin typeface="Gill Sans MT"/>
                <a:cs typeface="Gill Sans MT"/>
              </a:rPr>
              <a:t>DL</a:t>
            </a:r>
            <a:r>
              <a:rPr lang="vi-VN" sz="2400" spc="30">
                <a:latin typeface="Gill Sans MT"/>
                <a:cs typeface="Gill Sans MT"/>
              </a:rPr>
              <a:t> </a:t>
            </a:r>
            <a:r>
              <a:rPr lang="vi-VN" sz="2400">
                <a:latin typeface="Gill Sans MT"/>
                <a:cs typeface="Gill Sans MT"/>
              </a:rPr>
              <a:t>đa</a:t>
            </a:r>
            <a:r>
              <a:rPr lang="vi-VN" sz="2400" spc="-20">
                <a:latin typeface="Gill Sans MT"/>
                <a:cs typeface="Gill Sans MT"/>
              </a:rPr>
              <a:t> </a:t>
            </a:r>
            <a:r>
              <a:rPr lang="vi-VN" sz="2400" spc="-10">
                <a:latin typeface="Gill Sans MT"/>
                <a:cs typeface="Gill Sans MT"/>
              </a:rPr>
              <a:t>chi</a:t>
            </a:r>
            <a:r>
              <a:rPr lang="vi-VN" sz="2400" spc="-10">
                <a:latin typeface="Calibri"/>
                <a:cs typeface="Calibri"/>
              </a:rPr>
              <a:t>ề</a:t>
            </a:r>
            <a:r>
              <a:rPr lang="vi-VN" sz="2400" spc="-10">
                <a:latin typeface="Gill Sans MT"/>
                <a:cs typeface="Gill Sans MT"/>
              </a:rPr>
              <a:t>u.</a:t>
            </a:r>
            <a:endParaRPr lang="vi-VN" sz="2400">
              <a:latin typeface="Gill Sans MT"/>
              <a:cs typeface="Gill Sans MT"/>
            </a:endParaRPr>
          </a:p>
          <a:p>
            <a:pPr marL="354965" indent="-342265">
              <a:lnSpc>
                <a:spcPct val="100000"/>
              </a:lnSpc>
              <a:spcBef>
                <a:spcPts val="620"/>
              </a:spcBef>
              <a:buFont typeface="Arial"/>
              <a:buChar char="•"/>
              <a:tabLst>
                <a:tab pos="354965" algn="l"/>
              </a:tabLst>
            </a:pPr>
            <a:r>
              <a:rPr lang="vi-VN" sz="2800">
                <a:latin typeface="Gill Sans MT"/>
                <a:cs typeface="Gill Sans MT"/>
              </a:rPr>
              <a:t>Đ</a:t>
            </a:r>
            <a:r>
              <a:rPr lang="vi-VN" sz="2800">
                <a:latin typeface="Calibri"/>
                <a:cs typeface="Calibri"/>
              </a:rPr>
              <a:t>ộ</a:t>
            </a:r>
            <a:r>
              <a:rPr lang="vi-VN" sz="2800" spc="155">
                <a:latin typeface="Calibri"/>
                <a:cs typeface="Calibri"/>
              </a:rPr>
              <a:t> </a:t>
            </a:r>
            <a:r>
              <a:rPr lang="vi-VN" sz="2800">
                <a:latin typeface="Gill Sans MT"/>
                <a:cs typeface="Gill Sans MT"/>
              </a:rPr>
              <a:t>ph</a:t>
            </a:r>
            <a:r>
              <a:rPr lang="vi-VN" sz="2800">
                <a:latin typeface="Calibri"/>
                <a:cs typeface="Calibri"/>
              </a:rPr>
              <a:t>ứ</a:t>
            </a:r>
            <a:r>
              <a:rPr lang="vi-VN" sz="2800">
                <a:latin typeface="Gill Sans MT"/>
                <a:cs typeface="Gill Sans MT"/>
              </a:rPr>
              <a:t>c</a:t>
            </a:r>
            <a:r>
              <a:rPr lang="vi-VN" sz="2800" spc="-135">
                <a:latin typeface="Gill Sans MT"/>
                <a:cs typeface="Gill Sans MT"/>
              </a:rPr>
              <a:t> </a:t>
            </a:r>
            <a:r>
              <a:rPr lang="vi-VN" sz="2800">
                <a:latin typeface="Gill Sans MT"/>
                <a:cs typeface="Gill Sans MT"/>
              </a:rPr>
              <a:t>t</a:t>
            </a:r>
            <a:r>
              <a:rPr lang="vi-VN" sz="2800">
                <a:latin typeface="Calibri"/>
                <a:cs typeface="Calibri"/>
              </a:rPr>
              <a:t>ạ</a:t>
            </a:r>
            <a:r>
              <a:rPr lang="vi-VN" sz="2800">
                <a:latin typeface="Gill Sans MT"/>
                <a:cs typeface="Gill Sans MT"/>
              </a:rPr>
              <a:t>p</a:t>
            </a:r>
            <a:r>
              <a:rPr lang="vi-VN" sz="2800" spc="85">
                <a:latin typeface="Gill Sans MT"/>
                <a:cs typeface="Gill Sans MT"/>
              </a:rPr>
              <a:t> </a:t>
            </a:r>
            <a:r>
              <a:rPr lang="vi-VN" sz="2800">
                <a:latin typeface="Gill Sans MT"/>
                <a:cs typeface="Gill Sans MT"/>
              </a:rPr>
              <a:t>là</a:t>
            </a:r>
            <a:r>
              <a:rPr lang="vi-VN" sz="2800" spc="-5">
                <a:latin typeface="Gill Sans MT"/>
                <a:cs typeface="Gill Sans MT"/>
              </a:rPr>
              <a:t> </a:t>
            </a:r>
            <a:r>
              <a:rPr lang="vi-VN" sz="2800" spc="-10">
                <a:solidFill>
                  <a:srgbClr val="FF0066"/>
                </a:solidFill>
                <a:latin typeface="Gill Sans MT"/>
                <a:cs typeface="Gill Sans MT"/>
              </a:rPr>
              <a:t>O(nlogn)</a:t>
            </a:r>
            <a:r>
              <a:rPr lang="vi-VN" sz="2800" spc="-10">
                <a:latin typeface="Gill Sans MT"/>
                <a:cs typeface="Gill Sans MT"/>
              </a:rPr>
              <a:t>.</a:t>
            </a:r>
            <a:endParaRPr lang="vi-VN" sz="2800">
              <a:latin typeface="Gill Sans MT"/>
              <a:cs typeface="Gill Sans MT"/>
            </a:endParaRPr>
          </a:p>
          <a:p>
            <a:endParaRPr lang="en-US"/>
          </a:p>
        </p:txBody>
      </p:sp>
      <p:sp>
        <p:nvSpPr>
          <p:cNvPr id="4" name="object 4"/>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131</a:t>
            </a:fld>
            <a:endParaRPr lang="en-US"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365126"/>
            <a:ext cx="7886700" cy="1325563"/>
          </a:xfrm>
        </p:spPr>
        <p:txBody>
          <a:bodyPr vert="horz" wrap="square" lIns="0" tIns="238050" rIns="0" bIns="0" rtlCol="0">
            <a:spAutoFit/>
          </a:bodyPr>
          <a:lstStyle/>
          <a:p>
            <a:r>
              <a:rPr lang="en-US" dirty="0" err="1"/>
              <a:t>Nhận</a:t>
            </a:r>
            <a:r>
              <a:rPr lang="en-US" dirty="0"/>
              <a:t> </a:t>
            </a:r>
            <a:r>
              <a:rPr lang="en-US" dirty="0" err="1"/>
              <a:t>xét</a:t>
            </a:r>
            <a:endParaRPr lang="en-US" dirty="0"/>
          </a:p>
        </p:txBody>
      </p:sp>
      <p:sp>
        <p:nvSpPr>
          <p:cNvPr id="7" name="Content Placeholder 6">
            <a:extLst>
              <a:ext uri="{FF2B5EF4-FFF2-40B4-BE49-F238E27FC236}">
                <a16:creationId xmlns:a16="http://schemas.microsoft.com/office/drawing/2014/main" id="{4C6591A5-D8F0-89D1-4463-E92B455690C1}"/>
              </a:ext>
            </a:extLst>
          </p:cNvPr>
          <p:cNvSpPr>
            <a:spLocks noGrp="1"/>
          </p:cNvSpPr>
          <p:nvPr>
            <p:ph idx="1"/>
          </p:nvPr>
        </p:nvSpPr>
        <p:spPr/>
        <p:txBody>
          <a:bodyPr/>
          <a:lstStyle/>
          <a:p>
            <a:r>
              <a:rPr lang="vi-VN" sz="2400">
                <a:latin typeface="Tahoma" panose="020B0604030504040204" pitchFamily="34" charset="0"/>
                <a:ea typeface="Tahoma" panose="020B0604030504040204" pitchFamily="34" charset="0"/>
                <a:cs typeface="Tahoma" panose="020B0604030504040204" pitchFamily="34" charset="0"/>
              </a:rPr>
              <a:t>Các </a:t>
            </a:r>
            <a:r>
              <a:rPr lang="vi-VN" sz="2400">
                <a:solidFill>
                  <a:srgbClr val="FF0000"/>
                </a:solidFill>
                <a:latin typeface="Tahoma" panose="020B0604030504040204" pitchFamily="34" charset="0"/>
                <a:ea typeface="Tahoma" panose="020B0604030504040204" pitchFamily="34" charset="0"/>
                <a:cs typeface="Tahoma" panose="020B0604030504040204" pitchFamily="34" charset="0"/>
              </a:rPr>
              <a:t>thuật toán dựa trên mật độ không thực hiện kỹ thuật phân mẫu trên tập DL </a:t>
            </a:r>
            <a:r>
              <a:rPr lang="vi-VN" sz="2400">
                <a:latin typeface="Tahoma" panose="020B0604030504040204" pitchFamily="34" charset="0"/>
                <a:ea typeface="Tahoma" panose="020B0604030504040204" pitchFamily="34" charset="0"/>
                <a:cs typeface="Tahoma" panose="020B0604030504040204" pitchFamily="34" charset="0"/>
              </a:rPr>
              <a:t>như trong các thuật toán phân cụm phân hoạch, điều này có thể làm tăng thêm độ phức tạp do có sự khác nhau giữa mật độ của các đối tượng trong mẫu với mật độ của toàn bộ DL.</a:t>
            </a:r>
          </a:p>
          <a:p>
            <a:endParaRPr lang="en-US"/>
          </a:p>
        </p:txBody>
      </p:sp>
      <p:sp>
        <p:nvSpPr>
          <p:cNvPr id="4" name="object 4"/>
          <p:cNvSpPr txBox="1">
            <a:spLocks noGrp="1"/>
          </p:cNvSpPr>
          <p:nvPr>
            <p:ph type="sldNum" sz="quarter" idx="12"/>
          </p:nvPr>
        </p:nvSpPr>
        <p:spPr>
          <a:xfrm>
            <a:off x="6457950" y="6356351"/>
            <a:ext cx="2057400" cy="365125"/>
          </a:xfrm>
        </p:spPr>
        <p:txBody>
          <a:bodyPr vert="horz" wrap="square" lIns="0" tIns="3810" rIns="0" bIns="0" rtlCol="0">
            <a:spAutoFit/>
          </a:bodyPr>
          <a:lstStyle/>
          <a:p>
            <a:fld id="{81D60167-4931-47E6-BA6A-407CBD079E47}" type="slidenum">
              <a:rPr lang="en-US" dirty="0"/>
              <a:pPr/>
              <a:t>132</a:t>
            </a:fld>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70E8651A2CFE4489D4280820BD2289C" ma:contentTypeVersion="13" ma:contentTypeDescription="Create a new document." ma:contentTypeScope="" ma:versionID="4dd5536a48ee5c5eff99375c0a99b695">
  <xsd:schema xmlns:xsd="http://www.w3.org/2001/XMLSchema" xmlns:xs="http://www.w3.org/2001/XMLSchema" xmlns:p="http://schemas.microsoft.com/office/2006/metadata/properties" xmlns:ns3="46f0af59-5442-46b0-b7fc-4cb4263518ce" xmlns:ns4="e54b4ac0-c995-472a-a604-ba8fff030fd4" targetNamespace="http://schemas.microsoft.com/office/2006/metadata/properties" ma:root="true" ma:fieldsID="4930ab43b1bbf9e7bec56d0af88d7c54" ns3:_="" ns4:_="">
    <xsd:import namespace="46f0af59-5442-46b0-b7fc-4cb4263518ce"/>
    <xsd:import namespace="e54b4ac0-c995-472a-a604-ba8fff030fd4"/>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ObjectDetectorVersions" minOccurs="0"/>
                <xsd:element ref="ns3:MediaServiceSystemTags"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6f0af59-5442-46b0-b7fc-4cb4263518c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Location" ma:index="19" nillable="true" ma:displayName="Location" ma:indexed="true" ma:internalName="MediaServiceLocation"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4b4ac0-c995-472a-a604-ba8fff030fd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E55B76A-9853-4CA4-AEB1-773E15B459F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6f0af59-5442-46b0-b7fc-4cb4263518ce"/>
    <ds:schemaRef ds:uri="e54b4ac0-c995-472a-a604-ba8fff030fd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45CA066-4A05-4D83-B91A-AEF7C62F362E}">
  <ds:schemaRefs>
    <ds:schemaRef ds:uri="http://schemas.microsoft.com/sharepoint/v3/contenttype/forms"/>
  </ds:schemaRefs>
</ds:datastoreItem>
</file>

<file path=customXml/itemProps3.xml><?xml version="1.0" encoding="utf-8"?>
<ds:datastoreItem xmlns:ds="http://schemas.openxmlformats.org/officeDocument/2006/customXml" ds:itemID="{9E307346-97D8-46A8-AB0E-32FA6F218A3C}">
  <ds:schemaRefs>
    <ds:schemaRef ds:uri="e54b4ac0-c995-472a-a604-ba8fff030fd4"/>
    <ds:schemaRef ds:uri="http://schemas.openxmlformats.org/package/2006/metadata/core-properties"/>
    <ds:schemaRef ds:uri="http://purl.org/dc/terms/"/>
    <ds:schemaRef ds:uri="http://schemas.microsoft.com/office/2006/metadata/properties"/>
    <ds:schemaRef ds:uri="http://www.w3.org/XML/1998/namespace"/>
    <ds:schemaRef ds:uri="http://schemas.microsoft.com/office/infopath/2007/PartnerControls"/>
    <ds:schemaRef ds:uri="http://purl.org/dc/elements/1.1/"/>
    <ds:schemaRef ds:uri="http://schemas.microsoft.com/office/2006/documentManagement/types"/>
    <ds:schemaRef ds:uri="46f0af59-5442-46b0-b7fc-4cb4263518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637</TotalTime>
  <Words>8978</Words>
  <Application>Microsoft Office PowerPoint</Application>
  <PresentationFormat>On-screen Show (4:3)</PresentationFormat>
  <Paragraphs>757</Paragraphs>
  <Slides>132</Slides>
  <Notes>20</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132</vt:i4>
      </vt:variant>
    </vt:vector>
  </HeadingPairs>
  <TitlesOfParts>
    <vt:vector size="148" baseType="lpstr">
      <vt:lpstr>MS PGothic</vt:lpstr>
      <vt:lpstr>-apple-system</vt:lpstr>
      <vt:lpstr>Aptos</vt:lpstr>
      <vt:lpstr>Arial</vt:lpstr>
      <vt:lpstr>Bebas Neue</vt:lpstr>
      <vt:lpstr>Calibri</vt:lpstr>
      <vt:lpstr>Cambria Math</vt:lpstr>
      <vt:lpstr>Gill Sans MT</vt:lpstr>
      <vt:lpstr>Gill Sans MT Bold</vt:lpstr>
      <vt:lpstr>Gill Sans MT Bold Italic</vt:lpstr>
      <vt:lpstr>Gill Sans MT Italic</vt:lpstr>
      <vt:lpstr>Symbol</vt:lpstr>
      <vt:lpstr>Tahoma</vt:lpstr>
      <vt:lpstr>Times New Roman</vt:lpstr>
      <vt:lpstr>Varela Round</vt:lpstr>
      <vt:lpstr>Office Theme</vt:lpstr>
      <vt:lpstr>Phân cụm dữ liệu (Clustering)</vt:lpstr>
      <vt:lpstr>Nội dung</vt:lpstr>
      <vt:lpstr>Gom cụm</vt:lpstr>
      <vt:lpstr>Mục tiêu của phân cụm</vt:lpstr>
      <vt:lpstr>Phân loại</vt:lpstr>
      <vt:lpstr>Ứng dụng của phân cụm</vt:lpstr>
      <vt:lpstr>Sự khác nhau của Phân cụm và Phân lớp</vt:lpstr>
      <vt:lpstr>Sự khác nhau của Phân cụm và Phân lớp</vt:lpstr>
      <vt:lpstr>Quá trình phân cụm dữ liệu</vt:lpstr>
      <vt:lpstr>Các bước phân cụm tự động</vt:lpstr>
      <vt:lpstr>Độ đo</vt:lpstr>
      <vt:lpstr>Các phương pháp đánh giá việc phân cụm</vt:lpstr>
      <vt:lpstr>Các phương pháp đánh giá việc phân cụm…</vt:lpstr>
      <vt:lpstr>Các kỹ thuật phân cụm</vt:lpstr>
      <vt:lpstr>Phân cụm phân hoạch</vt:lpstr>
      <vt:lpstr>Phân cụm phân hoạch</vt:lpstr>
      <vt:lpstr>Phân cụm phân hoạch…</vt:lpstr>
      <vt:lpstr>Thuật toán k-means</vt:lpstr>
      <vt:lpstr>Thuật toán k-means…</vt:lpstr>
      <vt:lpstr>Thuật toán k-means…</vt:lpstr>
      <vt:lpstr>PowerPoint Presentation</vt:lpstr>
      <vt:lpstr>Thuật toán k-means…</vt:lpstr>
      <vt:lpstr>PowerPoint Presentation</vt:lpstr>
      <vt:lpstr>k-means</vt:lpstr>
      <vt:lpstr>k-means</vt:lpstr>
      <vt:lpstr>Thuật toán k-mean</vt:lpstr>
      <vt:lpstr>Thuật toán k-means…</vt:lpstr>
      <vt:lpstr>Thuật toán k-means…</vt:lpstr>
      <vt:lpstr>Cách khắc phục những hạn chế của K-means</vt:lpstr>
      <vt:lpstr>PowerPoint Presentation</vt:lpstr>
      <vt:lpstr>PowerPoint Presentation</vt:lpstr>
      <vt:lpstr>PowerPoint Presentation</vt:lpstr>
      <vt:lpstr>PowerPoint Presentation</vt:lpstr>
      <vt:lpstr>PowerPoint Presentation</vt:lpstr>
      <vt:lpstr>Sự khác biệt giữa 2 phương pháp MM và MS như sau:</vt:lpstr>
      <vt:lpstr>Sự khác biệt giữa 2 phương pháp MM và MS như sau:</vt:lpstr>
      <vt:lpstr>PowerPoint Presentation</vt:lpstr>
      <vt:lpstr>Silhouette coefficient</vt:lpstr>
      <vt:lpstr>Silhouette coefficient</vt:lpstr>
      <vt:lpstr>Silhouette coefficient</vt:lpstr>
      <vt:lpstr>PowerPoint Presentation</vt:lpstr>
      <vt:lpstr>PowerPoint Presentation</vt:lpstr>
      <vt:lpstr>PowerPoint Presentation</vt:lpstr>
      <vt:lpstr>PowerPoint Presentation</vt:lpstr>
      <vt:lpstr>PowerPoint Presentation</vt:lpstr>
      <vt:lpstr>PowerPoint Presentation</vt:lpstr>
      <vt:lpstr>Tạo ra nhiều cụm nhỏ sau đó ghép lại với nhau </vt:lpstr>
      <vt:lpstr>PowerPoint Presentation</vt:lpstr>
      <vt:lpstr>PowerPoint Presentation</vt:lpstr>
      <vt:lpstr>k-means</vt:lpstr>
      <vt:lpstr>Partitioning Around Medoids (PAM)</vt:lpstr>
      <vt:lpstr>PAM</vt:lpstr>
      <vt:lpstr>Thuật toán PAM…</vt:lpstr>
      <vt:lpstr>Thuật toán PAM…</vt:lpstr>
      <vt:lpstr>Thuật toán PAM…</vt:lpstr>
      <vt:lpstr>Thuật toán PAM…</vt:lpstr>
      <vt:lpstr>PAM</vt:lpstr>
      <vt:lpstr>PAM</vt:lpstr>
      <vt:lpstr>PAM</vt:lpstr>
      <vt:lpstr>PAM</vt:lpstr>
      <vt:lpstr>Clustering LARge Application (CLARA)</vt:lpstr>
      <vt:lpstr>CLARA</vt:lpstr>
      <vt:lpstr>CLARA</vt:lpstr>
      <vt:lpstr>CLARANS</vt:lpstr>
      <vt:lpstr>CLARANS</vt:lpstr>
      <vt:lpstr>CLARANS</vt:lpstr>
      <vt:lpstr>LARANS</vt:lpstr>
      <vt:lpstr>Nhận xét</vt:lpstr>
      <vt:lpstr>Nhận xét</vt:lpstr>
      <vt:lpstr>Phân cụm phân cấp</vt:lpstr>
      <vt:lpstr>Phân cụm phân cấp</vt:lpstr>
      <vt:lpstr>Phân cụm phân cấp</vt:lpstr>
      <vt:lpstr>Phân cụm phân cấp</vt:lpstr>
      <vt:lpstr>Hierarchical Agglomerative Clustering (HAC)</vt:lpstr>
      <vt:lpstr>Agglomerative Algorithm</vt:lpstr>
      <vt:lpstr>Hàm khoảng cách (The Linkage Function)</vt:lpstr>
      <vt:lpstr>Ví dụ HAC</vt:lpstr>
      <vt:lpstr>DIvisive ANAlysis Clustering (DIANA)</vt:lpstr>
      <vt:lpstr>DIANA</vt:lpstr>
      <vt:lpstr>DIANA: Ví dụ</vt:lpstr>
      <vt:lpstr>Tài liệu tham khảo</vt:lpstr>
      <vt:lpstr>Balanced Iterative Reducing and Clustering UsingHierarchies (BIRCH)</vt:lpstr>
      <vt:lpstr>BIRCH</vt:lpstr>
      <vt:lpstr>BIRCH</vt:lpstr>
      <vt:lpstr>BIRCH</vt:lpstr>
      <vt:lpstr>BIRCH</vt:lpstr>
      <vt:lpstr>BIRCH</vt:lpstr>
      <vt:lpstr>BIRCH</vt:lpstr>
      <vt:lpstr>BIRCH</vt:lpstr>
      <vt:lpstr>BIRCH</vt:lpstr>
      <vt:lpstr>Thuật toán BIRCH…</vt:lpstr>
      <vt:lpstr>Thuật toán BIRCH…</vt:lpstr>
      <vt:lpstr>Thuật toán BIRCH…</vt:lpstr>
      <vt:lpstr>Thuật toán BIRCH…</vt:lpstr>
      <vt:lpstr>Thuật toán BIRCH</vt:lpstr>
      <vt:lpstr>Thuật toán BIRCH…</vt:lpstr>
      <vt:lpstr>BIRCH</vt:lpstr>
      <vt:lpstr>BIRCH</vt:lpstr>
      <vt:lpstr>BIRCH</vt:lpstr>
      <vt:lpstr>BIRCH</vt:lpstr>
      <vt:lpstr>Phân cụm dựa trên mật độ</vt:lpstr>
      <vt:lpstr>Phân cụm dựa trên mật độ</vt:lpstr>
      <vt:lpstr>Phân cụm dựa trên mật độ</vt:lpstr>
      <vt:lpstr>DBSCAN (Density-Based Spatial Clustering of Applications with noise)</vt:lpstr>
      <vt:lpstr>DBSCAN</vt:lpstr>
      <vt:lpstr>DBSCAN</vt:lpstr>
      <vt:lpstr>DBSCAN</vt:lpstr>
      <vt:lpstr>DBSCAN</vt:lpstr>
      <vt:lpstr>DBSCAN</vt:lpstr>
      <vt:lpstr>DBSCAN</vt:lpstr>
      <vt:lpstr>DBSCAN</vt:lpstr>
      <vt:lpstr>DBSCAN</vt:lpstr>
      <vt:lpstr>DBSCAN</vt:lpstr>
      <vt:lpstr>DBSCAN</vt:lpstr>
      <vt:lpstr>DBSCAN</vt:lpstr>
      <vt:lpstr>DBSCAN</vt:lpstr>
      <vt:lpstr>DBSCAN</vt:lpstr>
      <vt:lpstr>DBSCAN</vt:lpstr>
      <vt:lpstr>DBSCAN</vt:lpstr>
      <vt:lpstr>DBSCAN</vt:lpstr>
      <vt:lpstr>DBSCAN</vt:lpstr>
      <vt:lpstr>OPTICS</vt:lpstr>
      <vt:lpstr>OPTICS</vt:lpstr>
      <vt:lpstr>DENCLUE (DENsity - Based CLUstEring)</vt:lpstr>
      <vt:lpstr>DENCLUE</vt:lpstr>
      <vt:lpstr>DENCLUE</vt:lpstr>
      <vt:lpstr>DENCLUE</vt:lpstr>
      <vt:lpstr>DENCLUE</vt:lpstr>
      <vt:lpstr>DENCLUE Algorithm</vt:lpstr>
      <vt:lpstr>DENCLUE</vt:lpstr>
      <vt:lpstr>DENCLUE</vt:lpstr>
      <vt:lpstr>Nhận xét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Cluster</dc:title>
  <dc:creator>Binh Tran Trong</dc:creator>
  <cp:lastModifiedBy>Tran Trong Binh</cp:lastModifiedBy>
  <cp:revision>1</cp:revision>
  <dcterms:created xsi:type="dcterms:W3CDTF">2024-12-12T07:14:23Z</dcterms:created>
  <dcterms:modified xsi:type="dcterms:W3CDTF">2025-05-16T13:44:29Z</dcterms:modified>
</cp:coreProperties>
</file>